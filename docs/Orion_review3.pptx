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62" r:id="rId2"/>
    <p:sldId id="707" r:id="rId3"/>
    <p:sldId id="257" r:id="rId4"/>
    <p:sldId id="272" r:id="rId5"/>
    <p:sldId id="902" r:id="rId6"/>
    <p:sldId id="279" r:id="rId7"/>
    <p:sldId id="261" r:id="rId8"/>
    <p:sldId id="267" r:id="rId9"/>
    <p:sldId id="903" r:id="rId10"/>
    <p:sldId id="904" r:id="rId11"/>
    <p:sldId id="905" r:id="rId12"/>
    <p:sldId id="906" r:id="rId13"/>
    <p:sldId id="908" r:id="rId14"/>
    <p:sldId id="907" r:id="rId15"/>
    <p:sldId id="912" r:id="rId16"/>
    <p:sldId id="909" r:id="rId17"/>
    <p:sldId id="913" r:id="rId18"/>
    <p:sldId id="910" r:id="rId19"/>
    <p:sldId id="298" r:id="rId20"/>
  </p:sldIdLst>
  <p:sldSz cx="9144000" cy="5143500" type="screen16x9"/>
  <p:notesSz cx="6858000" cy="9144000"/>
  <p:embeddedFontLst>
    <p:embeddedFont>
      <p:font typeface="Fira Sans Extra Condensed" panose="020B0503050000020004" pitchFamily="34" charset="0"/>
      <p:regular r:id="rId22"/>
      <p:bold r:id="rId23"/>
    </p:embeddedFont>
    <p:embeddedFont>
      <p:font typeface="Fira Sans Extra Condensed SemiBold" panose="020B0604020202020204" charset="0"/>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D1A021F-8C0E-4362-855C-B3FDB9A3117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226"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1"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1">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046ea8cfa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046ea8cfa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103611b93a7_0_9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7" name="Google Shape;1327;g103611b93a7_0_9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4"/>
        <p:cNvGrpSpPr/>
        <p:nvPr/>
      </p:nvGrpSpPr>
      <p:grpSpPr>
        <a:xfrm>
          <a:off x="0" y="0"/>
          <a:ext cx="0" cy="0"/>
          <a:chOff x="0" y="0"/>
          <a:chExt cx="0" cy="0"/>
        </a:xfrm>
      </p:grpSpPr>
      <p:sp>
        <p:nvSpPr>
          <p:cNvPr id="1875" name="Google Shape;1875;gcf973cdd10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6" name="Google Shape;1876;gcf973cdd10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fbdd8e67be_1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fbdd8e67be_1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103611b93a7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103611b93a7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1670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7"/>
        <p:cNvGrpSpPr/>
        <p:nvPr/>
      </p:nvGrpSpPr>
      <p:grpSpPr>
        <a:xfrm>
          <a:off x="0" y="0"/>
          <a:ext cx="0" cy="0"/>
          <a:chOff x="0" y="0"/>
          <a:chExt cx="0" cy="0"/>
        </a:xfrm>
      </p:grpSpPr>
      <p:sp>
        <p:nvSpPr>
          <p:cNvPr id="1748" name="Google Shape;1748;gcf973cdd10_1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9" name="Google Shape;1749;gcf973cdd10_1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57200" y="1477988"/>
            <a:ext cx="4484100" cy="14115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000" b="1">
                <a:latin typeface="Fira Sans Extra Condensed" panose="020B0503050000020004"/>
                <a:ea typeface="Fira Sans Extra Condensed" panose="020B0503050000020004"/>
                <a:cs typeface="Fira Sans Extra Condensed" panose="020B0503050000020004"/>
                <a:sym typeface="Fira Sans Extra Condensed" panose="020B0503050000020004"/>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57200" y="3259013"/>
            <a:ext cx="3771300" cy="406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800">
                <a:solidFill>
                  <a:schemeClr val="dk1"/>
                </a:solidFill>
                <a:latin typeface="Roboto" panose="02000000000000000000"/>
                <a:ea typeface="Roboto" panose="02000000000000000000"/>
                <a:cs typeface="Roboto" panose="02000000000000000000"/>
                <a:sym typeface="Roboto" panose="0200000000000000000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209800" y="2150850"/>
            <a:ext cx="47244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720000" y="540000"/>
            <a:ext cx="7704000" cy="559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 name="Google Shape;15;p4"/>
          <p:cNvSpPr txBox="1">
            <a:spLocks noGrp="1"/>
          </p:cNvSpPr>
          <p:nvPr>
            <p:ph type="body" idx="1"/>
          </p:nvPr>
        </p:nvSpPr>
        <p:spPr>
          <a:xfrm>
            <a:off x="720000" y="1231157"/>
            <a:ext cx="7704000" cy="3337800"/>
          </a:xfrm>
          <a:prstGeom prst="rect">
            <a:avLst/>
          </a:prstGeom>
        </p:spPr>
        <p:txBody>
          <a:bodyPr spcFirstLastPara="1" wrap="square" lIns="91425" tIns="91425" rIns="91425" bIns="91425" anchor="ctr" anchorCtr="0">
            <a:noAutofit/>
          </a:bodyPr>
          <a:lstStyle>
            <a:lvl1pPr marL="457200" lvl="0" indent="-304800" rtl="0">
              <a:spcBef>
                <a:spcPts val="0"/>
              </a:spcBef>
              <a:spcAft>
                <a:spcPts val="0"/>
              </a:spcAft>
              <a:buSzPts val="1200"/>
              <a:buChar char="●"/>
              <a:defRPr/>
            </a:lvl1pPr>
            <a:lvl2pPr marL="914400" lvl="1" indent="-304800" rtl="0">
              <a:spcBef>
                <a:spcPts val="0"/>
              </a:spcBef>
              <a:spcAft>
                <a:spcPts val="0"/>
              </a:spcAft>
              <a:buSzPts val="1200"/>
              <a:buChar char="○"/>
              <a:defRPr/>
            </a:lvl2pPr>
            <a:lvl3pPr marL="1371600" lvl="2" indent="-304800" rtl="0">
              <a:spcBef>
                <a:spcPts val="0"/>
              </a:spcBef>
              <a:spcAft>
                <a:spcPts val="0"/>
              </a:spcAft>
              <a:buSzPts val="1200"/>
              <a:buChar char="■"/>
              <a:defRPr/>
            </a:lvl3pPr>
            <a:lvl4pPr marL="1828800" lvl="3" indent="-304800" rtl="0">
              <a:spcBef>
                <a:spcPts val="0"/>
              </a:spcBef>
              <a:spcAft>
                <a:spcPts val="0"/>
              </a:spcAft>
              <a:buSzPts val="1200"/>
              <a:buChar char="●"/>
              <a:defRPr/>
            </a:lvl4pPr>
            <a:lvl5pPr marL="2286000" lvl="4" indent="-304800" rtl="0">
              <a:spcBef>
                <a:spcPts val="0"/>
              </a:spcBef>
              <a:spcAft>
                <a:spcPts val="0"/>
              </a:spcAft>
              <a:buSzPts val="1200"/>
              <a:buChar char="○"/>
              <a:defRPr/>
            </a:lvl5pPr>
            <a:lvl6pPr marL="2743200" lvl="5" indent="-304800" rtl="0">
              <a:spcBef>
                <a:spcPts val="0"/>
              </a:spcBef>
              <a:spcAft>
                <a:spcPts val="0"/>
              </a:spcAft>
              <a:buSzPts val="1200"/>
              <a:buChar char="■"/>
              <a:defRPr/>
            </a:lvl6pPr>
            <a:lvl7pPr marL="3200400" lvl="6" indent="-304800" rtl="0">
              <a:spcBef>
                <a:spcPts val="0"/>
              </a:spcBef>
              <a:spcAft>
                <a:spcPts val="0"/>
              </a:spcAft>
              <a:buSzPts val="1200"/>
              <a:buChar char="●"/>
              <a:defRPr/>
            </a:lvl7pPr>
            <a:lvl8pPr marL="3657600" lvl="7" indent="-304800" rtl="0">
              <a:spcBef>
                <a:spcPts val="0"/>
              </a:spcBef>
              <a:spcAft>
                <a:spcPts val="0"/>
              </a:spcAft>
              <a:buSzPts val="1200"/>
              <a:buChar char="○"/>
              <a:defRPr/>
            </a:lvl8pPr>
            <a:lvl9pPr marL="4114800" lvl="8" indent="-304800" rtl="0">
              <a:spcBef>
                <a:spcPts val="0"/>
              </a:spcBef>
              <a:spcAft>
                <a:spcPts val="0"/>
              </a:spcAft>
              <a:buSzPts val="12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851556" y="540000"/>
            <a:ext cx="7440900" cy="559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457200" y="1152475"/>
            <a:ext cx="3863400" cy="34164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23507" y="1152475"/>
            <a:ext cx="3863400" cy="34164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720000" y="540000"/>
            <a:ext cx="7704000" cy="388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613050" y="555600"/>
            <a:ext cx="79179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613050" y="1389600"/>
            <a:ext cx="7917900" cy="31794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549400" y="1169250"/>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9" name="Google Shape;29;p9"/>
          <p:cNvSpPr txBox="1">
            <a:spLocks noGrp="1"/>
          </p:cNvSpPr>
          <p:nvPr>
            <p:ph type="subTitle" idx="1"/>
          </p:nvPr>
        </p:nvSpPr>
        <p:spPr>
          <a:xfrm>
            <a:off x="2549400" y="2739150"/>
            <a:ext cx="4045200" cy="12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0"/>
        <p:cNvGrpSpPr/>
        <p:nvPr/>
      </p:nvGrpSpPr>
      <p:grpSpPr>
        <a:xfrm>
          <a:off x="0" y="0"/>
          <a:ext cx="0" cy="0"/>
          <a:chOff x="0" y="0"/>
          <a:chExt cx="0" cy="0"/>
        </a:xfrm>
      </p:grpSpPr>
      <p:sp>
        <p:nvSpPr>
          <p:cNvPr id="31" name="Google Shape;31;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2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2"/>
        <p:cNvGrpSpPr/>
        <p:nvPr/>
      </p:nvGrpSpPr>
      <p:grpSpPr>
        <a:xfrm>
          <a:off x="0" y="0"/>
          <a:ext cx="0" cy="0"/>
          <a:chOff x="0" y="0"/>
          <a:chExt cx="0" cy="0"/>
        </a:xfrm>
      </p:grpSpPr>
      <p:sp>
        <p:nvSpPr>
          <p:cNvPr id="33" name="Google Shape;3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 name="Google Shape;3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ctr"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595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3000"/>
              <a:buFont typeface="Fira Sans Extra Condensed SemiBold" panose="020B0803050000020004"/>
              <a:buNone/>
              <a:defRPr sz="30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1pPr>
            <a:lvl2pPr lvl="1">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2pPr>
            <a:lvl3pPr lvl="2">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3pPr>
            <a:lvl4pPr lvl="3">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4pPr>
            <a:lvl5pPr lvl="4">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5pPr>
            <a:lvl6pPr lvl="5">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6pPr>
            <a:lvl7pPr lvl="6">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7pPr>
            <a:lvl8pPr lvl="7">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8pPr>
            <a:lvl9pPr lvl="8">
              <a:spcBef>
                <a:spcPts val="0"/>
              </a:spcBef>
              <a:spcAft>
                <a:spcPts val="0"/>
              </a:spcAft>
              <a:buClr>
                <a:schemeClr val="dk1"/>
              </a:buClr>
              <a:buSzPts val="2800"/>
              <a:buFont typeface="Fira Sans Extra Condensed SemiBold" panose="020B0803050000020004"/>
              <a:buNone/>
              <a:defRPr sz="280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defRPr>
            </a:lvl9pPr>
          </a:lstStyle>
          <a:p>
            <a:endParaRPr/>
          </a:p>
        </p:txBody>
      </p:sp>
      <p:sp>
        <p:nvSpPr>
          <p:cNvPr id="7" name="Google Shape;7;p1"/>
          <p:cNvSpPr txBox="1">
            <a:spLocks noGrp="1"/>
          </p:cNvSpPr>
          <p:nvPr>
            <p:ph type="body" idx="1"/>
          </p:nvPr>
        </p:nvSpPr>
        <p:spPr>
          <a:xfrm>
            <a:off x="720000" y="1231157"/>
            <a:ext cx="7704000" cy="3337800"/>
          </a:xfrm>
          <a:prstGeom prst="rect">
            <a:avLst/>
          </a:prstGeom>
          <a:noFill/>
          <a:ln>
            <a:noFill/>
          </a:ln>
        </p:spPr>
        <p:txBody>
          <a:bodyPr spcFirstLastPara="1" wrap="square" lIns="91425" tIns="91425" rIns="91425" bIns="91425" anchor="ctr" anchorCtr="0">
            <a:noAutofit/>
          </a:bodyPr>
          <a:lstStyle>
            <a:lvl1pPr marL="457200" lvl="0"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1pPr>
            <a:lvl2pPr marL="914400" lvl="1"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2pPr>
            <a:lvl3pPr marL="1371600" lvl="2"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3pPr>
            <a:lvl4pPr marL="1828800" lvl="3"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4pPr>
            <a:lvl5pPr marL="2286000" lvl="4"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5pPr>
            <a:lvl6pPr marL="2743200" lvl="5"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6pPr>
            <a:lvl7pPr marL="3200400" lvl="6"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7pPr>
            <a:lvl8pPr marL="3657600" lvl="7"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8pPr>
            <a:lvl9pPr marL="4114800" lvl="8" indent="-304800">
              <a:lnSpc>
                <a:spcPct val="115000"/>
              </a:lnSpc>
              <a:spcBef>
                <a:spcPts val="0"/>
              </a:spcBef>
              <a:spcAft>
                <a:spcPts val="0"/>
              </a:spcAft>
              <a:buClr>
                <a:schemeClr val="dk1"/>
              </a:buClr>
              <a:buSzPts val="1200"/>
              <a:buFont typeface="Roboto" panose="02000000000000000000"/>
              <a:buChar char="■"/>
              <a:defRPr sz="1200">
                <a:solidFill>
                  <a:schemeClr val="dk1"/>
                </a:solidFill>
                <a:latin typeface="Roboto" panose="02000000000000000000"/>
                <a:ea typeface="Roboto" panose="02000000000000000000"/>
                <a:cs typeface="Roboto" panose="02000000000000000000"/>
                <a:sym typeface="Roboto" panose="02000000000000000000"/>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svg"/><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unsiels/JTH"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2287987" y="1952645"/>
            <a:ext cx="4650581" cy="323165"/>
          </a:xfrm>
          <a:prstGeom prst="rect">
            <a:avLst/>
          </a:prstGeom>
          <a:noFill/>
          <a:effectLst>
            <a:glow rad="139700">
              <a:schemeClr val="accent2">
                <a:satMod val="175000"/>
                <a:alpha val="40000"/>
              </a:schemeClr>
            </a:glow>
          </a:effectLst>
        </p:spPr>
        <p:txBody>
          <a:bodyPr wrap="square">
            <a:spAutoFit/>
          </a:bodyPr>
          <a:lstStyle/>
          <a:p>
            <a:pPr algn="ctr"/>
            <a:r>
              <a:rPr sz="1500" b="1" dirty="0">
                <a:solidFill>
                  <a:srgbClr val="FF0000"/>
                </a:solidFill>
                <a:latin typeface="Times New Roman" panose="02020603050405020304"/>
              </a:rPr>
              <a:t>25 August 2026 </a:t>
            </a:r>
            <a:endParaRPr lang="en-IN" sz="450" dirty="0">
              <a:latin typeface="Times New Roman" panose="02020603050405020304" pitchFamily="18" charset="0"/>
              <a:cs typeface="Times New Roman" panose="02020603050405020304" pitchFamily="18" charset="0"/>
            </a:endParaRPr>
          </a:p>
        </p:txBody>
      </p:sp>
      <p:graphicFrame>
        <p:nvGraphicFramePr>
          <p:cNvPr id="18" name="Table 17"/>
          <p:cNvGraphicFramePr>
            <a:graphicFrameLocks noGrp="1"/>
          </p:cNvGraphicFramePr>
          <p:nvPr/>
        </p:nvGraphicFramePr>
        <p:xfrm>
          <a:off x="6158548" y="3394670"/>
          <a:ext cx="2776538" cy="708660"/>
        </p:xfrm>
        <a:graphic>
          <a:graphicData uri="http://schemas.openxmlformats.org/drawingml/2006/table">
            <a:tbl>
              <a:tblPr firstRow="1" bandRow="1">
                <a:tableStyleId>{5940675A-B579-460E-94D1-54222C63F5DA}</a:tableStyleId>
              </a:tblPr>
              <a:tblGrid>
                <a:gridCol w="2776538">
                  <a:extLst>
                    <a:ext uri="{9D8B030D-6E8A-4147-A177-3AD203B41FA5}">
                      <a16:colId xmlns:a16="http://schemas.microsoft.com/office/drawing/2014/main" val="20000"/>
                    </a:ext>
                  </a:extLst>
                </a:gridCol>
              </a:tblGrid>
              <a:tr h="678180">
                <a:tc>
                  <a:txBody>
                    <a:bodyPr/>
                    <a:lstStyle/>
                    <a:p>
                      <a:r>
                        <a:rPr sz="1100" dirty="0">
                          <a:solidFill>
                            <a:srgbClr val="000000"/>
                          </a:solidFill>
                          <a:latin typeface="Times New Roman" panose="02020603050405020304"/>
                        </a:rPr>
                        <a:t>Team Members</a:t>
                      </a:r>
                    </a:p>
                    <a:p>
                      <a:r>
                        <a:rPr sz="1100" dirty="0">
                          <a:solidFill>
                            <a:srgbClr val="000000"/>
                          </a:solidFill>
                          <a:latin typeface="Times New Roman" panose="02020603050405020304"/>
                        </a:rPr>
                        <a:t>Bhanu Prakash - 2420030209</a:t>
                      </a:r>
                    </a:p>
                    <a:p>
                      <a:r>
                        <a:rPr sz="1100" dirty="0" err="1">
                          <a:solidFill>
                            <a:srgbClr val="000000"/>
                          </a:solidFill>
                          <a:latin typeface="Times New Roman" panose="02020603050405020304"/>
                        </a:rPr>
                        <a:t>Krishita</a:t>
                      </a:r>
                      <a:r>
                        <a:rPr sz="1100" dirty="0">
                          <a:solidFill>
                            <a:srgbClr val="000000"/>
                          </a:solidFill>
                          <a:latin typeface="Times New Roman" panose="02020603050405020304"/>
                        </a:rPr>
                        <a:t> - 2420030443</a:t>
                      </a:r>
                    </a:p>
                    <a:p>
                      <a:r>
                        <a:rPr sz="1100" dirty="0">
                          <a:solidFill>
                            <a:srgbClr val="000000"/>
                          </a:solidFill>
                          <a:latin typeface="Times New Roman" panose="02020603050405020304"/>
                        </a:rPr>
                        <a:t>Laasya Priya - 2420030002</a:t>
                      </a:r>
                    </a:p>
                  </a:txBody>
                  <a:tcPr marL="68580" marR="68580" marT="19050" marB="1905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pSp>
        <p:nvGrpSpPr>
          <p:cNvPr id="21" name="Group 20"/>
          <p:cNvGrpSpPr/>
          <p:nvPr/>
        </p:nvGrpSpPr>
        <p:grpSpPr>
          <a:xfrm>
            <a:off x="6028710" y="3249667"/>
            <a:ext cx="172680" cy="174746"/>
            <a:chOff x="1567861" y="1613059"/>
            <a:chExt cx="230240" cy="232995"/>
          </a:xfrm>
          <a:solidFill>
            <a:srgbClr val="FF66FF"/>
          </a:solidFill>
        </p:grpSpPr>
        <p:sp>
          <p:nvSpPr>
            <p:cNvPr id="22" name="Isosceles Triangle 21"/>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highlight>
                  <a:srgbClr val="FFFF00"/>
                </a:highlight>
              </a:endParaRPr>
            </a:p>
          </p:txBody>
        </p:sp>
        <p:sp>
          <p:nvSpPr>
            <p:cNvPr id="23" name="Isosceles Triangle 22"/>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p>
          </p:txBody>
        </p:sp>
      </p:grpSp>
      <p:graphicFrame>
        <p:nvGraphicFramePr>
          <p:cNvPr id="30" name="Table 29"/>
          <p:cNvGraphicFramePr>
            <a:graphicFrameLocks noGrp="1"/>
          </p:cNvGraphicFramePr>
          <p:nvPr/>
        </p:nvGraphicFramePr>
        <p:xfrm>
          <a:off x="-597009" y="3290134"/>
          <a:ext cx="4426744" cy="999089"/>
        </p:xfrm>
        <a:graphic>
          <a:graphicData uri="http://schemas.openxmlformats.org/drawingml/2006/table">
            <a:tbl>
              <a:tblPr firstRow="1" bandRow="1">
                <a:tableStyleId>{5940675A-B579-460E-94D1-54222C63F5DA}</a:tableStyleId>
              </a:tblPr>
              <a:tblGrid>
                <a:gridCol w="1030174">
                  <a:extLst>
                    <a:ext uri="{9D8B030D-6E8A-4147-A177-3AD203B41FA5}">
                      <a16:colId xmlns:a16="http://schemas.microsoft.com/office/drawing/2014/main" val="20000"/>
                    </a:ext>
                  </a:extLst>
                </a:gridCol>
                <a:gridCol w="3396570">
                  <a:extLst>
                    <a:ext uri="{9D8B030D-6E8A-4147-A177-3AD203B41FA5}">
                      <a16:colId xmlns:a16="http://schemas.microsoft.com/office/drawing/2014/main" val="20001"/>
                    </a:ext>
                  </a:extLst>
                </a:gridCol>
              </a:tblGrid>
              <a:tr h="999089">
                <a:tc>
                  <a:txBody>
                    <a:bodyPr/>
                    <a:lstStyle/>
                    <a:p>
                      <a:endParaRPr sz="1100" dirty="0"/>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sz="1100" b="1" dirty="0">
                          <a:solidFill>
                            <a:srgbClr val="FF0000"/>
                          </a:solidFill>
                          <a:latin typeface="Times New Roman" panose="02020603050405020304"/>
                        </a:rPr>
                        <a:t>Under the Guidance of</a:t>
                      </a:r>
                    </a:p>
                    <a:p>
                      <a:r>
                        <a:rPr lang="en-US" sz="1100" b="1" dirty="0" err="1">
                          <a:solidFill>
                            <a:srgbClr val="000000"/>
                          </a:solidFill>
                          <a:latin typeface="Times New Roman" panose="02020603050405020304"/>
                        </a:rPr>
                        <a:t>Venkateshwari</a:t>
                      </a:r>
                      <a:r>
                        <a:rPr lang="en-US" sz="1100" b="1" dirty="0">
                          <a:solidFill>
                            <a:srgbClr val="000000"/>
                          </a:solidFill>
                          <a:latin typeface="Times New Roman" panose="02020603050405020304"/>
                        </a:rPr>
                        <a:t> </a:t>
                      </a:r>
                      <a:r>
                        <a:rPr lang="en-US" sz="1100" b="1" dirty="0" err="1">
                          <a:solidFill>
                            <a:srgbClr val="000000"/>
                          </a:solidFill>
                          <a:latin typeface="Times New Roman" panose="02020603050405020304"/>
                        </a:rPr>
                        <a:t>Ketineni</a:t>
                      </a:r>
                      <a:endParaRPr sz="1100" b="1" dirty="0">
                        <a:solidFill>
                          <a:srgbClr val="000000"/>
                        </a:solidFill>
                        <a:latin typeface="Times New Roman" panose="02020603050405020304"/>
                      </a:endParaRPr>
                    </a:p>
                    <a:p>
                      <a:r>
                        <a:rPr lang="en-US" sz="1100" b="1" dirty="0">
                          <a:solidFill>
                            <a:srgbClr val="000000"/>
                          </a:solidFill>
                          <a:latin typeface="Times New Roman" panose="02020603050405020304"/>
                        </a:rPr>
                        <a:t>Assistant</a:t>
                      </a:r>
                      <a:r>
                        <a:rPr sz="1100" b="1" dirty="0">
                          <a:solidFill>
                            <a:srgbClr val="000000"/>
                          </a:solidFill>
                          <a:latin typeface="Times New Roman" panose="02020603050405020304"/>
                        </a:rPr>
                        <a:t> Professor,</a:t>
                      </a:r>
                    </a:p>
                    <a:p>
                      <a:r>
                        <a:rPr sz="1100" b="1" dirty="0">
                          <a:solidFill>
                            <a:srgbClr val="000000"/>
                          </a:solidFill>
                          <a:latin typeface="Times New Roman" panose="02020603050405020304"/>
                        </a:rPr>
                        <a:t>Department of Computer Science and Engineering,</a:t>
                      </a:r>
                    </a:p>
                    <a:p>
                      <a:r>
                        <a:rPr sz="1100" b="0" dirty="0">
                          <a:solidFill>
                            <a:srgbClr val="000000"/>
                          </a:solidFill>
                          <a:latin typeface="Times New Roman" panose="02020603050405020304"/>
                        </a:rPr>
                        <a:t>KLH CSE </a:t>
                      </a:r>
                      <a:r>
                        <a:rPr sz="1100" b="0" dirty="0" err="1">
                          <a:solidFill>
                            <a:srgbClr val="000000"/>
                          </a:solidFill>
                          <a:latin typeface="Times New Roman" panose="02020603050405020304"/>
                        </a:rPr>
                        <a:t>Bowrampet</a:t>
                      </a:r>
                      <a:r>
                        <a:rPr sz="1100" b="0" dirty="0">
                          <a:solidFill>
                            <a:srgbClr val="000000"/>
                          </a:solidFill>
                          <a:latin typeface="Times New Roman" panose="02020603050405020304"/>
                        </a:rPr>
                        <a:t> Campus</a:t>
                      </a: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pSp>
        <p:nvGrpSpPr>
          <p:cNvPr id="31" name="Group 30"/>
          <p:cNvGrpSpPr/>
          <p:nvPr/>
        </p:nvGrpSpPr>
        <p:grpSpPr>
          <a:xfrm>
            <a:off x="331889" y="3097408"/>
            <a:ext cx="172680" cy="174746"/>
            <a:chOff x="1567861" y="1613059"/>
            <a:chExt cx="230240" cy="232995"/>
          </a:xfrm>
          <a:solidFill>
            <a:srgbClr val="00B0F0"/>
          </a:solidFill>
        </p:grpSpPr>
        <p:sp>
          <p:nvSpPr>
            <p:cNvPr id="32" name="Isosceles Triangle 31"/>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highlight>
                  <a:srgbClr val="FFFF00"/>
                </a:highlight>
              </a:endParaRPr>
            </a:p>
          </p:txBody>
        </p:sp>
        <p:sp>
          <p:nvSpPr>
            <p:cNvPr id="33" name="Isosceles Triangle 32"/>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p>
          </p:txBody>
        </p:sp>
      </p:grpSp>
      <p:sp>
        <p:nvSpPr>
          <p:cNvPr id="34" name="Date Placeholder 33"/>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E227863A-4956-4659-9192-3D74DA4F7578}" type="datetimeFigureOut">
              <a:rPr lang="en-US" smtClean="0"/>
              <a:t>10/29/2026</a:t>
            </a:fld>
            <a:endParaRPr lang="en-IN" b="1" dirty="0"/>
          </a:p>
        </p:txBody>
      </p:sp>
      <p:sp>
        <p:nvSpPr>
          <p:cNvPr id="35" name="Footer Placeholder 34"/>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825" b="1">
              <a:solidFill>
                <a:srgbClr val="808080"/>
              </a:solidFill>
              <a:latin typeface="Times New Roman" panose="02020603050405020304"/>
            </a:endParaRPr>
          </a:p>
        </p:txBody>
      </p:sp>
      <p:sp>
        <p:nvSpPr>
          <p:cNvPr id="36" name="Slide Number Placeholder 35"/>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39234F-78F1-4984-9C4D-D4C7AB587871}" type="slidenum">
              <a:rPr lang="en-US" smtClean="0"/>
              <a:t>1</a:t>
            </a:fld>
            <a:endParaRPr lang="en-IN" dirty="0"/>
          </a:p>
        </p:txBody>
      </p:sp>
      <p:sp>
        <p:nvSpPr>
          <p:cNvPr id="4" name="Rectangle: Rounded Corners 3"/>
          <p:cNvSpPr/>
          <p:nvPr/>
        </p:nvSpPr>
        <p:spPr>
          <a:xfrm>
            <a:off x="519909" y="1017563"/>
            <a:ext cx="8186738" cy="73923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050" b="1" kern="1200" dirty="0">
              <a:solidFill>
                <a:srgbClr val="C00000"/>
              </a:solidFill>
              <a:latin typeface="Times New Roman" panose="02020603050405020304" pitchFamily="18" charset="0"/>
              <a:cs typeface="Times New Roman" panose="02020603050405020304" pitchFamily="18" charset="0"/>
            </a:endParaRPr>
          </a:p>
          <a:p>
            <a:pPr algn="ctr" defTabSz="685800">
              <a:buClrTx/>
              <a:defRPr/>
            </a:pPr>
            <a:endParaRPr lang="en-US" sz="2100" b="1" kern="1200" dirty="0">
              <a:solidFill>
                <a:schemeClr val="bg1"/>
              </a:solidFill>
              <a:latin typeface="Times New Roman" panose="02020603050405020304" pitchFamily="18" charset="0"/>
              <a:cs typeface="Times New Roman" panose="02020603050405020304" pitchFamily="18" charset="0"/>
            </a:endParaRPr>
          </a:p>
          <a:p>
            <a:pPr algn="ctr"/>
            <a:endParaRPr lang="en-IN" sz="105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7687035" y="0"/>
            <a:ext cx="1456965" cy="466913"/>
          </a:xfrm>
          <a:prstGeom prst="rect">
            <a:avLst/>
          </a:prstGeom>
        </p:spPr>
      </p:pic>
      <p:sp>
        <p:nvSpPr>
          <p:cNvPr id="17" name="TextBox 16"/>
          <p:cNvSpPr txBox="1"/>
          <p:nvPr/>
        </p:nvSpPr>
        <p:spPr>
          <a:xfrm>
            <a:off x="594918" y="1210840"/>
            <a:ext cx="8036719" cy="415498"/>
          </a:xfrm>
          <a:prstGeom prst="rect">
            <a:avLst/>
          </a:prstGeom>
          <a:noFill/>
        </p:spPr>
        <p:txBody>
          <a:bodyPr wrap="square">
            <a:spAutoFit/>
          </a:bodyPr>
          <a:lstStyle/>
          <a:p>
            <a:pPr lvl="0" algn="ctr">
              <a:defRPr/>
            </a:pPr>
            <a:r>
              <a:rPr sz="2100" b="1" dirty="0">
                <a:solidFill>
                  <a:schemeClr val="bg1"/>
                </a:solidFill>
                <a:latin typeface="Times New Roman" panose="02020603050405020304"/>
              </a:rPr>
              <a:t>Orion: AI Assisted Microservices-Based Online Recruitment Portal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42900">
              <a:buClrTx/>
              <a:defRPr/>
            </a:pPr>
            <a:fld id="{C4683E30-D762-4164-BBF9-9799116ED611}" type="datetime3">
              <a:rPr lang="en-US" smtClean="0"/>
              <a:t>29 October 2026</a:t>
            </a:fld>
            <a:endParaRPr lang="en-IN" sz="900" kern="1200" dirty="0">
              <a:solidFill>
                <a:prstClr val="black">
                  <a:tint val="75000"/>
                </a:prstClr>
              </a:solidFill>
              <a:latin typeface="Calibri" panose="020F0502020204030204"/>
              <a:ea typeface="+mn-ea"/>
              <a:cs typeface="+mn-cs"/>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42900">
              <a:buClrTx/>
              <a:defRPr/>
            </a:pPr>
            <a:r>
              <a:rPr lang="en-IN"/>
              <a:t>Ph.D. Viva Voce</a:t>
            </a:r>
            <a:endParaRPr lang="en-IN" sz="900" kern="1200" dirty="0">
              <a:solidFill>
                <a:prstClr val="black">
                  <a:tint val="75000"/>
                </a:prstClr>
              </a:solidFill>
              <a:latin typeface="Calibri" panose="020F0502020204030204"/>
              <a:ea typeface="+mn-ea"/>
              <a:cs typeface="+mn-cs"/>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342900">
              <a:buClrTx/>
              <a:defRPr/>
            </a:pPr>
            <a:fld id="{01AD1135-6E10-4422-AC8B-257B84239C9C}" type="slidenum">
              <a:rPr lang="en-IN" smtClean="0"/>
              <a:t>2</a:t>
            </a:fld>
            <a:endParaRPr lang="en-IN" sz="900" kern="1200" dirty="0">
              <a:solidFill>
                <a:prstClr val="black">
                  <a:tint val="75000"/>
                </a:prstClr>
              </a:solidFill>
              <a:latin typeface="Calibri" panose="020F0502020204030204"/>
              <a:ea typeface="+mn-ea"/>
              <a:cs typeface="+mn-cs"/>
            </a:endParaRPr>
          </a:p>
        </p:txBody>
      </p:sp>
      <p:sp>
        <p:nvSpPr>
          <p:cNvPr id="9" name="TextBox 8"/>
          <p:cNvSpPr txBox="1"/>
          <p:nvPr/>
        </p:nvSpPr>
        <p:spPr>
          <a:xfrm>
            <a:off x="2265679" y="130160"/>
            <a:ext cx="4390682" cy="5078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342900">
              <a:buClrTx/>
              <a:defRPr/>
            </a:pPr>
            <a:r>
              <a:rPr lang="en-IN" sz="2700" b="1" kern="1200" dirty="0">
                <a:ln w="0"/>
                <a:solidFill>
                  <a:srgbClr val="4472C4"/>
                </a:solidFill>
                <a:latin typeface="Times New Roman" panose="02020603050405020304" pitchFamily="18" charset="0"/>
                <a:ea typeface="Cambria" panose="02040503050406030204"/>
                <a:cs typeface="Times New Roman" panose="02020603050405020304" pitchFamily="18" charset="0"/>
              </a:rPr>
              <a:t>Outline of Project Work</a:t>
            </a:r>
          </a:p>
        </p:txBody>
      </p:sp>
      <p:grpSp>
        <p:nvGrpSpPr>
          <p:cNvPr id="8" name="Group 7"/>
          <p:cNvGrpSpPr/>
          <p:nvPr/>
        </p:nvGrpSpPr>
        <p:grpSpPr>
          <a:xfrm>
            <a:off x="1501021" y="1033497"/>
            <a:ext cx="5088326" cy="3266876"/>
            <a:chOff x="1929643" y="1656655"/>
            <a:chExt cx="6784434" cy="4355834"/>
          </a:xfrm>
        </p:grpSpPr>
        <p:sp>
          <p:nvSpPr>
            <p:cNvPr id="16" name="TextBox 15"/>
            <p:cNvSpPr txBox="1"/>
            <p:nvPr/>
          </p:nvSpPr>
          <p:spPr>
            <a:xfrm>
              <a:off x="2675534" y="3257434"/>
              <a:ext cx="4267376" cy="529461"/>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323215" indent="-257175" defTabSz="342900">
                <a:lnSpc>
                  <a:spcPct val="150000"/>
                </a:lnSpc>
                <a:buClrTx/>
                <a:buSzPts val="2520"/>
                <a:buFont typeface="Arial" panose="020B0604020202020204" pitchFamily="34" charset="0"/>
                <a:buChar char="•"/>
                <a:tabLst>
                  <a:tab pos="333375" algn="l"/>
                </a:tabLst>
                <a:defRPr/>
              </a:pPr>
              <a:r>
                <a:rPr sz="1500" b="1">
                  <a:solidFill>
                    <a:srgbClr val="FFFFFF"/>
                  </a:solidFill>
                  <a:latin typeface="Times New Roman" panose="02020603050405020304"/>
                </a:rPr>
                <a:t>Problem Statement</a:t>
              </a:r>
            </a:p>
          </p:txBody>
        </p:sp>
        <p:sp>
          <p:nvSpPr>
            <p:cNvPr id="18" name="TextBox 17"/>
            <p:cNvSpPr txBox="1"/>
            <p:nvPr/>
          </p:nvSpPr>
          <p:spPr>
            <a:xfrm>
              <a:off x="2922896" y="3753448"/>
              <a:ext cx="4374693" cy="529461"/>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323215" indent="-257175" defTabSz="342900">
                <a:lnSpc>
                  <a:spcPct val="150000"/>
                </a:lnSpc>
                <a:buClrTx/>
                <a:buSzPts val="2520"/>
                <a:buFont typeface="Arial" panose="020B0604020202020204" pitchFamily="34" charset="0"/>
                <a:buChar char="•"/>
                <a:tabLst>
                  <a:tab pos="333375" algn="l"/>
                </a:tabLst>
                <a:defRPr/>
              </a:pPr>
              <a:r>
                <a:rPr sz="1500" b="1">
                  <a:solidFill>
                    <a:srgbClr val="FFFFFF"/>
                  </a:solidFill>
                  <a:latin typeface="Times New Roman" panose="02020603050405020304"/>
                </a:rPr>
                <a:t>Research Objectives</a:t>
              </a:r>
            </a:p>
          </p:txBody>
        </p:sp>
        <p:sp>
          <p:nvSpPr>
            <p:cNvPr id="20" name="TextBox 19"/>
            <p:cNvSpPr txBox="1"/>
            <p:nvPr/>
          </p:nvSpPr>
          <p:spPr>
            <a:xfrm>
              <a:off x="3139926" y="4332925"/>
              <a:ext cx="4529560" cy="529461"/>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323215" indent="-257175" defTabSz="342900">
                <a:lnSpc>
                  <a:spcPct val="150000"/>
                </a:lnSpc>
                <a:spcBef>
                  <a:spcPts val="380"/>
                </a:spcBef>
                <a:buClrTx/>
                <a:buSzPts val="2520"/>
                <a:buFont typeface="Arial" panose="020B0604020202020204" pitchFamily="34" charset="0"/>
                <a:buChar char="•"/>
                <a:tabLst>
                  <a:tab pos="333375" algn="l"/>
                </a:tabLst>
                <a:defRPr/>
              </a:pPr>
              <a:r>
                <a:rPr sz="1500" b="1">
                  <a:solidFill>
                    <a:srgbClr val="FFFFFF"/>
                  </a:solidFill>
                  <a:latin typeface="Times New Roman" panose="02020603050405020304"/>
                </a:rPr>
                <a:t>Research Gap</a:t>
              </a:r>
            </a:p>
          </p:txBody>
        </p:sp>
        <p:sp>
          <p:nvSpPr>
            <p:cNvPr id="22" name="TextBox 21"/>
            <p:cNvSpPr txBox="1"/>
            <p:nvPr/>
          </p:nvSpPr>
          <p:spPr>
            <a:xfrm>
              <a:off x="3426151" y="4880317"/>
              <a:ext cx="4774676" cy="529461"/>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323215" indent="-257175" defTabSz="342900">
                <a:lnSpc>
                  <a:spcPct val="150000"/>
                </a:lnSpc>
                <a:spcBef>
                  <a:spcPts val="380"/>
                </a:spcBef>
                <a:buClrTx/>
                <a:buSzPts val="2520"/>
                <a:buFont typeface="Arial" panose="020B0604020202020204" pitchFamily="34" charset="0"/>
                <a:buChar char="•"/>
                <a:tabLst>
                  <a:tab pos="333375" algn="l"/>
                </a:tabLst>
                <a:defRPr/>
              </a:pPr>
              <a:r>
                <a:rPr sz="1500" b="1">
                  <a:solidFill>
                    <a:srgbClr val="FFFFFF"/>
                  </a:solidFill>
                  <a:latin typeface="Times New Roman" panose="02020603050405020304"/>
                </a:rPr>
                <a:t>Innovation, Creativity, and Novelty</a:t>
              </a:r>
              <a:endParaRPr lang="en-US" sz="1350" b="1" kern="1200" dirty="0">
                <a:solidFill>
                  <a:prstClr val="white"/>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4" name="TextBox 23"/>
            <p:cNvSpPr txBox="1"/>
            <p:nvPr/>
          </p:nvSpPr>
          <p:spPr>
            <a:xfrm>
              <a:off x="3822550" y="5483028"/>
              <a:ext cx="4891527" cy="529461"/>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323215" indent="-257175" defTabSz="342900">
                <a:lnSpc>
                  <a:spcPct val="150000"/>
                </a:lnSpc>
                <a:spcBef>
                  <a:spcPts val="380"/>
                </a:spcBef>
                <a:buClrTx/>
                <a:buSzPts val="2520"/>
                <a:buFont typeface="Arial" panose="020B0604020202020204" pitchFamily="34" charset="0"/>
                <a:buChar char="•"/>
                <a:tabLst>
                  <a:tab pos="333375" algn="l"/>
                </a:tabLst>
                <a:defRPr/>
              </a:pPr>
              <a:r>
                <a:rPr sz="1500" b="1">
                  <a:solidFill>
                    <a:srgbClr val="FFFFFF"/>
                  </a:solidFill>
                  <a:latin typeface="Times New Roman" panose="02020603050405020304"/>
                </a:rPr>
                <a:t>Feasibility and Project Plan</a:t>
              </a:r>
            </a:p>
          </p:txBody>
        </p:sp>
        <p:pic>
          <p:nvPicPr>
            <p:cNvPr id="7" name="Graphic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415757" flipH="1">
              <a:off x="8229530" y="5002476"/>
              <a:ext cx="455841" cy="536286"/>
            </a:xfrm>
            <a:prstGeom prst="rect">
              <a:avLst/>
            </a:prstGeom>
          </p:spPr>
        </p:pic>
        <p:sp>
          <p:nvSpPr>
            <p:cNvPr id="28" name="Content Placeholder 11"/>
            <p:cNvSpPr txBox="1"/>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323215" indent="-257175" defTabSz="685800">
                <a:lnSpc>
                  <a:spcPct val="150000"/>
                </a:lnSpc>
                <a:spcBef>
                  <a:spcPts val="0"/>
                </a:spcBef>
                <a:buClrTx/>
                <a:buSzPts val="2520"/>
                <a:tabLst>
                  <a:tab pos="333375" algn="l"/>
                </a:tabLst>
                <a:defRPr/>
              </a:pPr>
              <a:r>
                <a:rPr sz="1500" b="1">
                  <a:solidFill>
                    <a:srgbClr val="FFFFFF"/>
                  </a:solidFill>
                  <a:latin typeface="Times New Roman" panose="02020603050405020304"/>
                </a:rPr>
                <a:t>Focus</a:t>
              </a:r>
            </a:p>
          </p:txBody>
        </p:sp>
        <p:sp>
          <p:nvSpPr>
            <p:cNvPr id="31" name="Content Placeholder 11"/>
            <p:cNvSpPr txBox="1"/>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323215" indent="-257175" defTabSz="685800">
                <a:lnSpc>
                  <a:spcPct val="150000"/>
                </a:lnSpc>
                <a:spcBef>
                  <a:spcPts val="0"/>
                </a:spcBef>
                <a:buClrTx/>
                <a:buSzPts val="2520"/>
                <a:tabLst>
                  <a:tab pos="333375" algn="l"/>
                </a:tabLst>
                <a:defRPr/>
              </a:pPr>
              <a:r>
                <a:rPr sz="1500" b="1">
                  <a:solidFill>
                    <a:srgbClr val="FFFFFF"/>
                  </a:solidFill>
                  <a:latin typeface="Times New Roman" panose="02020603050405020304"/>
                </a:rPr>
                <a:t>Introduction</a:t>
              </a:r>
            </a:p>
          </p:txBody>
        </p:sp>
        <p:pic>
          <p:nvPicPr>
            <p:cNvPr id="36" name="Graphic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415757" flipH="1">
              <a:off x="7683523" y="4358877"/>
              <a:ext cx="455841" cy="536286"/>
            </a:xfrm>
            <a:prstGeom prst="rect">
              <a:avLst/>
            </a:prstGeom>
          </p:spPr>
        </p:pic>
        <p:pic>
          <p:nvPicPr>
            <p:cNvPr id="37" name="Graphic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415757" flipH="1">
              <a:off x="7229942" y="3813495"/>
              <a:ext cx="455841" cy="536286"/>
            </a:xfrm>
            <a:prstGeom prst="rect">
              <a:avLst/>
            </a:prstGeom>
          </p:spPr>
        </p:pic>
        <p:pic>
          <p:nvPicPr>
            <p:cNvPr id="38" name="Graphic 3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415757" flipH="1">
              <a:off x="6863353" y="3200501"/>
              <a:ext cx="455841" cy="536286"/>
            </a:xfrm>
            <a:prstGeom prst="rect">
              <a:avLst/>
            </a:prstGeom>
          </p:spPr>
        </p:pic>
        <p:pic>
          <p:nvPicPr>
            <p:cNvPr id="39" name="Graphic 3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415757" flipH="1">
              <a:off x="6443196" y="2766955"/>
              <a:ext cx="455841" cy="536286"/>
            </a:xfrm>
            <a:prstGeom prst="rect">
              <a:avLst/>
            </a:prstGeom>
          </p:spPr>
        </p:pic>
        <p:pic>
          <p:nvPicPr>
            <p:cNvPr id="40" name="Graphic 3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415757" flipH="1">
              <a:off x="6040392" y="2252522"/>
              <a:ext cx="455841" cy="536286"/>
            </a:xfrm>
            <a:prstGeom prst="rect">
              <a:avLst/>
            </a:prstGeom>
          </p:spPr>
        </p:pic>
        <p:pic>
          <p:nvPicPr>
            <p:cNvPr id="41" name="Graphic 4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415757" flipH="1">
              <a:off x="5626122" y="1721293"/>
              <a:ext cx="455841" cy="536286"/>
            </a:xfrm>
            <a:prstGeom prst="rect">
              <a:avLst/>
            </a:prstGeom>
          </p:spPr>
        </p:pic>
        <p:sp>
          <p:nvSpPr>
            <p:cNvPr id="14" name="TextBox 13"/>
            <p:cNvSpPr txBox="1"/>
            <p:nvPr/>
          </p:nvSpPr>
          <p:spPr>
            <a:xfrm>
              <a:off x="2490411" y="2773625"/>
              <a:ext cx="4004225" cy="529461"/>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323215" indent="-257175" defTabSz="342900">
                <a:lnSpc>
                  <a:spcPct val="150000"/>
                </a:lnSpc>
                <a:buClrTx/>
                <a:buSzPts val="2520"/>
                <a:buFont typeface="Arial" panose="020B0604020202020204" pitchFamily="34" charset="0"/>
                <a:buChar char="•"/>
                <a:tabLst>
                  <a:tab pos="333375" algn="l"/>
                </a:tabLst>
                <a:defRPr/>
              </a:pPr>
              <a:r>
                <a:rPr sz="1500" b="1">
                  <a:solidFill>
                    <a:srgbClr val="FFFFFF"/>
                  </a:solidFill>
                  <a:latin typeface="Times New Roman" panose="02020603050405020304"/>
                </a:rPr>
                <a:t>Literature Survey</a:t>
              </a:r>
              <a:endParaRPr lang="en-US" sz="1530" b="1" kern="1200" dirty="0">
                <a:solidFill>
                  <a:prstClr val="black"/>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graphicFrame>
        <p:nvGraphicFramePr>
          <p:cNvPr id="26" name="Diagram 25"/>
          <p:cNvGraphicFramePr/>
          <p:nvPr/>
        </p:nvGraphicFramePr>
        <p:xfrm>
          <a:off x="31132" y="86561"/>
          <a:ext cx="1106021" cy="7067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p:cNvPicPr>
            <a:picLocks noChangeAspect="1"/>
          </p:cNvPicPr>
          <p:nvPr/>
        </p:nvPicPr>
        <p:blipFill>
          <a:blip r:embed="rId8"/>
          <a:stretch>
            <a:fillRect/>
          </a:stretch>
        </p:blipFill>
        <p:spPr>
          <a:xfrm>
            <a:off x="7687035" y="0"/>
            <a:ext cx="1425833" cy="4669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6"/>
          <p:cNvSpPr/>
          <p:nvPr/>
        </p:nvSpPr>
        <p:spPr>
          <a:xfrm>
            <a:off x="2990941" y="901477"/>
            <a:ext cx="441600" cy="441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 name="Google Shape;203;p16"/>
          <p:cNvGrpSpPr/>
          <p:nvPr/>
        </p:nvGrpSpPr>
        <p:grpSpPr>
          <a:xfrm>
            <a:off x="3533880" y="924571"/>
            <a:ext cx="5378206" cy="884351"/>
            <a:chOff x="4302499" y="1683944"/>
            <a:chExt cx="5378206" cy="884351"/>
          </a:xfrm>
        </p:grpSpPr>
        <p:sp>
          <p:nvSpPr>
            <p:cNvPr id="204" name="Google Shape;204;p16"/>
            <p:cNvSpPr/>
            <p:nvPr/>
          </p:nvSpPr>
          <p:spPr>
            <a:xfrm flipH="1">
              <a:off x="4439244" y="1683944"/>
              <a:ext cx="4267427" cy="388500"/>
            </a:xfrm>
            <a:prstGeom prst="roundRect">
              <a:avLst>
                <a:gd name="adj" fmla="val 50000"/>
              </a:avLst>
            </a:prstGeom>
            <a:solidFill>
              <a:schemeClr val="accent4"/>
            </a:solidFill>
            <a:ln>
              <a:noFill/>
            </a:ln>
          </p:spPr>
          <p:txBody>
            <a:bodyPr spcFirstLastPara="1" wrap="square" lIns="0" tIns="91425" rIns="0" bIns="91425" anchor="ctr" anchorCtr="0">
              <a:noAutofit/>
            </a:bodyPr>
            <a:lstStyle/>
            <a:p>
              <a:pPr lvl="0" algn="ctr"/>
              <a:r>
                <a:rPr lang="en-IN" sz="1800" b="1" dirty="0"/>
                <a:t>Increasing Job Opportunities</a:t>
              </a:r>
              <a:endParaRPr sz="18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205" name="Google Shape;205;p16"/>
            <p:cNvSpPr txBox="1"/>
            <p:nvPr/>
          </p:nvSpPr>
          <p:spPr>
            <a:xfrm>
              <a:off x="4302499" y="2051187"/>
              <a:ext cx="5378206" cy="517108"/>
            </a:xfrm>
            <a:prstGeom prst="rect">
              <a:avLst/>
            </a:prstGeom>
            <a:noFill/>
            <a:ln>
              <a:noFill/>
            </a:ln>
          </p:spPr>
          <p:txBody>
            <a:bodyPr spcFirstLastPara="1" wrap="square" lIns="91425" tIns="91425" rIns="91425" bIns="91425" anchor="t" anchorCtr="0">
              <a:noAutofit/>
            </a:bodyPr>
            <a:lstStyle/>
            <a:p>
              <a:pPr lvl="0">
                <a:buClr>
                  <a:schemeClr val="dk1"/>
                </a:buClr>
                <a:buSzPts val="1100"/>
              </a:pPr>
              <a:r>
                <a:rPr lang="en-IN" sz="1200" dirty="0"/>
                <a:t>The growing number of jobs and internships makes it difficult for candidates to identify the opportunities that best match their skills and experience.</a:t>
              </a:r>
              <a:endParaRPr sz="1200" dirty="0">
                <a:solidFill>
                  <a:schemeClr val="dk1"/>
                </a:solidFill>
                <a:latin typeface="Roboto" panose="02000000000000000000"/>
                <a:ea typeface="Roboto" panose="02000000000000000000"/>
                <a:cs typeface="Roboto" panose="02000000000000000000"/>
                <a:sym typeface="Roboto" panose="02000000000000000000"/>
              </a:endParaRPr>
            </a:p>
          </p:txBody>
        </p:sp>
      </p:grpSp>
      <p:sp>
        <p:nvSpPr>
          <p:cNvPr id="206" name="Google Shape;206;p16"/>
          <p:cNvSpPr txBox="1">
            <a:spLocks noGrp="1"/>
          </p:cNvSpPr>
          <p:nvPr>
            <p:ph type="title"/>
          </p:nvPr>
        </p:nvSpPr>
        <p:spPr>
          <a:xfrm>
            <a:off x="720000" y="274925"/>
            <a:ext cx="7704000" cy="388500"/>
          </a:xfrm>
          <a:prstGeom prst="rect">
            <a:avLst/>
          </a:prstGeom>
        </p:spPr>
        <p:txBody>
          <a:bodyPr spcFirstLastPara="1" wrap="square" lIns="91425" tIns="91425" rIns="91425" bIns="91425" anchor="ctr" anchorCtr="0">
            <a:noAutofit/>
          </a:bodyPr>
          <a:lstStyle/>
          <a:p>
            <a:pPr lvl="0"/>
            <a:r>
              <a:rPr lang="en-IN" dirty="0"/>
              <a:t>PROBLEM STATEMENT</a:t>
            </a:r>
            <a:endParaRPr sz="3000" b="1" dirty="0">
              <a:latin typeface="Fira Sans Extra Condensed" panose="020B0503050000020004"/>
              <a:ea typeface="Fira Sans Extra Condensed" panose="020B0503050000020004"/>
              <a:cs typeface="Fira Sans Extra Condensed" panose="020B0503050000020004"/>
              <a:sym typeface="Fira Sans Extra Condensed" panose="020B0503050000020004"/>
            </a:endParaRPr>
          </a:p>
        </p:txBody>
      </p:sp>
      <p:grpSp>
        <p:nvGrpSpPr>
          <p:cNvPr id="207" name="Google Shape;207;p16"/>
          <p:cNvGrpSpPr/>
          <p:nvPr/>
        </p:nvGrpSpPr>
        <p:grpSpPr>
          <a:xfrm>
            <a:off x="-17831" y="594816"/>
            <a:ext cx="2868513" cy="2949498"/>
            <a:chOff x="1164789" y="1520900"/>
            <a:chExt cx="2868513" cy="2949498"/>
          </a:xfrm>
        </p:grpSpPr>
        <p:sp>
          <p:nvSpPr>
            <p:cNvPr id="208" name="Google Shape;208;p16"/>
            <p:cNvSpPr/>
            <p:nvPr/>
          </p:nvSpPr>
          <p:spPr>
            <a:xfrm>
              <a:off x="1646505" y="2005571"/>
              <a:ext cx="2213023" cy="2464827"/>
            </a:xfrm>
            <a:custGeom>
              <a:avLst/>
              <a:gdLst/>
              <a:ahLst/>
              <a:cxnLst/>
              <a:rect l="l" t="t" r="r" b="b"/>
              <a:pathLst>
                <a:path w="20921" h="23302" extrusionOk="0">
                  <a:moveTo>
                    <a:pt x="20167" y="1598"/>
                  </a:moveTo>
                  <a:lnTo>
                    <a:pt x="7785" y="1598"/>
                  </a:lnTo>
                  <a:lnTo>
                    <a:pt x="7069" y="284"/>
                  </a:lnTo>
                  <a:cubicBezTo>
                    <a:pt x="6974" y="109"/>
                    <a:pt x="6791" y="0"/>
                    <a:pt x="6593" y="0"/>
                  </a:cubicBezTo>
                  <a:lnTo>
                    <a:pt x="541" y="0"/>
                  </a:lnTo>
                  <a:cubicBezTo>
                    <a:pt x="243" y="0"/>
                    <a:pt x="1" y="242"/>
                    <a:pt x="1" y="542"/>
                  </a:cubicBezTo>
                  <a:lnTo>
                    <a:pt x="1" y="1598"/>
                  </a:lnTo>
                  <a:lnTo>
                    <a:pt x="1" y="22547"/>
                  </a:lnTo>
                  <a:cubicBezTo>
                    <a:pt x="1" y="22963"/>
                    <a:pt x="338" y="23301"/>
                    <a:pt x="754" y="23301"/>
                  </a:cubicBezTo>
                  <a:lnTo>
                    <a:pt x="20167" y="23301"/>
                  </a:lnTo>
                  <a:cubicBezTo>
                    <a:pt x="20584" y="23301"/>
                    <a:pt x="20921" y="22963"/>
                    <a:pt x="20921" y="22547"/>
                  </a:cubicBezTo>
                  <a:lnTo>
                    <a:pt x="20921" y="2352"/>
                  </a:lnTo>
                  <a:cubicBezTo>
                    <a:pt x="20921" y="1936"/>
                    <a:pt x="20584" y="1598"/>
                    <a:pt x="20167" y="15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6"/>
            <p:cNvSpPr/>
            <p:nvPr/>
          </p:nvSpPr>
          <p:spPr>
            <a:xfrm>
              <a:off x="1548237" y="2076230"/>
              <a:ext cx="2211119" cy="2293891"/>
            </a:xfrm>
            <a:custGeom>
              <a:avLst/>
              <a:gdLst/>
              <a:ahLst/>
              <a:cxnLst/>
              <a:rect l="l" t="t" r="r" b="b"/>
              <a:pathLst>
                <a:path w="20903" h="21686" extrusionOk="0">
                  <a:moveTo>
                    <a:pt x="744" y="21686"/>
                  </a:moveTo>
                  <a:cubicBezTo>
                    <a:pt x="334" y="21686"/>
                    <a:pt x="0" y="21352"/>
                    <a:pt x="0" y="20942"/>
                  </a:cubicBezTo>
                  <a:lnTo>
                    <a:pt x="0" y="1"/>
                  </a:lnTo>
                  <a:lnTo>
                    <a:pt x="20159" y="1"/>
                  </a:lnTo>
                  <a:cubicBezTo>
                    <a:pt x="20568" y="1"/>
                    <a:pt x="20902" y="335"/>
                    <a:pt x="20902" y="745"/>
                  </a:cubicBezTo>
                  <a:lnTo>
                    <a:pt x="20902" y="20942"/>
                  </a:lnTo>
                  <a:cubicBezTo>
                    <a:pt x="20902" y="21352"/>
                    <a:pt x="20568" y="21686"/>
                    <a:pt x="20159" y="2168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p:cNvSpPr/>
            <p:nvPr/>
          </p:nvSpPr>
          <p:spPr>
            <a:xfrm>
              <a:off x="1547285" y="2075278"/>
              <a:ext cx="2213129" cy="2295795"/>
            </a:xfrm>
            <a:custGeom>
              <a:avLst/>
              <a:gdLst/>
              <a:ahLst/>
              <a:cxnLst/>
              <a:rect l="l" t="t" r="r" b="b"/>
              <a:pathLst>
                <a:path w="20922" h="21704" extrusionOk="0">
                  <a:moveTo>
                    <a:pt x="20168" y="1"/>
                  </a:moveTo>
                  <a:lnTo>
                    <a:pt x="0" y="1"/>
                  </a:lnTo>
                  <a:lnTo>
                    <a:pt x="0" y="20951"/>
                  </a:lnTo>
                  <a:cubicBezTo>
                    <a:pt x="0" y="21367"/>
                    <a:pt x="337" y="21704"/>
                    <a:pt x="753" y="21704"/>
                  </a:cubicBezTo>
                  <a:lnTo>
                    <a:pt x="20168" y="21704"/>
                  </a:lnTo>
                  <a:cubicBezTo>
                    <a:pt x="20584" y="21704"/>
                    <a:pt x="20921" y="21367"/>
                    <a:pt x="20921" y="20951"/>
                  </a:cubicBezTo>
                  <a:lnTo>
                    <a:pt x="20921" y="754"/>
                  </a:lnTo>
                  <a:cubicBezTo>
                    <a:pt x="20921" y="338"/>
                    <a:pt x="20584" y="1"/>
                    <a:pt x="20168" y="1"/>
                  </a:cubicBezTo>
                  <a:close/>
                  <a:moveTo>
                    <a:pt x="20168" y="20"/>
                  </a:moveTo>
                  <a:cubicBezTo>
                    <a:pt x="20573" y="20"/>
                    <a:pt x="20902" y="349"/>
                    <a:pt x="20902" y="754"/>
                  </a:cubicBezTo>
                  <a:lnTo>
                    <a:pt x="20902" y="20951"/>
                  </a:lnTo>
                  <a:cubicBezTo>
                    <a:pt x="20902" y="21355"/>
                    <a:pt x="20573" y="21685"/>
                    <a:pt x="20168" y="21685"/>
                  </a:cubicBezTo>
                  <a:lnTo>
                    <a:pt x="753" y="21685"/>
                  </a:lnTo>
                  <a:cubicBezTo>
                    <a:pt x="349" y="21685"/>
                    <a:pt x="20" y="21355"/>
                    <a:pt x="20" y="20951"/>
                  </a:cubicBezTo>
                  <a:lnTo>
                    <a:pt x="20" y="20"/>
                  </a:lnTo>
                  <a:lnTo>
                    <a:pt x="20168" y="20"/>
                  </a:ln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1668825" y="2922341"/>
              <a:ext cx="922719" cy="1018637"/>
            </a:xfrm>
            <a:custGeom>
              <a:avLst/>
              <a:gdLst/>
              <a:ahLst/>
              <a:cxnLst/>
              <a:rect l="l" t="t" r="r" b="b"/>
              <a:pathLst>
                <a:path w="8723" h="9630" extrusionOk="0">
                  <a:moveTo>
                    <a:pt x="8113" y="9630"/>
                  </a:moveTo>
                  <a:lnTo>
                    <a:pt x="609" y="9630"/>
                  </a:lnTo>
                  <a:cubicBezTo>
                    <a:pt x="273" y="9630"/>
                    <a:pt x="0" y="9356"/>
                    <a:pt x="0" y="9020"/>
                  </a:cubicBezTo>
                  <a:lnTo>
                    <a:pt x="0" y="609"/>
                  </a:lnTo>
                  <a:cubicBezTo>
                    <a:pt x="0" y="273"/>
                    <a:pt x="273" y="1"/>
                    <a:pt x="609" y="1"/>
                  </a:cubicBezTo>
                  <a:lnTo>
                    <a:pt x="8113" y="1"/>
                  </a:lnTo>
                  <a:cubicBezTo>
                    <a:pt x="8449" y="1"/>
                    <a:pt x="8722" y="273"/>
                    <a:pt x="8722" y="609"/>
                  </a:cubicBezTo>
                  <a:lnTo>
                    <a:pt x="8722" y="9020"/>
                  </a:lnTo>
                  <a:cubicBezTo>
                    <a:pt x="8722" y="9356"/>
                    <a:pt x="8449" y="9630"/>
                    <a:pt x="8113" y="9630"/>
                  </a:cubicBezTo>
                  <a:close/>
                </a:path>
              </a:pathLst>
            </a:custGeom>
            <a:solidFill>
              <a:schemeClr val="accent6"/>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6"/>
            <p:cNvSpPr/>
            <p:nvPr/>
          </p:nvSpPr>
          <p:spPr>
            <a:xfrm>
              <a:off x="1547285" y="1906352"/>
              <a:ext cx="823603" cy="169032"/>
            </a:xfrm>
            <a:custGeom>
              <a:avLst/>
              <a:gdLst/>
              <a:ahLst/>
              <a:cxnLst/>
              <a:rect l="l" t="t" r="r" b="b"/>
              <a:pathLst>
                <a:path w="7786" h="1598" extrusionOk="0">
                  <a:moveTo>
                    <a:pt x="6594" y="1"/>
                  </a:moveTo>
                  <a:lnTo>
                    <a:pt x="542" y="1"/>
                  </a:lnTo>
                  <a:cubicBezTo>
                    <a:pt x="242" y="1"/>
                    <a:pt x="0" y="243"/>
                    <a:pt x="0" y="543"/>
                  </a:cubicBezTo>
                  <a:lnTo>
                    <a:pt x="0" y="1598"/>
                  </a:lnTo>
                  <a:lnTo>
                    <a:pt x="7785" y="1598"/>
                  </a:lnTo>
                  <a:lnTo>
                    <a:pt x="7070" y="283"/>
                  </a:lnTo>
                  <a:cubicBezTo>
                    <a:pt x="6975" y="109"/>
                    <a:pt x="6792" y="1"/>
                    <a:pt x="6594" y="1"/>
                  </a:cubicBezTo>
                  <a:close/>
                </a:path>
              </a:pathLst>
            </a:cu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6"/>
            <p:cNvSpPr/>
            <p:nvPr/>
          </p:nvSpPr>
          <p:spPr>
            <a:xfrm>
              <a:off x="1698866" y="1950038"/>
              <a:ext cx="81662" cy="81766"/>
            </a:xfrm>
            <a:custGeom>
              <a:avLst/>
              <a:gdLst/>
              <a:ahLst/>
              <a:cxnLst/>
              <a:rect l="l" t="t" r="r" b="b"/>
              <a:pathLst>
                <a:path w="772" h="773" fill="none" extrusionOk="0">
                  <a:moveTo>
                    <a:pt x="771" y="387"/>
                  </a:moveTo>
                  <a:cubicBezTo>
                    <a:pt x="771" y="599"/>
                    <a:pt x="599" y="772"/>
                    <a:pt x="386" y="772"/>
                  </a:cubicBezTo>
                  <a:cubicBezTo>
                    <a:pt x="173" y="772"/>
                    <a:pt x="1" y="599"/>
                    <a:pt x="1" y="387"/>
                  </a:cubicBezTo>
                  <a:cubicBezTo>
                    <a:pt x="1" y="173"/>
                    <a:pt x="173" y="0"/>
                    <a:pt x="386" y="0"/>
                  </a:cubicBezTo>
                  <a:cubicBezTo>
                    <a:pt x="599" y="0"/>
                    <a:pt x="771" y="173"/>
                    <a:pt x="771" y="387"/>
                  </a:cubicBezTo>
                  <a:close/>
                </a:path>
              </a:pathLst>
            </a:custGeom>
            <a:noFill/>
            <a:ln w="19050" cap="flat" cmpd="sng">
              <a:solidFill>
                <a:schemeClr val="accen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p:cNvSpPr/>
            <p:nvPr/>
          </p:nvSpPr>
          <p:spPr>
            <a:xfrm>
              <a:off x="1870228" y="1950038"/>
              <a:ext cx="81662" cy="81766"/>
            </a:xfrm>
            <a:custGeom>
              <a:avLst/>
              <a:gdLst/>
              <a:ahLst/>
              <a:cxnLst/>
              <a:rect l="l" t="t" r="r" b="b"/>
              <a:pathLst>
                <a:path w="772" h="773" fill="none" extrusionOk="0">
                  <a:moveTo>
                    <a:pt x="771" y="387"/>
                  </a:moveTo>
                  <a:cubicBezTo>
                    <a:pt x="771" y="599"/>
                    <a:pt x="598" y="772"/>
                    <a:pt x="386" y="772"/>
                  </a:cubicBezTo>
                  <a:cubicBezTo>
                    <a:pt x="173" y="772"/>
                    <a:pt x="1" y="599"/>
                    <a:pt x="1" y="387"/>
                  </a:cubicBezTo>
                  <a:cubicBezTo>
                    <a:pt x="1" y="173"/>
                    <a:pt x="173" y="0"/>
                    <a:pt x="386" y="0"/>
                  </a:cubicBezTo>
                  <a:cubicBezTo>
                    <a:pt x="598" y="0"/>
                    <a:pt x="771" y="173"/>
                    <a:pt x="771" y="387"/>
                  </a:cubicBezTo>
                  <a:close/>
                </a:path>
              </a:pathLst>
            </a:custGeom>
            <a:noFill/>
            <a:ln w="19050" cap="flat" cmpd="sng">
              <a:solidFill>
                <a:schemeClr val="accen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6"/>
            <p:cNvSpPr/>
            <p:nvPr/>
          </p:nvSpPr>
          <p:spPr>
            <a:xfrm>
              <a:off x="2041589" y="1950038"/>
              <a:ext cx="81556" cy="81766"/>
            </a:xfrm>
            <a:custGeom>
              <a:avLst/>
              <a:gdLst/>
              <a:ahLst/>
              <a:cxnLst/>
              <a:rect l="l" t="t" r="r" b="b"/>
              <a:pathLst>
                <a:path w="771" h="773" fill="none" extrusionOk="0">
                  <a:moveTo>
                    <a:pt x="771" y="387"/>
                  </a:moveTo>
                  <a:cubicBezTo>
                    <a:pt x="771" y="599"/>
                    <a:pt x="598" y="772"/>
                    <a:pt x="386" y="772"/>
                  </a:cubicBezTo>
                  <a:cubicBezTo>
                    <a:pt x="173" y="772"/>
                    <a:pt x="0" y="599"/>
                    <a:pt x="0" y="387"/>
                  </a:cubicBezTo>
                  <a:cubicBezTo>
                    <a:pt x="0" y="173"/>
                    <a:pt x="173" y="0"/>
                    <a:pt x="386" y="0"/>
                  </a:cubicBezTo>
                  <a:cubicBezTo>
                    <a:pt x="598" y="0"/>
                    <a:pt x="771" y="173"/>
                    <a:pt x="771" y="387"/>
                  </a:cubicBezTo>
                  <a:close/>
                </a:path>
              </a:pathLst>
            </a:custGeom>
            <a:noFill/>
            <a:ln w="19050" cap="flat" cmpd="sng">
              <a:solidFill>
                <a:schemeClr val="accent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6"/>
            <p:cNvSpPr/>
            <p:nvPr/>
          </p:nvSpPr>
          <p:spPr>
            <a:xfrm>
              <a:off x="1668825" y="2268215"/>
              <a:ext cx="922719" cy="560092"/>
            </a:xfrm>
            <a:custGeom>
              <a:avLst/>
              <a:gdLst/>
              <a:ahLst/>
              <a:cxnLst/>
              <a:rect l="l" t="t" r="r" b="b"/>
              <a:pathLst>
                <a:path w="8723" h="5295" extrusionOk="0">
                  <a:moveTo>
                    <a:pt x="8113" y="5294"/>
                  </a:moveTo>
                  <a:lnTo>
                    <a:pt x="609" y="5294"/>
                  </a:lnTo>
                  <a:cubicBezTo>
                    <a:pt x="273" y="5294"/>
                    <a:pt x="0" y="5021"/>
                    <a:pt x="0" y="4685"/>
                  </a:cubicBezTo>
                  <a:lnTo>
                    <a:pt x="0" y="609"/>
                  </a:lnTo>
                  <a:cubicBezTo>
                    <a:pt x="0" y="273"/>
                    <a:pt x="273" y="0"/>
                    <a:pt x="609" y="0"/>
                  </a:cubicBezTo>
                  <a:lnTo>
                    <a:pt x="8113" y="0"/>
                  </a:lnTo>
                  <a:cubicBezTo>
                    <a:pt x="8449" y="0"/>
                    <a:pt x="8722" y="273"/>
                    <a:pt x="8722" y="609"/>
                  </a:cubicBezTo>
                  <a:lnTo>
                    <a:pt x="8722" y="4685"/>
                  </a:lnTo>
                  <a:cubicBezTo>
                    <a:pt x="8722" y="5021"/>
                    <a:pt x="8449" y="5294"/>
                    <a:pt x="8113" y="5294"/>
                  </a:cubicBezTo>
                  <a:close/>
                </a:path>
              </a:pathLst>
            </a:custGeom>
            <a:solidFill>
              <a:schemeClr val="accent6"/>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6"/>
            <p:cNvSpPr/>
            <p:nvPr/>
          </p:nvSpPr>
          <p:spPr>
            <a:xfrm>
              <a:off x="2660501" y="2268215"/>
              <a:ext cx="902092" cy="88959"/>
            </a:xfrm>
            <a:custGeom>
              <a:avLst/>
              <a:gdLst/>
              <a:ahLst/>
              <a:cxnLst/>
              <a:rect l="l" t="t" r="r" b="b"/>
              <a:pathLst>
                <a:path w="8528" h="841" extrusionOk="0">
                  <a:moveTo>
                    <a:pt x="8116" y="840"/>
                  </a:moveTo>
                  <a:lnTo>
                    <a:pt x="412" y="840"/>
                  </a:lnTo>
                  <a:cubicBezTo>
                    <a:pt x="184" y="840"/>
                    <a:pt x="0" y="656"/>
                    <a:pt x="0" y="429"/>
                  </a:cubicBezTo>
                  <a:lnTo>
                    <a:pt x="0" y="413"/>
                  </a:lnTo>
                  <a:cubicBezTo>
                    <a:pt x="0" y="185"/>
                    <a:pt x="184" y="0"/>
                    <a:pt x="412" y="0"/>
                  </a:cubicBezTo>
                  <a:lnTo>
                    <a:pt x="8116" y="0"/>
                  </a:lnTo>
                  <a:cubicBezTo>
                    <a:pt x="8343" y="0"/>
                    <a:pt x="8527" y="185"/>
                    <a:pt x="8527" y="413"/>
                  </a:cubicBezTo>
                  <a:lnTo>
                    <a:pt x="8527" y="429"/>
                  </a:lnTo>
                  <a:cubicBezTo>
                    <a:pt x="8527" y="656"/>
                    <a:pt x="8343" y="840"/>
                    <a:pt x="8116" y="84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p:nvPr/>
          </p:nvSpPr>
          <p:spPr>
            <a:xfrm>
              <a:off x="2660501" y="2441161"/>
              <a:ext cx="902092" cy="89065"/>
            </a:xfrm>
            <a:custGeom>
              <a:avLst/>
              <a:gdLst/>
              <a:ahLst/>
              <a:cxnLst/>
              <a:rect l="l" t="t" r="r" b="b"/>
              <a:pathLst>
                <a:path w="8528" h="842" extrusionOk="0">
                  <a:moveTo>
                    <a:pt x="8116" y="841"/>
                  </a:moveTo>
                  <a:lnTo>
                    <a:pt x="412" y="841"/>
                  </a:lnTo>
                  <a:cubicBezTo>
                    <a:pt x="184" y="841"/>
                    <a:pt x="0" y="657"/>
                    <a:pt x="0" y="430"/>
                  </a:cubicBezTo>
                  <a:lnTo>
                    <a:pt x="0" y="413"/>
                  </a:lnTo>
                  <a:cubicBezTo>
                    <a:pt x="0" y="185"/>
                    <a:pt x="184" y="1"/>
                    <a:pt x="412" y="1"/>
                  </a:cubicBezTo>
                  <a:lnTo>
                    <a:pt x="8116" y="1"/>
                  </a:lnTo>
                  <a:cubicBezTo>
                    <a:pt x="8343" y="1"/>
                    <a:pt x="8527" y="185"/>
                    <a:pt x="8527" y="413"/>
                  </a:cubicBezTo>
                  <a:lnTo>
                    <a:pt x="8527" y="430"/>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p:cNvSpPr/>
            <p:nvPr/>
          </p:nvSpPr>
          <p:spPr>
            <a:xfrm>
              <a:off x="2660501" y="2614212"/>
              <a:ext cx="902092" cy="89065"/>
            </a:xfrm>
            <a:custGeom>
              <a:avLst/>
              <a:gdLst/>
              <a:ahLst/>
              <a:cxnLst/>
              <a:rect l="l" t="t" r="r" b="b"/>
              <a:pathLst>
                <a:path w="8528" h="842" extrusionOk="0">
                  <a:moveTo>
                    <a:pt x="8116" y="841"/>
                  </a:moveTo>
                  <a:lnTo>
                    <a:pt x="412" y="841"/>
                  </a:lnTo>
                  <a:cubicBezTo>
                    <a:pt x="184" y="841"/>
                    <a:pt x="0" y="656"/>
                    <a:pt x="0" y="428"/>
                  </a:cubicBezTo>
                  <a:lnTo>
                    <a:pt x="0" y="412"/>
                  </a:lnTo>
                  <a:cubicBezTo>
                    <a:pt x="0" y="185"/>
                    <a:pt x="184" y="1"/>
                    <a:pt x="412" y="1"/>
                  </a:cubicBezTo>
                  <a:lnTo>
                    <a:pt x="8116" y="1"/>
                  </a:lnTo>
                  <a:cubicBezTo>
                    <a:pt x="8343" y="1"/>
                    <a:pt x="8527" y="185"/>
                    <a:pt x="8527" y="412"/>
                  </a:cubicBezTo>
                  <a:lnTo>
                    <a:pt x="8527" y="428"/>
                  </a:lnTo>
                  <a:cubicBezTo>
                    <a:pt x="8527" y="656"/>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6"/>
            <p:cNvSpPr/>
            <p:nvPr/>
          </p:nvSpPr>
          <p:spPr>
            <a:xfrm>
              <a:off x="2660501" y="2946141"/>
              <a:ext cx="902092" cy="88853"/>
            </a:xfrm>
            <a:custGeom>
              <a:avLst/>
              <a:gdLst/>
              <a:ahLst/>
              <a:cxnLst/>
              <a:rect l="l" t="t" r="r" b="b"/>
              <a:pathLst>
                <a:path w="8528" h="840" extrusionOk="0">
                  <a:moveTo>
                    <a:pt x="8116" y="840"/>
                  </a:moveTo>
                  <a:lnTo>
                    <a:pt x="412" y="840"/>
                  </a:lnTo>
                  <a:cubicBezTo>
                    <a:pt x="184" y="840"/>
                    <a:pt x="0" y="656"/>
                    <a:pt x="0" y="428"/>
                  </a:cubicBezTo>
                  <a:lnTo>
                    <a:pt x="0" y="412"/>
                  </a:lnTo>
                  <a:cubicBezTo>
                    <a:pt x="0" y="185"/>
                    <a:pt x="184" y="1"/>
                    <a:pt x="412" y="1"/>
                  </a:cubicBezTo>
                  <a:lnTo>
                    <a:pt x="8116" y="1"/>
                  </a:lnTo>
                  <a:cubicBezTo>
                    <a:pt x="8343" y="1"/>
                    <a:pt x="8527" y="185"/>
                    <a:pt x="8527" y="412"/>
                  </a:cubicBezTo>
                  <a:lnTo>
                    <a:pt x="8527" y="428"/>
                  </a:lnTo>
                  <a:cubicBezTo>
                    <a:pt x="8527" y="656"/>
                    <a:pt x="8343" y="840"/>
                    <a:pt x="8116" y="84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6"/>
            <p:cNvSpPr/>
            <p:nvPr/>
          </p:nvSpPr>
          <p:spPr>
            <a:xfrm>
              <a:off x="2660501" y="3119192"/>
              <a:ext cx="902092" cy="88853"/>
            </a:xfrm>
            <a:custGeom>
              <a:avLst/>
              <a:gdLst/>
              <a:ahLst/>
              <a:cxnLst/>
              <a:rect l="l" t="t" r="r" b="b"/>
              <a:pathLst>
                <a:path w="8528" h="840" extrusionOk="0">
                  <a:moveTo>
                    <a:pt x="8116" y="840"/>
                  </a:moveTo>
                  <a:lnTo>
                    <a:pt x="412" y="840"/>
                  </a:lnTo>
                  <a:cubicBezTo>
                    <a:pt x="184" y="840"/>
                    <a:pt x="0" y="656"/>
                    <a:pt x="0" y="428"/>
                  </a:cubicBezTo>
                  <a:lnTo>
                    <a:pt x="0" y="412"/>
                  </a:lnTo>
                  <a:cubicBezTo>
                    <a:pt x="0" y="185"/>
                    <a:pt x="184" y="1"/>
                    <a:pt x="412" y="1"/>
                  </a:cubicBezTo>
                  <a:lnTo>
                    <a:pt x="8116" y="1"/>
                  </a:lnTo>
                  <a:cubicBezTo>
                    <a:pt x="8343" y="1"/>
                    <a:pt x="8527" y="185"/>
                    <a:pt x="8527" y="412"/>
                  </a:cubicBezTo>
                  <a:lnTo>
                    <a:pt x="8527" y="428"/>
                  </a:lnTo>
                  <a:cubicBezTo>
                    <a:pt x="8527" y="656"/>
                    <a:pt x="8343" y="840"/>
                    <a:pt x="8116" y="84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p:nvPr/>
          </p:nvSpPr>
          <p:spPr>
            <a:xfrm>
              <a:off x="2660501" y="3292138"/>
              <a:ext cx="902092" cy="88959"/>
            </a:xfrm>
            <a:custGeom>
              <a:avLst/>
              <a:gdLst/>
              <a:ahLst/>
              <a:cxnLst/>
              <a:rect l="l" t="t" r="r" b="b"/>
              <a:pathLst>
                <a:path w="8528" h="841" extrusionOk="0">
                  <a:moveTo>
                    <a:pt x="8116" y="841"/>
                  </a:moveTo>
                  <a:lnTo>
                    <a:pt x="412" y="841"/>
                  </a:lnTo>
                  <a:cubicBezTo>
                    <a:pt x="184" y="841"/>
                    <a:pt x="0" y="657"/>
                    <a:pt x="0" y="429"/>
                  </a:cubicBezTo>
                  <a:lnTo>
                    <a:pt x="0" y="413"/>
                  </a:lnTo>
                  <a:cubicBezTo>
                    <a:pt x="0" y="186"/>
                    <a:pt x="184" y="1"/>
                    <a:pt x="412" y="1"/>
                  </a:cubicBezTo>
                  <a:lnTo>
                    <a:pt x="8116" y="1"/>
                  </a:lnTo>
                  <a:cubicBezTo>
                    <a:pt x="8343" y="1"/>
                    <a:pt x="8527" y="186"/>
                    <a:pt x="8527" y="413"/>
                  </a:cubicBezTo>
                  <a:lnTo>
                    <a:pt x="8527" y="429"/>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a:off x="2660501" y="3458208"/>
              <a:ext cx="902092" cy="88853"/>
            </a:xfrm>
            <a:custGeom>
              <a:avLst/>
              <a:gdLst/>
              <a:ahLst/>
              <a:cxnLst/>
              <a:rect l="l" t="t" r="r" b="b"/>
              <a:pathLst>
                <a:path w="8528" h="840" extrusionOk="0">
                  <a:moveTo>
                    <a:pt x="8116" y="839"/>
                  </a:moveTo>
                  <a:lnTo>
                    <a:pt x="412" y="839"/>
                  </a:lnTo>
                  <a:cubicBezTo>
                    <a:pt x="184" y="839"/>
                    <a:pt x="0" y="655"/>
                    <a:pt x="0" y="428"/>
                  </a:cubicBezTo>
                  <a:lnTo>
                    <a:pt x="0" y="412"/>
                  </a:lnTo>
                  <a:cubicBezTo>
                    <a:pt x="0" y="184"/>
                    <a:pt x="184" y="0"/>
                    <a:pt x="412" y="0"/>
                  </a:cubicBezTo>
                  <a:lnTo>
                    <a:pt x="8116" y="0"/>
                  </a:lnTo>
                  <a:cubicBezTo>
                    <a:pt x="8343" y="0"/>
                    <a:pt x="8527" y="184"/>
                    <a:pt x="8527" y="412"/>
                  </a:cubicBezTo>
                  <a:lnTo>
                    <a:pt x="8527" y="428"/>
                  </a:lnTo>
                  <a:cubicBezTo>
                    <a:pt x="8527" y="655"/>
                    <a:pt x="8343" y="839"/>
                    <a:pt x="8116" y="8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6"/>
            <p:cNvSpPr/>
            <p:nvPr/>
          </p:nvSpPr>
          <p:spPr>
            <a:xfrm>
              <a:off x="2660501" y="3631047"/>
              <a:ext cx="902092" cy="89065"/>
            </a:xfrm>
            <a:custGeom>
              <a:avLst/>
              <a:gdLst/>
              <a:ahLst/>
              <a:cxnLst/>
              <a:rect l="l" t="t" r="r" b="b"/>
              <a:pathLst>
                <a:path w="8528" h="842" extrusionOk="0">
                  <a:moveTo>
                    <a:pt x="8116" y="841"/>
                  </a:moveTo>
                  <a:lnTo>
                    <a:pt x="412" y="841"/>
                  </a:lnTo>
                  <a:cubicBezTo>
                    <a:pt x="184" y="841"/>
                    <a:pt x="0" y="657"/>
                    <a:pt x="0" y="430"/>
                  </a:cubicBezTo>
                  <a:lnTo>
                    <a:pt x="0" y="414"/>
                  </a:lnTo>
                  <a:cubicBezTo>
                    <a:pt x="0" y="186"/>
                    <a:pt x="184" y="1"/>
                    <a:pt x="412" y="1"/>
                  </a:cubicBezTo>
                  <a:lnTo>
                    <a:pt x="8116" y="1"/>
                  </a:lnTo>
                  <a:cubicBezTo>
                    <a:pt x="8343" y="1"/>
                    <a:pt x="8527" y="186"/>
                    <a:pt x="8527" y="414"/>
                  </a:cubicBezTo>
                  <a:lnTo>
                    <a:pt x="8527" y="430"/>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6"/>
            <p:cNvSpPr/>
            <p:nvPr/>
          </p:nvSpPr>
          <p:spPr>
            <a:xfrm>
              <a:off x="2660501" y="3804099"/>
              <a:ext cx="902092" cy="88959"/>
            </a:xfrm>
            <a:custGeom>
              <a:avLst/>
              <a:gdLst/>
              <a:ahLst/>
              <a:cxnLst/>
              <a:rect l="l" t="t" r="r" b="b"/>
              <a:pathLst>
                <a:path w="8528" h="841" extrusionOk="0">
                  <a:moveTo>
                    <a:pt x="8116" y="841"/>
                  </a:moveTo>
                  <a:lnTo>
                    <a:pt x="412" y="841"/>
                  </a:lnTo>
                  <a:cubicBezTo>
                    <a:pt x="184" y="841"/>
                    <a:pt x="0" y="657"/>
                    <a:pt x="0" y="429"/>
                  </a:cubicBezTo>
                  <a:lnTo>
                    <a:pt x="0" y="412"/>
                  </a:lnTo>
                  <a:cubicBezTo>
                    <a:pt x="0" y="185"/>
                    <a:pt x="184" y="1"/>
                    <a:pt x="412" y="1"/>
                  </a:cubicBezTo>
                  <a:lnTo>
                    <a:pt x="8116" y="1"/>
                  </a:lnTo>
                  <a:cubicBezTo>
                    <a:pt x="8343" y="1"/>
                    <a:pt x="8527" y="185"/>
                    <a:pt x="8527" y="412"/>
                  </a:cubicBezTo>
                  <a:lnTo>
                    <a:pt x="8527" y="429"/>
                  </a:lnTo>
                  <a:cubicBezTo>
                    <a:pt x="8527" y="657"/>
                    <a:pt x="8343" y="841"/>
                    <a:pt x="8116" y="8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6"/>
            <p:cNvSpPr/>
            <p:nvPr/>
          </p:nvSpPr>
          <p:spPr>
            <a:xfrm>
              <a:off x="2573551" y="2333374"/>
              <a:ext cx="796206" cy="877636"/>
            </a:xfrm>
            <a:custGeom>
              <a:avLst/>
              <a:gdLst/>
              <a:ahLst/>
              <a:cxnLst/>
              <a:rect l="l" t="t" r="r" b="b"/>
              <a:pathLst>
                <a:path w="7527" h="8297" extrusionOk="0">
                  <a:moveTo>
                    <a:pt x="7392" y="6886"/>
                  </a:moveTo>
                  <a:lnTo>
                    <a:pt x="7392" y="6886"/>
                  </a:lnTo>
                  <a:cubicBezTo>
                    <a:pt x="7134" y="7840"/>
                    <a:pt x="6049" y="8296"/>
                    <a:pt x="5185" y="7817"/>
                  </a:cubicBezTo>
                  <a:cubicBezTo>
                    <a:pt x="2914" y="6555"/>
                    <a:pt x="1190" y="4327"/>
                    <a:pt x="268" y="2024"/>
                  </a:cubicBezTo>
                  <a:cubicBezTo>
                    <a:pt x="0" y="1355"/>
                    <a:pt x="293" y="592"/>
                    <a:pt x="940" y="275"/>
                  </a:cubicBezTo>
                  <a:cubicBezTo>
                    <a:pt x="1498" y="0"/>
                    <a:pt x="2170" y="133"/>
                    <a:pt x="2582" y="598"/>
                  </a:cubicBezTo>
                  <a:lnTo>
                    <a:pt x="7045" y="5462"/>
                  </a:lnTo>
                  <a:cubicBezTo>
                    <a:pt x="7397" y="5846"/>
                    <a:pt x="7527" y="6384"/>
                    <a:pt x="7392" y="688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6"/>
            <p:cNvSpPr/>
            <p:nvPr/>
          </p:nvSpPr>
          <p:spPr>
            <a:xfrm>
              <a:off x="3073990" y="2557410"/>
              <a:ext cx="579886" cy="597960"/>
            </a:xfrm>
            <a:custGeom>
              <a:avLst/>
              <a:gdLst/>
              <a:ahLst/>
              <a:cxnLst/>
              <a:rect l="l" t="t" r="r" b="b"/>
              <a:pathLst>
                <a:path w="5482" h="5653" extrusionOk="0">
                  <a:moveTo>
                    <a:pt x="5481" y="689"/>
                  </a:moveTo>
                  <a:cubicBezTo>
                    <a:pt x="4496" y="2754"/>
                    <a:pt x="3241" y="4195"/>
                    <a:pt x="2500" y="5124"/>
                  </a:cubicBezTo>
                  <a:cubicBezTo>
                    <a:pt x="2254" y="5433"/>
                    <a:pt x="1917" y="5601"/>
                    <a:pt x="1569" y="5636"/>
                  </a:cubicBezTo>
                  <a:cubicBezTo>
                    <a:pt x="1402" y="5652"/>
                    <a:pt x="1233" y="5640"/>
                    <a:pt x="1071" y="5596"/>
                  </a:cubicBezTo>
                  <a:cubicBezTo>
                    <a:pt x="694" y="5497"/>
                    <a:pt x="354" y="5236"/>
                    <a:pt x="172" y="4830"/>
                  </a:cubicBezTo>
                  <a:cubicBezTo>
                    <a:pt x="1" y="4448"/>
                    <a:pt x="18" y="4020"/>
                    <a:pt x="194" y="3662"/>
                  </a:cubicBezTo>
                  <a:cubicBezTo>
                    <a:pt x="290" y="3469"/>
                    <a:pt x="432" y="3296"/>
                    <a:pt x="615" y="3163"/>
                  </a:cubicBezTo>
                  <a:lnTo>
                    <a:pt x="1891" y="2226"/>
                  </a:lnTo>
                  <a:lnTo>
                    <a:pt x="4929"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p:nvPr/>
          </p:nvSpPr>
          <p:spPr>
            <a:xfrm>
              <a:off x="3814759" y="2581739"/>
              <a:ext cx="177922" cy="61880"/>
            </a:xfrm>
            <a:custGeom>
              <a:avLst/>
              <a:gdLst/>
              <a:ahLst/>
              <a:cxnLst/>
              <a:rect l="l" t="t" r="r" b="b"/>
              <a:pathLst>
                <a:path w="1682" h="585" extrusionOk="0">
                  <a:moveTo>
                    <a:pt x="1599" y="295"/>
                  </a:moveTo>
                  <a:lnTo>
                    <a:pt x="969" y="585"/>
                  </a:lnTo>
                  <a:lnTo>
                    <a:pt x="1" y="522"/>
                  </a:lnTo>
                  <a:lnTo>
                    <a:pt x="329" y="46"/>
                  </a:lnTo>
                  <a:lnTo>
                    <a:pt x="810" y="170"/>
                  </a:lnTo>
                  <a:lnTo>
                    <a:pt x="1500" y="14"/>
                  </a:lnTo>
                  <a:cubicBezTo>
                    <a:pt x="1561" y="0"/>
                    <a:pt x="1625" y="30"/>
                    <a:pt x="1655" y="87"/>
                  </a:cubicBezTo>
                  <a:lnTo>
                    <a:pt x="1665" y="108"/>
                  </a:lnTo>
                  <a:cubicBezTo>
                    <a:pt x="1677" y="133"/>
                    <a:pt x="1681" y="159"/>
                    <a:pt x="1678" y="184"/>
                  </a:cubicBezTo>
                  <a:cubicBezTo>
                    <a:pt x="1673" y="231"/>
                    <a:pt x="1645" y="275"/>
                    <a:pt x="1599" y="295"/>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6"/>
            <p:cNvSpPr/>
            <p:nvPr/>
          </p:nvSpPr>
          <p:spPr>
            <a:xfrm>
              <a:off x="3764620" y="2599403"/>
              <a:ext cx="249218" cy="88218"/>
            </a:xfrm>
            <a:custGeom>
              <a:avLst/>
              <a:gdLst/>
              <a:ahLst/>
              <a:cxnLst/>
              <a:rect l="l" t="t" r="r" b="b"/>
              <a:pathLst>
                <a:path w="2356" h="834" extrusionOk="0">
                  <a:moveTo>
                    <a:pt x="2239" y="363"/>
                  </a:moveTo>
                  <a:lnTo>
                    <a:pt x="1228" y="774"/>
                  </a:lnTo>
                  <a:lnTo>
                    <a:pt x="1082" y="834"/>
                  </a:lnTo>
                  <a:lnTo>
                    <a:pt x="57" y="738"/>
                  </a:lnTo>
                  <a:lnTo>
                    <a:pt x="1" y="72"/>
                  </a:lnTo>
                  <a:lnTo>
                    <a:pt x="1218" y="275"/>
                  </a:lnTo>
                  <a:lnTo>
                    <a:pt x="2119" y="16"/>
                  </a:lnTo>
                  <a:cubicBezTo>
                    <a:pt x="2173" y="0"/>
                    <a:pt x="2229" y="11"/>
                    <a:pt x="2273" y="41"/>
                  </a:cubicBezTo>
                  <a:cubicBezTo>
                    <a:pt x="2291" y="53"/>
                    <a:pt x="2306" y="69"/>
                    <a:pt x="2319" y="86"/>
                  </a:cubicBezTo>
                  <a:cubicBezTo>
                    <a:pt x="2344" y="123"/>
                    <a:pt x="2355" y="165"/>
                    <a:pt x="2352" y="205"/>
                  </a:cubicBezTo>
                  <a:cubicBezTo>
                    <a:pt x="2346" y="272"/>
                    <a:pt x="2306" y="335"/>
                    <a:pt x="2239" y="363"/>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1547285" y="2270860"/>
              <a:ext cx="520120" cy="968816"/>
            </a:xfrm>
            <a:custGeom>
              <a:avLst/>
              <a:gdLst/>
              <a:ahLst/>
              <a:cxnLst/>
              <a:rect l="l" t="t" r="r" b="b"/>
              <a:pathLst>
                <a:path w="4917" h="9159" extrusionOk="0">
                  <a:moveTo>
                    <a:pt x="4917" y="532"/>
                  </a:moveTo>
                  <a:lnTo>
                    <a:pt x="4917" y="8626"/>
                  </a:lnTo>
                  <a:cubicBezTo>
                    <a:pt x="4917" y="8919"/>
                    <a:pt x="4679" y="9158"/>
                    <a:pt x="4387" y="9158"/>
                  </a:cubicBezTo>
                  <a:lnTo>
                    <a:pt x="0" y="9158"/>
                  </a:lnTo>
                  <a:lnTo>
                    <a:pt x="0" y="0"/>
                  </a:lnTo>
                  <a:lnTo>
                    <a:pt x="4387" y="0"/>
                  </a:lnTo>
                  <a:cubicBezTo>
                    <a:pt x="4679" y="0"/>
                    <a:pt x="4917" y="239"/>
                    <a:pt x="4917" y="53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p:nvPr/>
          </p:nvSpPr>
          <p:spPr>
            <a:xfrm>
              <a:off x="1164789" y="2164554"/>
              <a:ext cx="826882" cy="1001713"/>
            </a:xfrm>
            <a:custGeom>
              <a:avLst/>
              <a:gdLst/>
              <a:ahLst/>
              <a:cxnLst/>
              <a:rect l="l" t="t" r="r" b="b"/>
              <a:pathLst>
                <a:path w="7817" h="9470" extrusionOk="0">
                  <a:moveTo>
                    <a:pt x="578" y="9469"/>
                  </a:moveTo>
                  <a:cubicBezTo>
                    <a:pt x="259" y="9469"/>
                    <a:pt x="0" y="9211"/>
                    <a:pt x="0" y="8892"/>
                  </a:cubicBezTo>
                  <a:lnTo>
                    <a:pt x="0" y="577"/>
                  </a:lnTo>
                  <a:cubicBezTo>
                    <a:pt x="0" y="259"/>
                    <a:pt x="259" y="0"/>
                    <a:pt x="578" y="0"/>
                  </a:cubicBezTo>
                  <a:lnTo>
                    <a:pt x="7239" y="0"/>
                  </a:lnTo>
                  <a:cubicBezTo>
                    <a:pt x="7558" y="0"/>
                    <a:pt x="7816" y="259"/>
                    <a:pt x="7816" y="577"/>
                  </a:cubicBezTo>
                  <a:lnTo>
                    <a:pt x="7816" y="8892"/>
                  </a:lnTo>
                  <a:cubicBezTo>
                    <a:pt x="7816" y="9211"/>
                    <a:pt x="7558" y="9469"/>
                    <a:pt x="7239" y="9469"/>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6"/>
            <p:cNvSpPr/>
            <p:nvPr/>
          </p:nvSpPr>
          <p:spPr>
            <a:xfrm>
              <a:off x="3822693" y="2620982"/>
              <a:ext cx="190827" cy="60399"/>
            </a:xfrm>
            <a:custGeom>
              <a:avLst/>
              <a:gdLst/>
              <a:ahLst/>
              <a:cxnLst/>
              <a:rect l="l" t="t" r="r" b="b"/>
              <a:pathLst>
                <a:path w="1804" h="571" extrusionOk="0">
                  <a:moveTo>
                    <a:pt x="1690" y="159"/>
                  </a:moveTo>
                  <a:lnTo>
                    <a:pt x="679" y="570"/>
                  </a:lnTo>
                  <a:lnTo>
                    <a:pt x="0" y="400"/>
                  </a:lnTo>
                  <a:lnTo>
                    <a:pt x="740" y="406"/>
                  </a:lnTo>
                  <a:lnTo>
                    <a:pt x="1803" y="1"/>
                  </a:lnTo>
                  <a:cubicBezTo>
                    <a:pt x="1797" y="68"/>
                    <a:pt x="1757" y="131"/>
                    <a:pt x="1690" y="15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3719029" y="2636954"/>
              <a:ext cx="314272" cy="128837"/>
            </a:xfrm>
            <a:custGeom>
              <a:avLst/>
              <a:gdLst/>
              <a:ahLst/>
              <a:cxnLst/>
              <a:rect l="l" t="t" r="r" b="b"/>
              <a:pathLst>
                <a:path w="2971" h="1218" extrusionOk="0">
                  <a:moveTo>
                    <a:pt x="2923" y="391"/>
                  </a:moveTo>
                  <a:cubicBezTo>
                    <a:pt x="2905" y="416"/>
                    <a:pt x="2884" y="436"/>
                    <a:pt x="2855" y="451"/>
                  </a:cubicBezTo>
                  <a:lnTo>
                    <a:pt x="2745" y="509"/>
                  </a:lnTo>
                  <a:lnTo>
                    <a:pt x="2162" y="820"/>
                  </a:lnTo>
                  <a:lnTo>
                    <a:pt x="1634" y="956"/>
                  </a:lnTo>
                  <a:lnTo>
                    <a:pt x="630" y="1217"/>
                  </a:lnTo>
                  <a:lnTo>
                    <a:pt x="1" y="1"/>
                  </a:lnTo>
                  <a:lnTo>
                    <a:pt x="1695" y="428"/>
                  </a:lnTo>
                  <a:lnTo>
                    <a:pt x="2710" y="96"/>
                  </a:lnTo>
                  <a:cubicBezTo>
                    <a:pt x="2792" y="72"/>
                    <a:pt x="2879" y="105"/>
                    <a:pt x="2926" y="175"/>
                  </a:cubicBezTo>
                  <a:cubicBezTo>
                    <a:pt x="2971" y="244"/>
                    <a:pt x="2965" y="329"/>
                    <a:pt x="2923" y="391"/>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p:nvPr/>
          </p:nvSpPr>
          <p:spPr>
            <a:xfrm>
              <a:off x="3827135" y="2695237"/>
              <a:ext cx="174008" cy="42946"/>
            </a:xfrm>
            <a:custGeom>
              <a:avLst/>
              <a:gdLst/>
              <a:ahLst/>
              <a:cxnLst/>
              <a:rect l="l" t="t" r="r" b="b"/>
              <a:pathLst>
                <a:path w="1645" h="406" extrusionOk="0">
                  <a:moveTo>
                    <a:pt x="1644" y="1"/>
                  </a:moveTo>
                  <a:lnTo>
                    <a:pt x="1140" y="269"/>
                  </a:lnTo>
                  <a:lnTo>
                    <a:pt x="612" y="405"/>
                  </a:lnTo>
                  <a:lnTo>
                    <a:pt x="1" y="75"/>
                  </a:lnTo>
                  <a:lnTo>
                    <a:pt x="842" y="15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6"/>
            <p:cNvSpPr/>
            <p:nvPr/>
          </p:nvSpPr>
          <p:spPr>
            <a:xfrm>
              <a:off x="3785670" y="2699997"/>
              <a:ext cx="220657" cy="68861"/>
            </a:xfrm>
            <a:custGeom>
              <a:avLst/>
              <a:gdLst/>
              <a:ahLst/>
              <a:cxnLst/>
              <a:rect l="l" t="t" r="r" b="b"/>
              <a:pathLst>
                <a:path w="2086" h="651" extrusionOk="0">
                  <a:moveTo>
                    <a:pt x="0" y="621"/>
                  </a:moveTo>
                  <a:lnTo>
                    <a:pt x="1229" y="651"/>
                  </a:lnTo>
                  <a:lnTo>
                    <a:pt x="1988" y="278"/>
                  </a:lnTo>
                  <a:cubicBezTo>
                    <a:pt x="2058" y="244"/>
                    <a:pt x="2086" y="159"/>
                    <a:pt x="2049" y="90"/>
                  </a:cubicBezTo>
                  <a:cubicBezTo>
                    <a:pt x="2017" y="29"/>
                    <a:pt x="1945" y="0"/>
                    <a:pt x="1880" y="24"/>
                  </a:cubicBezTo>
                  <a:lnTo>
                    <a:pt x="1282" y="240"/>
                  </a:lnTo>
                  <a:lnTo>
                    <a:pt x="393" y="3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3577709" y="2484001"/>
              <a:ext cx="336486" cy="123125"/>
            </a:xfrm>
            <a:custGeom>
              <a:avLst/>
              <a:gdLst/>
              <a:ahLst/>
              <a:cxnLst/>
              <a:rect l="l" t="t" r="r" b="b"/>
              <a:pathLst>
                <a:path w="3181" h="1164" extrusionOk="0">
                  <a:moveTo>
                    <a:pt x="3102" y="420"/>
                  </a:moveTo>
                  <a:cubicBezTo>
                    <a:pt x="3067" y="469"/>
                    <a:pt x="3012" y="504"/>
                    <a:pt x="2951" y="511"/>
                  </a:cubicBezTo>
                  <a:lnTo>
                    <a:pt x="2161" y="593"/>
                  </a:lnTo>
                  <a:lnTo>
                    <a:pt x="1768" y="1163"/>
                  </a:lnTo>
                  <a:lnTo>
                    <a:pt x="0" y="903"/>
                  </a:lnTo>
                  <a:cubicBezTo>
                    <a:pt x="345" y="334"/>
                    <a:pt x="973" y="1"/>
                    <a:pt x="1637" y="29"/>
                  </a:cubicBezTo>
                  <a:lnTo>
                    <a:pt x="2934" y="85"/>
                  </a:lnTo>
                  <a:cubicBezTo>
                    <a:pt x="3081" y="91"/>
                    <a:pt x="3181" y="243"/>
                    <a:pt x="3123" y="379"/>
                  </a:cubicBezTo>
                  <a:cubicBezTo>
                    <a:pt x="3118" y="394"/>
                    <a:pt x="3110" y="408"/>
                    <a:pt x="3102" y="420"/>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p:nvPr/>
          </p:nvSpPr>
          <p:spPr>
            <a:xfrm>
              <a:off x="3562477" y="2526629"/>
              <a:ext cx="288674" cy="239163"/>
            </a:xfrm>
            <a:custGeom>
              <a:avLst/>
              <a:gdLst/>
              <a:ahLst/>
              <a:cxnLst/>
              <a:rect l="l" t="t" r="r" b="b"/>
              <a:pathLst>
                <a:path w="2729" h="2261" extrusionOk="0">
                  <a:moveTo>
                    <a:pt x="145" y="500"/>
                  </a:moveTo>
                  <a:cubicBezTo>
                    <a:pt x="1346" y="0"/>
                    <a:pt x="2729" y="577"/>
                    <a:pt x="2729" y="577"/>
                  </a:cubicBezTo>
                  <a:lnTo>
                    <a:pt x="2110" y="2260"/>
                  </a:lnTo>
                  <a:lnTo>
                    <a:pt x="0" y="158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6"/>
            <p:cNvSpPr/>
            <p:nvPr/>
          </p:nvSpPr>
          <p:spPr>
            <a:xfrm>
              <a:off x="3823645" y="2593057"/>
              <a:ext cx="169036" cy="35435"/>
            </a:xfrm>
            <a:custGeom>
              <a:avLst/>
              <a:gdLst/>
              <a:ahLst/>
              <a:cxnLst/>
              <a:rect l="l" t="t" r="r" b="b"/>
              <a:pathLst>
                <a:path w="1598" h="335" extrusionOk="0">
                  <a:moveTo>
                    <a:pt x="1594" y="77"/>
                  </a:moveTo>
                  <a:lnTo>
                    <a:pt x="660" y="335"/>
                  </a:lnTo>
                  <a:lnTo>
                    <a:pt x="0" y="167"/>
                  </a:lnTo>
                  <a:lnTo>
                    <a:pt x="697" y="209"/>
                  </a:lnTo>
                  <a:lnTo>
                    <a:pt x="1581" y="1"/>
                  </a:lnTo>
                  <a:cubicBezTo>
                    <a:pt x="1593" y="26"/>
                    <a:pt x="1597" y="52"/>
                    <a:pt x="1594" y="7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p:cNvSpPr/>
            <p:nvPr/>
          </p:nvSpPr>
          <p:spPr>
            <a:xfrm>
              <a:off x="3614837" y="2585441"/>
              <a:ext cx="169777" cy="95834"/>
            </a:xfrm>
            <a:custGeom>
              <a:avLst/>
              <a:gdLst/>
              <a:ahLst/>
              <a:cxnLst/>
              <a:rect l="l" t="t" r="r" b="b"/>
              <a:pathLst>
                <a:path w="1605" h="906" extrusionOk="0">
                  <a:moveTo>
                    <a:pt x="1604" y="905"/>
                  </a:moveTo>
                  <a:cubicBezTo>
                    <a:pt x="1215" y="242"/>
                    <a:pt x="738" y="1"/>
                    <a:pt x="0" y="215"/>
                  </a:cubicBezTo>
                  <a:cubicBezTo>
                    <a:pt x="0" y="215"/>
                    <a:pt x="919" y="89"/>
                    <a:pt x="1604" y="90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p:cNvSpPr/>
            <p:nvPr/>
          </p:nvSpPr>
          <p:spPr>
            <a:xfrm>
              <a:off x="2624748" y="1748215"/>
              <a:ext cx="357642" cy="617846"/>
            </a:xfrm>
            <a:custGeom>
              <a:avLst/>
              <a:gdLst/>
              <a:ahLst/>
              <a:cxnLst/>
              <a:rect l="l" t="t" r="r" b="b"/>
              <a:pathLst>
                <a:path w="3381" h="5841" extrusionOk="0">
                  <a:moveTo>
                    <a:pt x="1" y="5224"/>
                  </a:moveTo>
                  <a:lnTo>
                    <a:pt x="2013" y="5841"/>
                  </a:lnTo>
                  <a:lnTo>
                    <a:pt x="2460" y="5030"/>
                  </a:lnTo>
                  <a:lnTo>
                    <a:pt x="3118" y="3836"/>
                  </a:lnTo>
                  <a:lnTo>
                    <a:pt x="3380" y="3364"/>
                  </a:lnTo>
                  <a:lnTo>
                    <a:pt x="1629"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787330" y="2107011"/>
              <a:ext cx="157824" cy="163955"/>
            </a:xfrm>
            <a:custGeom>
              <a:avLst/>
              <a:gdLst/>
              <a:ahLst/>
              <a:cxnLst/>
              <a:rect l="l" t="t" r="r" b="b"/>
              <a:pathLst>
                <a:path w="1492" h="1550" extrusionOk="0">
                  <a:moveTo>
                    <a:pt x="183" y="0"/>
                  </a:moveTo>
                  <a:cubicBezTo>
                    <a:pt x="183" y="0"/>
                    <a:pt x="0" y="925"/>
                    <a:pt x="978" y="1549"/>
                  </a:cubicBezTo>
                  <a:lnTo>
                    <a:pt x="1491" y="62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476340" y="1520900"/>
              <a:ext cx="713803" cy="328122"/>
            </a:xfrm>
            <a:custGeom>
              <a:avLst/>
              <a:gdLst/>
              <a:ahLst/>
              <a:cxnLst/>
              <a:rect l="l" t="t" r="r" b="b"/>
              <a:pathLst>
                <a:path w="6748" h="3102" extrusionOk="0">
                  <a:moveTo>
                    <a:pt x="4979" y="2324"/>
                  </a:moveTo>
                  <a:cubicBezTo>
                    <a:pt x="6747" y="2020"/>
                    <a:pt x="6032" y="0"/>
                    <a:pt x="4509" y="780"/>
                  </a:cubicBezTo>
                  <a:cubicBezTo>
                    <a:pt x="3419" y="1338"/>
                    <a:pt x="2608" y="47"/>
                    <a:pt x="1479" y="687"/>
                  </a:cubicBezTo>
                  <a:cubicBezTo>
                    <a:pt x="0" y="1526"/>
                    <a:pt x="1439" y="3102"/>
                    <a:pt x="1439" y="31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705351" y="1673959"/>
              <a:ext cx="433804" cy="578603"/>
            </a:xfrm>
            <a:custGeom>
              <a:avLst/>
              <a:gdLst/>
              <a:ahLst/>
              <a:cxnLst/>
              <a:rect l="l" t="t" r="r" b="b"/>
              <a:pathLst>
                <a:path w="4101" h="5470" extrusionOk="0">
                  <a:moveTo>
                    <a:pt x="447" y="3986"/>
                  </a:moveTo>
                  <a:lnTo>
                    <a:pt x="2546" y="5172"/>
                  </a:lnTo>
                  <a:cubicBezTo>
                    <a:pt x="3071" y="5469"/>
                    <a:pt x="3733" y="5162"/>
                    <a:pt x="3844" y="4569"/>
                  </a:cubicBezTo>
                  <a:cubicBezTo>
                    <a:pt x="3996" y="3759"/>
                    <a:pt x="4101" y="2668"/>
                    <a:pt x="3833" y="1758"/>
                  </a:cubicBezTo>
                  <a:cubicBezTo>
                    <a:pt x="3675" y="1219"/>
                    <a:pt x="3343" y="772"/>
                    <a:pt x="2911" y="462"/>
                  </a:cubicBezTo>
                  <a:cubicBezTo>
                    <a:pt x="2717" y="322"/>
                    <a:pt x="2500" y="211"/>
                    <a:pt x="2271" y="133"/>
                  </a:cubicBezTo>
                  <a:lnTo>
                    <a:pt x="2268" y="132"/>
                  </a:lnTo>
                  <a:lnTo>
                    <a:pt x="2138" y="92"/>
                  </a:lnTo>
                  <a:lnTo>
                    <a:pt x="2125" y="87"/>
                  </a:lnTo>
                  <a:cubicBezTo>
                    <a:pt x="2059" y="70"/>
                    <a:pt x="1994" y="55"/>
                    <a:pt x="1927" y="44"/>
                  </a:cubicBezTo>
                  <a:cubicBezTo>
                    <a:pt x="1768" y="14"/>
                    <a:pt x="1604" y="1"/>
                    <a:pt x="1438" y="4"/>
                  </a:cubicBezTo>
                  <a:cubicBezTo>
                    <a:pt x="1280" y="6"/>
                    <a:pt x="1126" y="36"/>
                    <a:pt x="986" y="87"/>
                  </a:cubicBezTo>
                  <a:cubicBezTo>
                    <a:pt x="394" y="305"/>
                    <a:pt x="0" y="915"/>
                    <a:pt x="96" y="1583"/>
                  </a:cubicBezTo>
                  <a:lnTo>
                    <a:pt x="180" y="2155"/>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6"/>
            <p:cNvSpPr/>
            <p:nvPr/>
          </p:nvSpPr>
          <p:spPr>
            <a:xfrm>
              <a:off x="2504371" y="1599387"/>
              <a:ext cx="478020" cy="487105"/>
            </a:xfrm>
            <a:custGeom>
              <a:avLst/>
              <a:gdLst/>
              <a:ahLst/>
              <a:cxnLst/>
              <a:rect l="l" t="t" r="r" b="b"/>
              <a:pathLst>
                <a:path w="4519" h="4605" extrusionOk="0">
                  <a:moveTo>
                    <a:pt x="4518" y="987"/>
                  </a:moveTo>
                  <a:cubicBezTo>
                    <a:pt x="3175" y="0"/>
                    <a:pt x="1767" y="479"/>
                    <a:pt x="1000" y="1111"/>
                  </a:cubicBezTo>
                  <a:cubicBezTo>
                    <a:pt x="460" y="1557"/>
                    <a:pt x="0" y="2275"/>
                    <a:pt x="396" y="2897"/>
                  </a:cubicBezTo>
                  <a:cubicBezTo>
                    <a:pt x="756" y="3462"/>
                    <a:pt x="1652" y="3563"/>
                    <a:pt x="1770" y="4605"/>
                  </a:cubicBezTo>
                  <a:lnTo>
                    <a:pt x="2974" y="178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6"/>
            <p:cNvSpPr/>
            <p:nvPr/>
          </p:nvSpPr>
          <p:spPr>
            <a:xfrm>
              <a:off x="2534201" y="1756360"/>
              <a:ext cx="265085" cy="312361"/>
            </a:xfrm>
            <a:custGeom>
              <a:avLst/>
              <a:gdLst/>
              <a:ahLst/>
              <a:cxnLst/>
              <a:rect l="l" t="t" r="r" b="b"/>
              <a:pathLst>
                <a:path w="2506" h="2953" extrusionOk="0">
                  <a:moveTo>
                    <a:pt x="2505" y="1668"/>
                  </a:moveTo>
                  <a:cubicBezTo>
                    <a:pt x="283" y="0"/>
                    <a:pt x="1" y="2953"/>
                    <a:pt x="2411" y="2794"/>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6"/>
            <p:cNvSpPr/>
            <p:nvPr/>
          </p:nvSpPr>
          <p:spPr>
            <a:xfrm>
              <a:off x="3036545" y="1878532"/>
              <a:ext cx="171258" cy="172312"/>
            </a:xfrm>
            <a:custGeom>
              <a:avLst/>
              <a:gdLst/>
              <a:ahLst/>
              <a:cxnLst/>
              <a:rect l="l" t="t" r="r" b="b"/>
              <a:pathLst>
                <a:path w="1619" h="1629" extrusionOk="0">
                  <a:moveTo>
                    <a:pt x="766" y="76"/>
                  </a:moveTo>
                  <a:cubicBezTo>
                    <a:pt x="888" y="529"/>
                    <a:pt x="1188" y="658"/>
                    <a:pt x="1393" y="688"/>
                  </a:cubicBezTo>
                  <a:cubicBezTo>
                    <a:pt x="1524" y="707"/>
                    <a:pt x="1618" y="823"/>
                    <a:pt x="1611" y="955"/>
                  </a:cubicBezTo>
                  <a:cubicBezTo>
                    <a:pt x="1602" y="1130"/>
                    <a:pt x="1491" y="1283"/>
                    <a:pt x="1329" y="1345"/>
                  </a:cubicBezTo>
                  <a:lnTo>
                    <a:pt x="750" y="1567"/>
                  </a:lnTo>
                  <a:cubicBezTo>
                    <a:pt x="436" y="1629"/>
                    <a:pt x="137" y="1405"/>
                    <a:pt x="106" y="1085"/>
                  </a:cubicBezTo>
                  <a:lnTo>
                    <a:pt x="0"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p:cNvSpPr/>
            <p:nvPr/>
          </p:nvSpPr>
          <p:spPr>
            <a:xfrm>
              <a:off x="2775377" y="1981454"/>
              <a:ext cx="360181" cy="427235"/>
            </a:xfrm>
            <a:custGeom>
              <a:avLst/>
              <a:gdLst/>
              <a:ahLst/>
              <a:cxnLst/>
              <a:rect l="l" t="t" r="r" b="b"/>
              <a:pathLst>
                <a:path w="3405" h="4039" extrusionOk="0">
                  <a:moveTo>
                    <a:pt x="3322" y="555"/>
                  </a:moveTo>
                  <a:cubicBezTo>
                    <a:pt x="2798" y="1"/>
                    <a:pt x="0" y="446"/>
                    <a:pt x="0" y="446"/>
                  </a:cubicBezTo>
                  <a:cubicBezTo>
                    <a:pt x="0" y="446"/>
                    <a:pt x="46" y="837"/>
                    <a:pt x="267" y="1351"/>
                  </a:cubicBezTo>
                  <a:cubicBezTo>
                    <a:pt x="486" y="1864"/>
                    <a:pt x="3405" y="4038"/>
                    <a:pt x="3322" y="5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p:nvPr/>
          </p:nvSpPr>
          <p:spPr>
            <a:xfrm>
              <a:off x="2987886" y="2065864"/>
              <a:ext cx="93615" cy="52995"/>
            </a:xfrm>
            <a:custGeom>
              <a:avLst/>
              <a:gdLst/>
              <a:ahLst/>
              <a:cxnLst/>
              <a:rect l="l" t="t" r="r" b="b"/>
              <a:pathLst>
                <a:path w="885" h="501" extrusionOk="0">
                  <a:moveTo>
                    <a:pt x="733" y="201"/>
                  </a:moveTo>
                  <a:cubicBezTo>
                    <a:pt x="294" y="65"/>
                    <a:pt x="249" y="58"/>
                    <a:pt x="147" y="35"/>
                  </a:cubicBezTo>
                  <a:cubicBezTo>
                    <a:pt x="1" y="1"/>
                    <a:pt x="201" y="500"/>
                    <a:pt x="464" y="465"/>
                  </a:cubicBezTo>
                  <a:cubicBezTo>
                    <a:pt x="728" y="429"/>
                    <a:pt x="885" y="249"/>
                    <a:pt x="733" y="20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a:off x="2343165" y="2182853"/>
              <a:ext cx="583165" cy="1078507"/>
            </a:xfrm>
            <a:custGeom>
              <a:avLst/>
              <a:gdLst/>
              <a:ahLst/>
              <a:cxnLst/>
              <a:rect l="l" t="t" r="r" b="b"/>
              <a:pathLst>
                <a:path w="5513" h="10196" extrusionOk="0">
                  <a:moveTo>
                    <a:pt x="277" y="6194"/>
                  </a:moveTo>
                  <a:cubicBezTo>
                    <a:pt x="705" y="8223"/>
                    <a:pt x="1226" y="9943"/>
                    <a:pt x="1226" y="9943"/>
                  </a:cubicBezTo>
                  <a:lnTo>
                    <a:pt x="5458" y="10196"/>
                  </a:lnTo>
                  <a:lnTo>
                    <a:pt x="4550" y="6371"/>
                  </a:lnTo>
                  <a:cubicBezTo>
                    <a:pt x="5457" y="5525"/>
                    <a:pt x="5513" y="4498"/>
                    <a:pt x="5327" y="3604"/>
                  </a:cubicBezTo>
                  <a:cubicBezTo>
                    <a:pt x="5157" y="2791"/>
                    <a:pt x="4787" y="2087"/>
                    <a:pt x="4675" y="1733"/>
                  </a:cubicBezTo>
                  <a:lnTo>
                    <a:pt x="2995" y="89"/>
                  </a:lnTo>
                  <a:cubicBezTo>
                    <a:pt x="2905" y="0"/>
                    <a:pt x="857" y="136"/>
                    <a:pt x="236" y="3027"/>
                  </a:cubicBezTo>
                  <a:cubicBezTo>
                    <a:pt x="1" y="4128"/>
                    <a:pt x="73" y="5221"/>
                    <a:pt x="277" y="619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2339674" y="2466230"/>
              <a:ext cx="383453" cy="783282"/>
            </a:xfrm>
            <a:custGeom>
              <a:avLst/>
              <a:gdLst/>
              <a:ahLst/>
              <a:cxnLst/>
              <a:rect l="l" t="t" r="r" b="b"/>
              <a:pathLst>
                <a:path w="3625" h="7405" extrusionOk="0">
                  <a:moveTo>
                    <a:pt x="3242" y="1"/>
                  </a:moveTo>
                  <a:lnTo>
                    <a:pt x="2169" y="4811"/>
                  </a:lnTo>
                  <a:lnTo>
                    <a:pt x="3624" y="7405"/>
                  </a:lnTo>
                  <a:lnTo>
                    <a:pt x="1259" y="7264"/>
                  </a:lnTo>
                  <a:lnTo>
                    <a:pt x="0" y="3116"/>
                  </a:lnTo>
                  <a:lnTo>
                    <a:pt x="0" y="2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p:cNvSpPr/>
            <p:nvPr/>
          </p:nvSpPr>
          <p:spPr>
            <a:xfrm>
              <a:off x="2720795" y="1737003"/>
              <a:ext cx="130004" cy="337536"/>
            </a:xfrm>
            <a:custGeom>
              <a:avLst/>
              <a:gdLst/>
              <a:ahLst/>
              <a:cxnLst/>
              <a:rect l="l" t="t" r="r" b="b"/>
              <a:pathLst>
                <a:path w="1229" h="3191" extrusionOk="0">
                  <a:moveTo>
                    <a:pt x="1046" y="0"/>
                  </a:moveTo>
                  <a:lnTo>
                    <a:pt x="1228" y="2915"/>
                  </a:lnTo>
                  <a:lnTo>
                    <a:pt x="639" y="3191"/>
                  </a:lnTo>
                  <a:lnTo>
                    <a:pt x="1" y="91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6"/>
            <p:cNvSpPr/>
            <p:nvPr/>
          </p:nvSpPr>
          <p:spPr>
            <a:xfrm>
              <a:off x="3028082" y="1916295"/>
              <a:ext cx="46861" cy="84093"/>
            </a:xfrm>
            <a:custGeom>
              <a:avLst/>
              <a:gdLst/>
              <a:ahLst/>
              <a:cxnLst/>
              <a:rect l="l" t="t" r="r" b="b"/>
              <a:pathLst>
                <a:path w="443" h="795" extrusionOk="0">
                  <a:moveTo>
                    <a:pt x="393" y="356"/>
                  </a:moveTo>
                  <a:cubicBezTo>
                    <a:pt x="443" y="563"/>
                    <a:pt x="407" y="749"/>
                    <a:pt x="313" y="772"/>
                  </a:cubicBezTo>
                  <a:cubicBezTo>
                    <a:pt x="219" y="795"/>
                    <a:pt x="102" y="646"/>
                    <a:pt x="52" y="439"/>
                  </a:cubicBezTo>
                  <a:cubicBezTo>
                    <a:pt x="0" y="233"/>
                    <a:pt x="37" y="46"/>
                    <a:pt x="131" y="23"/>
                  </a:cubicBezTo>
                  <a:cubicBezTo>
                    <a:pt x="225" y="0"/>
                    <a:pt x="342" y="149"/>
                    <a:pt x="393" y="3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a:off x="2276312" y="3234701"/>
              <a:ext cx="785417" cy="1125578"/>
            </a:xfrm>
            <a:custGeom>
              <a:avLst/>
              <a:gdLst/>
              <a:ahLst/>
              <a:cxnLst/>
              <a:rect l="l" t="t" r="r" b="b"/>
              <a:pathLst>
                <a:path w="7425" h="10641" extrusionOk="0">
                  <a:moveTo>
                    <a:pt x="7424" y="10640"/>
                  </a:moveTo>
                  <a:lnTo>
                    <a:pt x="28" y="10640"/>
                  </a:lnTo>
                  <a:cubicBezTo>
                    <a:pt x="28" y="10640"/>
                    <a:pt x="0" y="10001"/>
                    <a:pt x="5" y="9028"/>
                  </a:cubicBezTo>
                  <a:cubicBezTo>
                    <a:pt x="5" y="8980"/>
                    <a:pt x="6" y="8932"/>
                    <a:pt x="6" y="8883"/>
                  </a:cubicBezTo>
                  <a:cubicBezTo>
                    <a:pt x="7" y="8834"/>
                    <a:pt x="7" y="8782"/>
                    <a:pt x="8" y="8732"/>
                  </a:cubicBezTo>
                  <a:cubicBezTo>
                    <a:pt x="8" y="8670"/>
                    <a:pt x="9" y="8607"/>
                    <a:pt x="11" y="8543"/>
                  </a:cubicBezTo>
                  <a:cubicBezTo>
                    <a:pt x="12" y="8541"/>
                    <a:pt x="12" y="8538"/>
                    <a:pt x="11" y="8532"/>
                  </a:cubicBezTo>
                  <a:lnTo>
                    <a:pt x="11" y="8532"/>
                  </a:lnTo>
                  <a:cubicBezTo>
                    <a:pt x="13" y="8452"/>
                    <a:pt x="14" y="8372"/>
                    <a:pt x="16" y="8290"/>
                  </a:cubicBezTo>
                  <a:cubicBezTo>
                    <a:pt x="16" y="8273"/>
                    <a:pt x="16" y="8253"/>
                    <a:pt x="16" y="8235"/>
                  </a:cubicBezTo>
                  <a:cubicBezTo>
                    <a:pt x="19" y="8153"/>
                    <a:pt x="22" y="8068"/>
                    <a:pt x="24" y="7982"/>
                  </a:cubicBezTo>
                  <a:cubicBezTo>
                    <a:pt x="25" y="7930"/>
                    <a:pt x="28" y="7877"/>
                    <a:pt x="29" y="7824"/>
                  </a:cubicBezTo>
                  <a:cubicBezTo>
                    <a:pt x="38" y="7563"/>
                    <a:pt x="50" y="7289"/>
                    <a:pt x="63" y="7008"/>
                  </a:cubicBezTo>
                  <a:cubicBezTo>
                    <a:pt x="70" y="6909"/>
                    <a:pt x="76" y="6808"/>
                    <a:pt x="82" y="6706"/>
                  </a:cubicBezTo>
                  <a:cubicBezTo>
                    <a:pt x="88" y="6582"/>
                    <a:pt x="98" y="6456"/>
                    <a:pt x="107" y="6329"/>
                  </a:cubicBezTo>
                  <a:cubicBezTo>
                    <a:pt x="111" y="6269"/>
                    <a:pt x="115" y="6208"/>
                    <a:pt x="120" y="6147"/>
                  </a:cubicBezTo>
                  <a:cubicBezTo>
                    <a:pt x="125" y="6086"/>
                    <a:pt x="130" y="6024"/>
                    <a:pt x="134" y="5963"/>
                  </a:cubicBezTo>
                  <a:cubicBezTo>
                    <a:pt x="139" y="5914"/>
                    <a:pt x="143" y="5865"/>
                    <a:pt x="147" y="5817"/>
                  </a:cubicBezTo>
                  <a:cubicBezTo>
                    <a:pt x="159" y="5670"/>
                    <a:pt x="174" y="5523"/>
                    <a:pt x="189" y="5376"/>
                  </a:cubicBezTo>
                  <a:cubicBezTo>
                    <a:pt x="194" y="5327"/>
                    <a:pt x="199" y="5276"/>
                    <a:pt x="205" y="5227"/>
                  </a:cubicBezTo>
                  <a:cubicBezTo>
                    <a:pt x="205" y="5215"/>
                    <a:pt x="206" y="5202"/>
                    <a:pt x="208" y="5188"/>
                  </a:cubicBezTo>
                  <a:cubicBezTo>
                    <a:pt x="218" y="5104"/>
                    <a:pt x="228" y="5018"/>
                    <a:pt x="238" y="4931"/>
                  </a:cubicBezTo>
                  <a:cubicBezTo>
                    <a:pt x="243" y="4882"/>
                    <a:pt x="250" y="4834"/>
                    <a:pt x="255" y="4785"/>
                  </a:cubicBezTo>
                  <a:cubicBezTo>
                    <a:pt x="262" y="4736"/>
                    <a:pt x="268" y="4685"/>
                    <a:pt x="275" y="4636"/>
                  </a:cubicBezTo>
                  <a:cubicBezTo>
                    <a:pt x="287" y="4539"/>
                    <a:pt x="300" y="4442"/>
                    <a:pt x="314" y="4345"/>
                  </a:cubicBezTo>
                  <a:cubicBezTo>
                    <a:pt x="314" y="4341"/>
                    <a:pt x="315" y="4339"/>
                    <a:pt x="315" y="4335"/>
                  </a:cubicBezTo>
                  <a:cubicBezTo>
                    <a:pt x="332" y="4222"/>
                    <a:pt x="348" y="4109"/>
                    <a:pt x="366" y="3997"/>
                  </a:cubicBezTo>
                  <a:cubicBezTo>
                    <a:pt x="379" y="3918"/>
                    <a:pt x="392" y="3839"/>
                    <a:pt x="405" y="3760"/>
                  </a:cubicBezTo>
                  <a:cubicBezTo>
                    <a:pt x="419" y="3684"/>
                    <a:pt x="431" y="3608"/>
                    <a:pt x="446" y="3533"/>
                  </a:cubicBezTo>
                  <a:cubicBezTo>
                    <a:pt x="460" y="3456"/>
                    <a:pt x="475" y="3383"/>
                    <a:pt x="488" y="3308"/>
                  </a:cubicBezTo>
                  <a:cubicBezTo>
                    <a:pt x="507" y="3219"/>
                    <a:pt x="525" y="3128"/>
                    <a:pt x="545" y="3040"/>
                  </a:cubicBezTo>
                  <a:cubicBezTo>
                    <a:pt x="563" y="2951"/>
                    <a:pt x="583" y="2864"/>
                    <a:pt x="604" y="2776"/>
                  </a:cubicBezTo>
                  <a:cubicBezTo>
                    <a:pt x="617" y="2726"/>
                    <a:pt x="629" y="2673"/>
                    <a:pt x="641" y="2622"/>
                  </a:cubicBezTo>
                  <a:cubicBezTo>
                    <a:pt x="651" y="2584"/>
                    <a:pt x="660" y="2546"/>
                    <a:pt x="670" y="2507"/>
                  </a:cubicBezTo>
                  <a:cubicBezTo>
                    <a:pt x="707" y="2363"/>
                    <a:pt x="747" y="2222"/>
                    <a:pt x="787" y="2085"/>
                  </a:cubicBezTo>
                  <a:cubicBezTo>
                    <a:pt x="805" y="2025"/>
                    <a:pt x="823" y="1966"/>
                    <a:pt x="842" y="1908"/>
                  </a:cubicBezTo>
                  <a:cubicBezTo>
                    <a:pt x="863" y="1843"/>
                    <a:pt x="884" y="1780"/>
                    <a:pt x="906" y="1718"/>
                  </a:cubicBezTo>
                  <a:cubicBezTo>
                    <a:pt x="916" y="1686"/>
                    <a:pt x="927" y="1654"/>
                    <a:pt x="939" y="1623"/>
                  </a:cubicBezTo>
                  <a:cubicBezTo>
                    <a:pt x="982" y="1504"/>
                    <a:pt x="1027" y="1387"/>
                    <a:pt x="1074" y="1276"/>
                  </a:cubicBezTo>
                  <a:cubicBezTo>
                    <a:pt x="1081" y="1257"/>
                    <a:pt x="1089" y="1240"/>
                    <a:pt x="1097" y="1220"/>
                  </a:cubicBezTo>
                  <a:cubicBezTo>
                    <a:pt x="1105" y="1202"/>
                    <a:pt x="1112" y="1183"/>
                    <a:pt x="1121" y="1165"/>
                  </a:cubicBezTo>
                  <a:cubicBezTo>
                    <a:pt x="1136" y="1129"/>
                    <a:pt x="1153" y="1093"/>
                    <a:pt x="1170" y="1058"/>
                  </a:cubicBezTo>
                  <a:cubicBezTo>
                    <a:pt x="1185" y="1023"/>
                    <a:pt x="1202" y="987"/>
                    <a:pt x="1219" y="953"/>
                  </a:cubicBezTo>
                  <a:cubicBezTo>
                    <a:pt x="1236" y="918"/>
                    <a:pt x="1253" y="884"/>
                    <a:pt x="1270" y="851"/>
                  </a:cubicBezTo>
                  <a:cubicBezTo>
                    <a:pt x="1360" y="677"/>
                    <a:pt x="1454" y="518"/>
                    <a:pt x="1558" y="373"/>
                  </a:cubicBezTo>
                  <a:cubicBezTo>
                    <a:pt x="1570" y="357"/>
                    <a:pt x="1581" y="341"/>
                    <a:pt x="1593" y="325"/>
                  </a:cubicBezTo>
                  <a:cubicBezTo>
                    <a:pt x="1620" y="287"/>
                    <a:pt x="1650" y="250"/>
                    <a:pt x="1680" y="213"/>
                  </a:cubicBezTo>
                  <a:cubicBezTo>
                    <a:pt x="1705" y="182"/>
                    <a:pt x="1730" y="151"/>
                    <a:pt x="1756" y="123"/>
                  </a:cubicBezTo>
                  <a:cubicBezTo>
                    <a:pt x="1764" y="111"/>
                    <a:pt x="1772" y="102"/>
                    <a:pt x="1781" y="93"/>
                  </a:cubicBezTo>
                  <a:cubicBezTo>
                    <a:pt x="1810" y="61"/>
                    <a:pt x="1841" y="30"/>
                    <a:pt x="1871" y="1"/>
                  </a:cubicBezTo>
                  <a:lnTo>
                    <a:pt x="2827" y="57"/>
                  </a:lnTo>
                  <a:lnTo>
                    <a:pt x="4222" y="139"/>
                  </a:lnTo>
                  <a:lnTo>
                    <a:pt x="4223" y="139"/>
                  </a:lnTo>
                  <a:lnTo>
                    <a:pt x="6091" y="250"/>
                  </a:lnTo>
                  <a:lnTo>
                    <a:pt x="6103" y="251"/>
                  </a:lnTo>
                  <a:cubicBezTo>
                    <a:pt x="6238" y="769"/>
                    <a:pt x="6362" y="1371"/>
                    <a:pt x="6476" y="2021"/>
                  </a:cubicBezTo>
                  <a:cubicBezTo>
                    <a:pt x="7110" y="5617"/>
                    <a:pt x="7424" y="10640"/>
                    <a:pt x="7424" y="1064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a:off x="2712861" y="3585140"/>
              <a:ext cx="128417" cy="775138"/>
            </a:xfrm>
            <a:custGeom>
              <a:avLst/>
              <a:gdLst/>
              <a:ahLst/>
              <a:cxnLst/>
              <a:rect l="l" t="t" r="r" b="b"/>
              <a:pathLst>
                <a:path w="1214" h="7328" extrusionOk="0">
                  <a:moveTo>
                    <a:pt x="1177" y="0"/>
                  </a:moveTo>
                  <a:lnTo>
                    <a:pt x="1213" y="7327"/>
                  </a:lnTo>
                  <a:lnTo>
                    <a:pt x="0" y="7327"/>
                  </a:lnTo>
                  <a:lnTo>
                    <a:pt x="690" y="11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a:off x="2364743" y="3220103"/>
              <a:ext cx="226792" cy="1140176"/>
            </a:xfrm>
            <a:custGeom>
              <a:avLst/>
              <a:gdLst/>
              <a:ahLst/>
              <a:cxnLst/>
              <a:rect l="l" t="t" r="r" b="b"/>
              <a:pathLst>
                <a:path w="2144" h="10779" fill="none" extrusionOk="0">
                  <a:moveTo>
                    <a:pt x="191" y="10778"/>
                  </a:moveTo>
                  <a:cubicBezTo>
                    <a:pt x="0" y="2207"/>
                    <a:pt x="2143" y="0"/>
                    <a:pt x="2143" y="0"/>
                  </a:cubicBezTo>
                </a:path>
              </a:pathLst>
            </a:custGeom>
            <a:noFill/>
            <a:ln w="475" cap="flat" cmpd="sng">
              <a:solidFill>
                <a:srgbClr val="BAA9B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p:cNvSpPr/>
            <p:nvPr/>
          </p:nvSpPr>
          <p:spPr>
            <a:xfrm>
              <a:off x="2469676" y="3295840"/>
              <a:ext cx="267094" cy="193361"/>
            </a:xfrm>
            <a:custGeom>
              <a:avLst/>
              <a:gdLst/>
              <a:ahLst/>
              <a:cxnLst/>
              <a:rect l="l" t="t" r="r" b="b"/>
              <a:pathLst>
                <a:path w="2525" h="1828" fill="none" extrusionOk="0">
                  <a:moveTo>
                    <a:pt x="0" y="1804"/>
                  </a:moveTo>
                  <a:cubicBezTo>
                    <a:pt x="0" y="1804"/>
                    <a:pt x="2111" y="1828"/>
                    <a:pt x="2524" y="1"/>
                  </a:cubicBezTo>
                </a:path>
              </a:pathLst>
            </a:custGeom>
            <a:noFill/>
            <a:ln w="19050"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6"/>
            <p:cNvSpPr/>
            <p:nvPr/>
          </p:nvSpPr>
          <p:spPr>
            <a:xfrm>
              <a:off x="2712756" y="3585246"/>
              <a:ext cx="124609" cy="775032"/>
            </a:xfrm>
            <a:custGeom>
              <a:avLst/>
              <a:gdLst/>
              <a:ahLst/>
              <a:cxnLst/>
              <a:rect l="l" t="t" r="r" b="b"/>
              <a:pathLst>
                <a:path w="1178" h="7327" fill="none" extrusionOk="0">
                  <a:moveTo>
                    <a:pt x="0" y="7326"/>
                  </a:moveTo>
                  <a:lnTo>
                    <a:pt x="691" y="118"/>
                  </a:lnTo>
                  <a:lnTo>
                    <a:pt x="1178" y="1"/>
                  </a:lnTo>
                </a:path>
              </a:pathLst>
            </a:custGeom>
            <a:noFill/>
            <a:ln w="475" cap="flat" cmpd="sng">
              <a:solidFill>
                <a:srgbClr val="BAA9B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6"/>
            <p:cNvSpPr/>
            <p:nvPr/>
          </p:nvSpPr>
          <p:spPr>
            <a:xfrm>
              <a:off x="2100402" y="2230453"/>
              <a:ext cx="650441" cy="889695"/>
            </a:xfrm>
            <a:custGeom>
              <a:avLst/>
              <a:gdLst/>
              <a:ahLst/>
              <a:cxnLst/>
              <a:rect l="l" t="t" r="r" b="b"/>
              <a:pathLst>
                <a:path w="6149" h="8411" extrusionOk="0">
                  <a:moveTo>
                    <a:pt x="1755" y="8245"/>
                  </a:moveTo>
                  <a:lnTo>
                    <a:pt x="1755" y="8245"/>
                  </a:lnTo>
                  <a:cubicBezTo>
                    <a:pt x="848" y="8411"/>
                    <a:pt x="0" y="7664"/>
                    <a:pt x="115" y="6751"/>
                  </a:cubicBezTo>
                  <a:cubicBezTo>
                    <a:pt x="413" y="4403"/>
                    <a:pt x="2110" y="1914"/>
                    <a:pt x="3471" y="547"/>
                  </a:cubicBezTo>
                  <a:cubicBezTo>
                    <a:pt x="4015" y="0"/>
                    <a:pt x="4990" y="268"/>
                    <a:pt x="5549" y="800"/>
                  </a:cubicBezTo>
                  <a:cubicBezTo>
                    <a:pt x="6031" y="1258"/>
                    <a:pt x="6148" y="1982"/>
                    <a:pt x="5833" y="2567"/>
                  </a:cubicBezTo>
                  <a:lnTo>
                    <a:pt x="2685" y="7613"/>
                  </a:lnTo>
                  <a:cubicBezTo>
                    <a:pt x="2477" y="7946"/>
                    <a:pt x="2140" y="8174"/>
                    <a:pt x="1755" y="824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6"/>
            <p:cNvSpPr/>
            <p:nvPr/>
          </p:nvSpPr>
          <p:spPr>
            <a:xfrm>
              <a:off x="1361749" y="2330730"/>
              <a:ext cx="97847" cy="168821"/>
            </a:xfrm>
            <a:custGeom>
              <a:avLst/>
              <a:gdLst/>
              <a:ahLst/>
              <a:cxnLst/>
              <a:rect l="l" t="t" r="r" b="b"/>
              <a:pathLst>
                <a:path w="925" h="1596" extrusionOk="0">
                  <a:moveTo>
                    <a:pt x="1" y="1427"/>
                  </a:moveTo>
                  <a:lnTo>
                    <a:pt x="550" y="1596"/>
                  </a:lnTo>
                  <a:lnTo>
                    <a:pt x="673" y="1374"/>
                  </a:lnTo>
                  <a:lnTo>
                    <a:pt x="853" y="1047"/>
                  </a:lnTo>
                  <a:lnTo>
                    <a:pt x="924" y="918"/>
                  </a:lnTo>
                  <a:lnTo>
                    <a:pt x="446"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6"/>
            <p:cNvSpPr/>
            <p:nvPr/>
          </p:nvSpPr>
          <p:spPr>
            <a:xfrm>
              <a:off x="2624748" y="2117589"/>
              <a:ext cx="288251" cy="288349"/>
            </a:xfrm>
            <a:custGeom>
              <a:avLst/>
              <a:gdLst/>
              <a:ahLst/>
              <a:cxnLst/>
              <a:rect l="l" t="t" r="r" b="b"/>
              <a:pathLst>
                <a:path w="2725" h="2726" extrusionOk="0">
                  <a:moveTo>
                    <a:pt x="2158" y="2725"/>
                  </a:moveTo>
                  <a:lnTo>
                    <a:pt x="2724" y="1501"/>
                  </a:lnTo>
                  <a:lnTo>
                    <a:pt x="427" y="1"/>
                  </a:lnTo>
                  <a:lnTo>
                    <a:pt x="1" y="71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6"/>
            <p:cNvSpPr/>
            <p:nvPr/>
          </p:nvSpPr>
          <p:spPr>
            <a:xfrm>
              <a:off x="1218524" y="2462422"/>
              <a:ext cx="177816" cy="243077"/>
            </a:xfrm>
            <a:custGeom>
              <a:avLst/>
              <a:gdLst/>
              <a:ahLst/>
              <a:cxnLst/>
              <a:rect l="l" t="t" r="r" b="b"/>
              <a:pathLst>
                <a:path w="1681" h="2298" extrusionOk="0">
                  <a:moveTo>
                    <a:pt x="480" y="2253"/>
                  </a:moveTo>
                  <a:lnTo>
                    <a:pt x="480" y="2253"/>
                  </a:lnTo>
                  <a:cubicBezTo>
                    <a:pt x="232" y="2298"/>
                    <a:pt x="1" y="2094"/>
                    <a:pt x="32" y="1845"/>
                  </a:cubicBezTo>
                  <a:cubicBezTo>
                    <a:pt x="113" y="1204"/>
                    <a:pt x="577" y="524"/>
                    <a:pt x="949" y="150"/>
                  </a:cubicBezTo>
                  <a:cubicBezTo>
                    <a:pt x="1097" y="0"/>
                    <a:pt x="1364" y="73"/>
                    <a:pt x="1517" y="218"/>
                  </a:cubicBezTo>
                  <a:cubicBezTo>
                    <a:pt x="1648" y="344"/>
                    <a:pt x="1680" y="542"/>
                    <a:pt x="1595" y="702"/>
                  </a:cubicBezTo>
                  <a:lnTo>
                    <a:pt x="734" y="2081"/>
                  </a:lnTo>
                  <a:cubicBezTo>
                    <a:pt x="678" y="2171"/>
                    <a:pt x="585" y="2234"/>
                    <a:pt x="480" y="225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p:cNvSpPr/>
            <p:nvPr/>
          </p:nvSpPr>
          <p:spPr>
            <a:xfrm>
              <a:off x="1284639" y="2449638"/>
              <a:ext cx="159516" cy="294696"/>
            </a:xfrm>
            <a:custGeom>
              <a:avLst/>
              <a:gdLst/>
              <a:ahLst/>
              <a:cxnLst/>
              <a:rect l="l" t="t" r="r" b="b"/>
              <a:pathLst>
                <a:path w="1508" h="2786" extrusionOk="0">
                  <a:moveTo>
                    <a:pt x="76" y="1693"/>
                  </a:moveTo>
                  <a:cubicBezTo>
                    <a:pt x="193" y="2247"/>
                    <a:pt x="335" y="2717"/>
                    <a:pt x="335" y="2717"/>
                  </a:cubicBezTo>
                  <a:lnTo>
                    <a:pt x="1492" y="2785"/>
                  </a:lnTo>
                  <a:lnTo>
                    <a:pt x="1244" y="1741"/>
                  </a:lnTo>
                  <a:cubicBezTo>
                    <a:pt x="1491" y="1510"/>
                    <a:pt x="1507" y="1230"/>
                    <a:pt x="1456" y="985"/>
                  </a:cubicBezTo>
                  <a:cubicBezTo>
                    <a:pt x="1410" y="763"/>
                    <a:pt x="1308" y="571"/>
                    <a:pt x="1277" y="474"/>
                  </a:cubicBezTo>
                  <a:lnTo>
                    <a:pt x="819" y="25"/>
                  </a:lnTo>
                  <a:cubicBezTo>
                    <a:pt x="795" y="1"/>
                    <a:pt x="235" y="37"/>
                    <a:pt x="66" y="827"/>
                  </a:cubicBezTo>
                  <a:cubicBezTo>
                    <a:pt x="0" y="1128"/>
                    <a:pt x="20" y="1427"/>
                    <a:pt x="76" y="169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6"/>
            <p:cNvSpPr/>
            <p:nvPr/>
          </p:nvSpPr>
          <p:spPr>
            <a:xfrm>
              <a:off x="1284848" y="2449411"/>
              <a:ext cx="159516" cy="294696"/>
            </a:xfrm>
            <a:custGeom>
              <a:avLst/>
              <a:gdLst/>
              <a:ahLst/>
              <a:cxnLst/>
              <a:rect l="l" t="t" r="r" b="b"/>
              <a:pathLst>
                <a:path w="1508" h="2786" extrusionOk="0">
                  <a:moveTo>
                    <a:pt x="76" y="1693"/>
                  </a:moveTo>
                  <a:cubicBezTo>
                    <a:pt x="193" y="2247"/>
                    <a:pt x="335" y="2717"/>
                    <a:pt x="335" y="2717"/>
                  </a:cubicBezTo>
                  <a:lnTo>
                    <a:pt x="1492" y="2785"/>
                  </a:lnTo>
                  <a:lnTo>
                    <a:pt x="1244" y="1741"/>
                  </a:lnTo>
                  <a:cubicBezTo>
                    <a:pt x="1491" y="1510"/>
                    <a:pt x="1507" y="1230"/>
                    <a:pt x="1456" y="985"/>
                  </a:cubicBezTo>
                  <a:cubicBezTo>
                    <a:pt x="1410" y="763"/>
                    <a:pt x="1308" y="571"/>
                    <a:pt x="1277" y="474"/>
                  </a:cubicBezTo>
                  <a:lnTo>
                    <a:pt x="819" y="25"/>
                  </a:lnTo>
                  <a:cubicBezTo>
                    <a:pt x="795" y="1"/>
                    <a:pt x="235" y="37"/>
                    <a:pt x="66" y="827"/>
                  </a:cubicBezTo>
                  <a:cubicBezTo>
                    <a:pt x="0" y="1128"/>
                    <a:pt x="20" y="1427"/>
                    <a:pt x="76" y="169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6"/>
            <p:cNvSpPr/>
            <p:nvPr/>
          </p:nvSpPr>
          <p:spPr>
            <a:xfrm>
              <a:off x="1283896" y="2526840"/>
              <a:ext cx="104828" cy="214094"/>
            </a:xfrm>
            <a:custGeom>
              <a:avLst/>
              <a:gdLst/>
              <a:ahLst/>
              <a:cxnLst/>
              <a:rect l="l" t="t" r="r" b="b"/>
              <a:pathLst>
                <a:path w="991" h="2024" extrusionOk="0">
                  <a:moveTo>
                    <a:pt x="886" y="0"/>
                  </a:moveTo>
                  <a:lnTo>
                    <a:pt x="594" y="1315"/>
                  </a:lnTo>
                  <a:lnTo>
                    <a:pt x="990" y="2024"/>
                  </a:lnTo>
                  <a:lnTo>
                    <a:pt x="344" y="1985"/>
                  </a:lnTo>
                  <a:lnTo>
                    <a:pt x="0" y="851"/>
                  </a:lnTo>
                  <a:lnTo>
                    <a:pt x="0" y="7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6"/>
            <p:cNvSpPr/>
            <p:nvPr/>
          </p:nvSpPr>
          <p:spPr>
            <a:xfrm>
              <a:off x="1313619" y="2881617"/>
              <a:ext cx="386203" cy="93719"/>
            </a:xfrm>
            <a:custGeom>
              <a:avLst/>
              <a:gdLst/>
              <a:ahLst/>
              <a:cxnLst/>
              <a:rect l="l" t="t" r="r" b="b"/>
              <a:pathLst>
                <a:path w="3651" h="886" extrusionOk="0">
                  <a:moveTo>
                    <a:pt x="247" y="885"/>
                  </a:moveTo>
                  <a:cubicBezTo>
                    <a:pt x="111" y="885"/>
                    <a:pt x="1" y="774"/>
                    <a:pt x="1" y="637"/>
                  </a:cubicBezTo>
                  <a:lnTo>
                    <a:pt x="1" y="249"/>
                  </a:lnTo>
                  <a:cubicBezTo>
                    <a:pt x="1" y="111"/>
                    <a:pt x="111" y="0"/>
                    <a:pt x="247" y="0"/>
                  </a:cubicBezTo>
                  <a:lnTo>
                    <a:pt x="3403" y="0"/>
                  </a:lnTo>
                  <a:cubicBezTo>
                    <a:pt x="3539" y="0"/>
                    <a:pt x="3651" y="111"/>
                    <a:pt x="3651" y="249"/>
                  </a:cubicBezTo>
                  <a:lnTo>
                    <a:pt x="3651" y="637"/>
                  </a:lnTo>
                  <a:cubicBezTo>
                    <a:pt x="3651" y="774"/>
                    <a:pt x="3539" y="885"/>
                    <a:pt x="3403" y="885"/>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p:cNvSpPr/>
            <p:nvPr/>
          </p:nvSpPr>
          <p:spPr>
            <a:xfrm>
              <a:off x="1713781" y="2333903"/>
              <a:ext cx="422062" cy="93719"/>
            </a:xfrm>
            <a:custGeom>
              <a:avLst/>
              <a:gdLst/>
              <a:ahLst/>
              <a:cxnLst/>
              <a:rect l="l" t="t" r="r" b="b"/>
              <a:pathLst>
                <a:path w="3990" h="886" extrusionOk="0">
                  <a:moveTo>
                    <a:pt x="248" y="886"/>
                  </a:moveTo>
                  <a:cubicBezTo>
                    <a:pt x="112" y="886"/>
                    <a:pt x="0" y="775"/>
                    <a:pt x="0" y="638"/>
                  </a:cubicBezTo>
                  <a:lnTo>
                    <a:pt x="0" y="249"/>
                  </a:lnTo>
                  <a:cubicBezTo>
                    <a:pt x="0" y="113"/>
                    <a:pt x="112" y="1"/>
                    <a:pt x="248" y="1"/>
                  </a:cubicBezTo>
                  <a:lnTo>
                    <a:pt x="3742" y="1"/>
                  </a:lnTo>
                  <a:cubicBezTo>
                    <a:pt x="3879" y="1"/>
                    <a:pt x="3990" y="113"/>
                    <a:pt x="3990" y="249"/>
                  </a:cubicBezTo>
                  <a:lnTo>
                    <a:pt x="3990" y="638"/>
                  </a:lnTo>
                  <a:cubicBezTo>
                    <a:pt x="3990" y="775"/>
                    <a:pt x="3879" y="886"/>
                    <a:pt x="3742" y="886"/>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6"/>
            <p:cNvSpPr/>
            <p:nvPr/>
          </p:nvSpPr>
          <p:spPr>
            <a:xfrm>
              <a:off x="1406282" y="2428679"/>
              <a:ext cx="43158" cy="44955"/>
            </a:xfrm>
            <a:custGeom>
              <a:avLst/>
              <a:gdLst/>
              <a:ahLst/>
              <a:cxnLst/>
              <a:rect l="l" t="t" r="r" b="b"/>
              <a:pathLst>
                <a:path w="408" h="425" extrusionOk="0">
                  <a:moveTo>
                    <a:pt x="50" y="0"/>
                  </a:moveTo>
                  <a:cubicBezTo>
                    <a:pt x="50" y="0"/>
                    <a:pt x="0" y="253"/>
                    <a:pt x="267" y="424"/>
                  </a:cubicBezTo>
                  <a:lnTo>
                    <a:pt x="407" y="16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6"/>
            <p:cNvSpPr/>
            <p:nvPr/>
          </p:nvSpPr>
          <p:spPr>
            <a:xfrm>
              <a:off x="2353443" y="2219243"/>
              <a:ext cx="583165" cy="1078507"/>
            </a:xfrm>
            <a:custGeom>
              <a:avLst/>
              <a:gdLst/>
              <a:ahLst/>
              <a:cxnLst/>
              <a:rect l="l" t="t" r="r" b="b"/>
              <a:pathLst>
                <a:path w="5513" h="10196" extrusionOk="0">
                  <a:moveTo>
                    <a:pt x="277" y="6194"/>
                  </a:moveTo>
                  <a:cubicBezTo>
                    <a:pt x="705" y="8223"/>
                    <a:pt x="1226" y="9943"/>
                    <a:pt x="1226" y="9943"/>
                  </a:cubicBezTo>
                  <a:lnTo>
                    <a:pt x="5458" y="10196"/>
                  </a:lnTo>
                  <a:lnTo>
                    <a:pt x="4550" y="6371"/>
                  </a:lnTo>
                  <a:cubicBezTo>
                    <a:pt x="5457" y="5525"/>
                    <a:pt x="5513" y="4498"/>
                    <a:pt x="5327" y="3604"/>
                  </a:cubicBezTo>
                  <a:cubicBezTo>
                    <a:pt x="5157" y="2791"/>
                    <a:pt x="4787" y="2087"/>
                    <a:pt x="4675" y="1733"/>
                  </a:cubicBezTo>
                  <a:lnTo>
                    <a:pt x="2995" y="89"/>
                  </a:lnTo>
                  <a:cubicBezTo>
                    <a:pt x="2905" y="0"/>
                    <a:pt x="857" y="136"/>
                    <a:pt x="236" y="3027"/>
                  </a:cubicBezTo>
                  <a:cubicBezTo>
                    <a:pt x="1" y="4128"/>
                    <a:pt x="73" y="5221"/>
                    <a:pt x="277" y="6194"/>
                  </a:cubicBezTo>
                  <a:close/>
                </a:path>
              </a:pathLst>
            </a:custGeom>
            <a:solidFill>
              <a:srgbClr val="FFFFFF">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6"/>
            <p:cNvSpPr/>
            <p:nvPr/>
          </p:nvSpPr>
          <p:spPr>
            <a:xfrm>
              <a:off x="1321236" y="2268533"/>
              <a:ext cx="195058" cy="89699"/>
            </a:xfrm>
            <a:custGeom>
              <a:avLst/>
              <a:gdLst/>
              <a:ahLst/>
              <a:cxnLst/>
              <a:rect l="l" t="t" r="r" b="b"/>
              <a:pathLst>
                <a:path w="1844" h="848" extrusionOk="0">
                  <a:moveTo>
                    <a:pt x="1361" y="636"/>
                  </a:moveTo>
                  <a:cubicBezTo>
                    <a:pt x="1843" y="553"/>
                    <a:pt x="1648" y="1"/>
                    <a:pt x="1233" y="214"/>
                  </a:cubicBezTo>
                  <a:cubicBezTo>
                    <a:pt x="935" y="366"/>
                    <a:pt x="713" y="13"/>
                    <a:pt x="405" y="188"/>
                  </a:cubicBezTo>
                  <a:cubicBezTo>
                    <a:pt x="1" y="418"/>
                    <a:pt x="394" y="848"/>
                    <a:pt x="394" y="84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6"/>
            <p:cNvSpPr/>
            <p:nvPr/>
          </p:nvSpPr>
          <p:spPr>
            <a:xfrm>
              <a:off x="1383857" y="2310420"/>
              <a:ext cx="118474" cy="158137"/>
            </a:xfrm>
            <a:custGeom>
              <a:avLst/>
              <a:gdLst/>
              <a:ahLst/>
              <a:cxnLst/>
              <a:rect l="l" t="t" r="r" b="b"/>
              <a:pathLst>
                <a:path w="1120" h="1495" extrusionOk="0">
                  <a:moveTo>
                    <a:pt x="122" y="1088"/>
                  </a:moveTo>
                  <a:lnTo>
                    <a:pt x="696" y="1413"/>
                  </a:lnTo>
                  <a:cubicBezTo>
                    <a:pt x="839" y="1494"/>
                    <a:pt x="1020" y="1411"/>
                    <a:pt x="1050" y="1248"/>
                  </a:cubicBezTo>
                  <a:cubicBezTo>
                    <a:pt x="1091" y="1027"/>
                    <a:pt x="1120" y="728"/>
                    <a:pt x="1047" y="480"/>
                  </a:cubicBezTo>
                  <a:cubicBezTo>
                    <a:pt x="1004" y="333"/>
                    <a:pt x="913" y="210"/>
                    <a:pt x="795" y="126"/>
                  </a:cubicBezTo>
                  <a:cubicBezTo>
                    <a:pt x="743" y="88"/>
                    <a:pt x="683" y="57"/>
                    <a:pt x="620" y="37"/>
                  </a:cubicBezTo>
                  <a:lnTo>
                    <a:pt x="620" y="37"/>
                  </a:lnTo>
                  <a:lnTo>
                    <a:pt x="584" y="25"/>
                  </a:lnTo>
                  <a:lnTo>
                    <a:pt x="580" y="24"/>
                  </a:lnTo>
                  <a:cubicBezTo>
                    <a:pt x="563" y="19"/>
                    <a:pt x="545" y="15"/>
                    <a:pt x="527" y="11"/>
                  </a:cubicBezTo>
                  <a:cubicBezTo>
                    <a:pt x="483" y="3"/>
                    <a:pt x="439" y="0"/>
                    <a:pt x="393" y="1"/>
                  </a:cubicBezTo>
                  <a:cubicBezTo>
                    <a:pt x="349" y="2"/>
                    <a:pt x="308" y="10"/>
                    <a:pt x="269" y="24"/>
                  </a:cubicBezTo>
                  <a:cubicBezTo>
                    <a:pt x="107" y="84"/>
                    <a:pt x="1" y="250"/>
                    <a:pt x="26" y="432"/>
                  </a:cubicBezTo>
                  <a:lnTo>
                    <a:pt x="49" y="589"/>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6"/>
            <p:cNvSpPr/>
            <p:nvPr/>
          </p:nvSpPr>
          <p:spPr>
            <a:xfrm>
              <a:off x="1328852" y="2289900"/>
              <a:ext cx="130744" cy="133280"/>
            </a:xfrm>
            <a:custGeom>
              <a:avLst/>
              <a:gdLst/>
              <a:ahLst/>
              <a:cxnLst/>
              <a:rect l="l" t="t" r="r" b="b"/>
              <a:pathLst>
                <a:path w="1236" h="1260" extrusionOk="0">
                  <a:moveTo>
                    <a:pt x="1235" y="271"/>
                  </a:moveTo>
                  <a:cubicBezTo>
                    <a:pt x="868" y="1"/>
                    <a:pt x="484" y="132"/>
                    <a:pt x="274" y="305"/>
                  </a:cubicBezTo>
                  <a:cubicBezTo>
                    <a:pt x="126" y="427"/>
                    <a:pt x="1" y="623"/>
                    <a:pt x="109" y="793"/>
                  </a:cubicBezTo>
                  <a:cubicBezTo>
                    <a:pt x="207" y="947"/>
                    <a:pt x="452" y="975"/>
                    <a:pt x="484" y="1260"/>
                  </a:cubicBezTo>
                  <a:lnTo>
                    <a:pt x="813" y="48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6"/>
            <p:cNvSpPr/>
            <p:nvPr/>
          </p:nvSpPr>
          <p:spPr>
            <a:xfrm>
              <a:off x="2410651" y="3234701"/>
              <a:ext cx="550796" cy="213776"/>
            </a:xfrm>
            <a:custGeom>
              <a:avLst/>
              <a:gdLst/>
              <a:ahLst/>
              <a:cxnLst/>
              <a:rect l="l" t="t" r="r" b="b"/>
              <a:pathLst>
                <a:path w="5207" h="2021" extrusionOk="0">
                  <a:moveTo>
                    <a:pt x="5206" y="2021"/>
                  </a:moveTo>
                  <a:cubicBezTo>
                    <a:pt x="4473" y="1854"/>
                    <a:pt x="3566" y="1646"/>
                    <a:pt x="2679" y="1445"/>
                  </a:cubicBezTo>
                  <a:cubicBezTo>
                    <a:pt x="2098" y="1314"/>
                    <a:pt x="1525" y="1185"/>
                    <a:pt x="1016" y="1072"/>
                  </a:cubicBezTo>
                  <a:cubicBezTo>
                    <a:pt x="636" y="988"/>
                    <a:pt x="290" y="913"/>
                    <a:pt x="0" y="851"/>
                  </a:cubicBezTo>
                  <a:cubicBezTo>
                    <a:pt x="16" y="821"/>
                    <a:pt x="30" y="793"/>
                    <a:pt x="47" y="763"/>
                  </a:cubicBezTo>
                  <a:cubicBezTo>
                    <a:pt x="66" y="726"/>
                    <a:pt x="86" y="691"/>
                    <a:pt x="107" y="657"/>
                  </a:cubicBezTo>
                  <a:cubicBezTo>
                    <a:pt x="124" y="626"/>
                    <a:pt x="142" y="595"/>
                    <a:pt x="160" y="565"/>
                  </a:cubicBezTo>
                  <a:cubicBezTo>
                    <a:pt x="168" y="553"/>
                    <a:pt x="176" y="541"/>
                    <a:pt x="184" y="529"/>
                  </a:cubicBezTo>
                  <a:cubicBezTo>
                    <a:pt x="200" y="501"/>
                    <a:pt x="219" y="476"/>
                    <a:pt x="236" y="450"/>
                  </a:cubicBezTo>
                  <a:cubicBezTo>
                    <a:pt x="253" y="423"/>
                    <a:pt x="270" y="398"/>
                    <a:pt x="288" y="373"/>
                  </a:cubicBezTo>
                  <a:cubicBezTo>
                    <a:pt x="311" y="341"/>
                    <a:pt x="334" y="309"/>
                    <a:pt x="358" y="278"/>
                  </a:cubicBezTo>
                  <a:cubicBezTo>
                    <a:pt x="374" y="255"/>
                    <a:pt x="391" y="234"/>
                    <a:pt x="410" y="213"/>
                  </a:cubicBezTo>
                  <a:cubicBezTo>
                    <a:pt x="470" y="137"/>
                    <a:pt x="534" y="66"/>
                    <a:pt x="601" y="1"/>
                  </a:cubicBezTo>
                  <a:lnTo>
                    <a:pt x="1557" y="57"/>
                  </a:lnTo>
                  <a:lnTo>
                    <a:pt x="2953" y="139"/>
                  </a:lnTo>
                  <a:lnTo>
                    <a:pt x="4821" y="250"/>
                  </a:lnTo>
                  <a:lnTo>
                    <a:pt x="4833" y="251"/>
                  </a:lnTo>
                  <a:cubicBezTo>
                    <a:pt x="4968" y="769"/>
                    <a:pt x="5092" y="1371"/>
                    <a:pt x="5206" y="20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6"/>
            <p:cNvSpPr/>
            <p:nvPr/>
          </p:nvSpPr>
          <p:spPr>
            <a:xfrm>
              <a:off x="2240665" y="3234701"/>
              <a:ext cx="334794" cy="1125578"/>
            </a:xfrm>
            <a:custGeom>
              <a:avLst/>
              <a:gdLst/>
              <a:ahLst/>
              <a:cxnLst/>
              <a:rect l="l" t="t" r="r" b="b"/>
              <a:pathLst>
                <a:path w="3165" h="10641" extrusionOk="0">
                  <a:moveTo>
                    <a:pt x="1365" y="10640"/>
                  </a:moveTo>
                  <a:lnTo>
                    <a:pt x="365" y="10640"/>
                  </a:lnTo>
                  <a:cubicBezTo>
                    <a:pt x="365" y="10640"/>
                    <a:pt x="0" y="2177"/>
                    <a:pt x="2208" y="1"/>
                  </a:cubicBezTo>
                  <a:lnTo>
                    <a:pt x="3164" y="57"/>
                  </a:lnTo>
                  <a:cubicBezTo>
                    <a:pt x="2679" y="752"/>
                    <a:pt x="1204" y="3468"/>
                    <a:pt x="1365" y="1064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6"/>
            <p:cNvSpPr/>
            <p:nvPr/>
          </p:nvSpPr>
          <p:spPr>
            <a:xfrm>
              <a:off x="1337102" y="2332845"/>
              <a:ext cx="72354" cy="85468"/>
            </a:xfrm>
            <a:custGeom>
              <a:avLst/>
              <a:gdLst/>
              <a:ahLst/>
              <a:cxnLst/>
              <a:rect l="l" t="t" r="r" b="b"/>
              <a:pathLst>
                <a:path w="684" h="808" extrusionOk="0">
                  <a:moveTo>
                    <a:pt x="684" y="457"/>
                  </a:moveTo>
                  <a:cubicBezTo>
                    <a:pt x="78" y="1"/>
                    <a:pt x="0" y="808"/>
                    <a:pt x="659" y="764"/>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6"/>
            <p:cNvSpPr/>
            <p:nvPr/>
          </p:nvSpPr>
          <p:spPr>
            <a:xfrm>
              <a:off x="1474297" y="2366271"/>
              <a:ext cx="46861" cy="47071"/>
            </a:xfrm>
            <a:custGeom>
              <a:avLst/>
              <a:gdLst/>
              <a:ahLst/>
              <a:cxnLst/>
              <a:rect l="l" t="t" r="r" b="b"/>
              <a:pathLst>
                <a:path w="443" h="445" extrusionOk="0">
                  <a:moveTo>
                    <a:pt x="210" y="21"/>
                  </a:moveTo>
                  <a:cubicBezTo>
                    <a:pt x="243" y="145"/>
                    <a:pt x="325" y="180"/>
                    <a:pt x="381" y="189"/>
                  </a:cubicBezTo>
                  <a:cubicBezTo>
                    <a:pt x="417" y="193"/>
                    <a:pt x="442" y="225"/>
                    <a:pt x="441" y="261"/>
                  </a:cubicBezTo>
                  <a:cubicBezTo>
                    <a:pt x="439" y="309"/>
                    <a:pt x="408" y="351"/>
                    <a:pt x="363" y="368"/>
                  </a:cubicBezTo>
                  <a:lnTo>
                    <a:pt x="205" y="429"/>
                  </a:lnTo>
                  <a:cubicBezTo>
                    <a:pt x="120" y="445"/>
                    <a:pt x="37" y="384"/>
                    <a:pt x="29" y="296"/>
                  </a:cubicBezTo>
                  <a:lnTo>
                    <a:pt x="1"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6"/>
            <p:cNvSpPr/>
            <p:nvPr/>
          </p:nvSpPr>
          <p:spPr>
            <a:xfrm>
              <a:off x="1403003" y="2394407"/>
              <a:ext cx="98375" cy="116778"/>
            </a:xfrm>
            <a:custGeom>
              <a:avLst/>
              <a:gdLst/>
              <a:ahLst/>
              <a:cxnLst/>
              <a:rect l="l" t="t" r="r" b="b"/>
              <a:pathLst>
                <a:path w="930" h="1104" extrusionOk="0">
                  <a:moveTo>
                    <a:pt x="908" y="151"/>
                  </a:moveTo>
                  <a:cubicBezTo>
                    <a:pt x="764" y="1"/>
                    <a:pt x="0" y="122"/>
                    <a:pt x="0" y="122"/>
                  </a:cubicBezTo>
                  <a:cubicBezTo>
                    <a:pt x="0" y="122"/>
                    <a:pt x="13" y="229"/>
                    <a:pt x="72" y="369"/>
                  </a:cubicBezTo>
                  <a:cubicBezTo>
                    <a:pt x="133" y="509"/>
                    <a:pt x="930" y="1104"/>
                    <a:pt x="908" y="15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6"/>
            <p:cNvSpPr/>
            <p:nvPr/>
          </p:nvSpPr>
          <p:spPr>
            <a:xfrm>
              <a:off x="1387982" y="2327556"/>
              <a:ext cx="35648" cy="92344"/>
            </a:xfrm>
            <a:custGeom>
              <a:avLst/>
              <a:gdLst/>
              <a:ahLst/>
              <a:cxnLst/>
              <a:rect l="l" t="t" r="r" b="b"/>
              <a:pathLst>
                <a:path w="337" h="873" extrusionOk="0">
                  <a:moveTo>
                    <a:pt x="286" y="0"/>
                  </a:moveTo>
                  <a:lnTo>
                    <a:pt x="337" y="797"/>
                  </a:lnTo>
                  <a:lnTo>
                    <a:pt x="175" y="873"/>
                  </a:lnTo>
                  <a:lnTo>
                    <a:pt x="1" y="2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6"/>
            <p:cNvSpPr/>
            <p:nvPr/>
          </p:nvSpPr>
          <p:spPr>
            <a:xfrm>
              <a:off x="1361749" y="2431535"/>
              <a:ext cx="78806" cy="78804"/>
            </a:xfrm>
            <a:custGeom>
              <a:avLst/>
              <a:gdLst/>
              <a:ahLst/>
              <a:cxnLst/>
              <a:rect l="l" t="t" r="r" b="b"/>
              <a:pathLst>
                <a:path w="745" h="745" extrusionOk="0">
                  <a:moveTo>
                    <a:pt x="590" y="745"/>
                  </a:moveTo>
                  <a:lnTo>
                    <a:pt x="745" y="411"/>
                  </a:lnTo>
                  <a:lnTo>
                    <a:pt x="118" y="1"/>
                  </a:lnTo>
                  <a:lnTo>
                    <a:pt x="1" y="19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6"/>
            <p:cNvSpPr/>
            <p:nvPr/>
          </p:nvSpPr>
          <p:spPr>
            <a:xfrm>
              <a:off x="1386290" y="2307882"/>
              <a:ext cx="70344" cy="66957"/>
            </a:xfrm>
            <a:custGeom>
              <a:avLst/>
              <a:gdLst/>
              <a:ahLst/>
              <a:cxnLst/>
              <a:rect l="l" t="t" r="r" b="b"/>
              <a:pathLst>
                <a:path w="665" h="633" extrusionOk="0">
                  <a:moveTo>
                    <a:pt x="210" y="632"/>
                  </a:moveTo>
                  <a:cubicBezTo>
                    <a:pt x="497" y="632"/>
                    <a:pt x="665" y="366"/>
                    <a:pt x="449" y="150"/>
                  </a:cubicBezTo>
                  <a:cubicBezTo>
                    <a:pt x="298" y="0"/>
                    <a:pt x="1" y="282"/>
                    <a:pt x="210" y="63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6"/>
            <p:cNvSpPr/>
            <p:nvPr/>
          </p:nvSpPr>
          <p:spPr>
            <a:xfrm>
              <a:off x="3254343" y="3972708"/>
              <a:ext cx="280317" cy="280099"/>
            </a:xfrm>
            <a:custGeom>
              <a:avLst/>
              <a:gdLst/>
              <a:ahLst/>
              <a:cxnLst/>
              <a:rect l="l" t="t" r="r" b="b"/>
              <a:pathLst>
                <a:path w="2650" h="2648" extrusionOk="0">
                  <a:moveTo>
                    <a:pt x="2649" y="1324"/>
                  </a:moveTo>
                  <a:cubicBezTo>
                    <a:pt x="2649" y="2055"/>
                    <a:pt x="2056" y="2648"/>
                    <a:pt x="1325" y="2648"/>
                  </a:cubicBezTo>
                  <a:cubicBezTo>
                    <a:pt x="594" y="2648"/>
                    <a:pt x="0" y="2055"/>
                    <a:pt x="0" y="1324"/>
                  </a:cubicBezTo>
                  <a:cubicBezTo>
                    <a:pt x="0" y="592"/>
                    <a:pt x="594" y="0"/>
                    <a:pt x="1325" y="0"/>
                  </a:cubicBezTo>
                  <a:cubicBezTo>
                    <a:pt x="2056" y="0"/>
                    <a:pt x="2649" y="592"/>
                    <a:pt x="2649" y="132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6"/>
            <p:cNvSpPr/>
            <p:nvPr/>
          </p:nvSpPr>
          <p:spPr>
            <a:xfrm>
              <a:off x="3303319" y="4023375"/>
              <a:ext cx="180778" cy="181197"/>
            </a:xfrm>
            <a:custGeom>
              <a:avLst/>
              <a:gdLst/>
              <a:ahLst/>
              <a:cxnLst/>
              <a:rect l="l" t="t" r="r" b="b"/>
              <a:pathLst>
                <a:path w="1709" h="1713" extrusionOk="0">
                  <a:moveTo>
                    <a:pt x="1657" y="1329"/>
                  </a:moveTo>
                  <a:lnTo>
                    <a:pt x="1400" y="1071"/>
                  </a:lnTo>
                  <a:cubicBezTo>
                    <a:pt x="1348" y="1020"/>
                    <a:pt x="1264" y="1021"/>
                    <a:pt x="1211" y="1075"/>
                  </a:cubicBezTo>
                  <a:lnTo>
                    <a:pt x="1082" y="1204"/>
                  </a:lnTo>
                  <a:cubicBezTo>
                    <a:pt x="1073" y="1199"/>
                    <a:pt x="1065" y="1195"/>
                    <a:pt x="1055" y="1190"/>
                  </a:cubicBezTo>
                  <a:cubicBezTo>
                    <a:pt x="974" y="1145"/>
                    <a:pt x="862" y="1083"/>
                    <a:pt x="745" y="964"/>
                  </a:cubicBezTo>
                  <a:cubicBezTo>
                    <a:pt x="626" y="846"/>
                    <a:pt x="564" y="734"/>
                    <a:pt x="518" y="652"/>
                  </a:cubicBezTo>
                  <a:cubicBezTo>
                    <a:pt x="514" y="644"/>
                    <a:pt x="509" y="635"/>
                    <a:pt x="504" y="627"/>
                  </a:cubicBezTo>
                  <a:lnTo>
                    <a:pt x="591" y="541"/>
                  </a:lnTo>
                  <a:lnTo>
                    <a:pt x="634" y="498"/>
                  </a:lnTo>
                  <a:cubicBezTo>
                    <a:pt x="687" y="445"/>
                    <a:pt x="689" y="359"/>
                    <a:pt x="637" y="309"/>
                  </a:cubicBezTo>
                  <a:lnTo>
                    <a:pt x="380" y="52"/>
                  </a:lnTo>
                  <a:cubicBezTo>
                    <a:pt x="330" y="0"/>
                    <a:pt x="244" y="1"/>
                    <a:pt x="191" y="55"/>
                  </a:cubicBezTo>
                  <a:lnTo>
                    <a:pt x="119" y="128"/>
                  </a:lnTo>
                  <a:lnTo>
                    <a:pt x="120" y="129"/>
                  </a:lnTo>
                  <a:cubicBezTo>
                    <a:pt x="96" y="160"/>
                    <a:pt x="76" y="197"/>
                    <a:pt x="61" y="235"/>
                  </a:cubicBezTo>
                  <a:cubicBezTo>
                    <a:pt x="47" y="272"/>
                    <a:pt x="38" y="307"/>
                    <a:pt x="35" y="342"/>
                  </a:cubicBezTo>
                  <a:cubicBezTo>
                    <a:pt x="0" y="623"/>
                    <a:pt x="130" y="881"/>
                    <a:pt x="478" y="1230"/>
                  </a:cubicBezTo>
                  <a:cubicBezTo>
                    <a:pt x="961" y="1713"/>
                    <a:pt x="1349" y="1676"/>
                    <a:pt x="1366" y="1674"/>
                  </a:cubicBezTo>
                  <a:cubicBezTo>
                    <a:pt x="1403" y="1669"/>
                    <a:pt x="1438" y="1661"/>
                    <a:pt x="1474" y="1648"/>
                  </a:cubicBezTo>
                  <a:cubicBezTo>
                    <a:pt x="1512" y="1633"/>
                    <a:pt x="1547" y="1612"/>
                    <a:pt x="1579" y="1588"/>
                  </a:cubicBezTo>
                  <a:lnTo>
                    <a:pt x="1580" y="1589"/>
                  </a:lnTo>
                  <a:lnTo>
                    <a:pt x="1653" y="1517"/>
                  </a:lnTo>
                  <a:cubicBezTo>
                    <a:pt x="1706" y="1465"/>
                    <a:pt x="1708" y="1379"/>
                    <a:pt x="1657" y="132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6"/>
            <p:cNvSpPr/>
            <p:nvPr/>
          </p:nvSpPr>
          <p:spPr>
            <a:xfrm>
              <a:off x="1766353" y="3972708"/>
              <a:ext cx="280211" cy="280099"/>
            </a:xfrm>
            <a:custGeom>
              <a:avLst/>
              <a:gdLst/>
              <a:ahLst/>
              <a:cxnLst/>
              <a:rect l="l" t="t" r="r" b="b"/>
              <a:pathLst>
                <a:path w="2649" h="2648" extrusionOk="0">
                  <a:moveTo>
                    <a:pt x="2648" y="1324"/>
                  </a:moveTo>
                  <a:cubicBezTo>
                    <a:pt x="2648" y="2055"/>
                    <a:pt x="2056" y="2648"/>
                    <a:pt x="1324" y="2648"/>
                  </a:cubicBezTo>
                  <a:cubicBezTo>
                    <a:pt x="593" y="2648"/>
                    <a:pt x="1" y="2055"/>
                    <a:pt x="1" y="1324"/>
                  </a:cubicBezTo>
                  <a:cubicBezTo>
                    <a:pt x="1" y="592"/>
                    <a:pt x="593" y="0"/>
                    <a:pt x="1324" y="0"/>
                  </a:cubicBezTo>
                  <a:cubicBezTo>
                    <a:pt x="2056" y="0"/>
                    <a:pt x="2648" y="592"/>
                    <a:pt x="2648" y="132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6"/>
            <p:cNvSpPr/>
            <p:nvPr/>
          </p:nvSpPr>
          <p:spPr>
            <a:xfrm>
              <a:off x="1811414" y="4077638"/>
              <a:ext cx="189981" cy="70236"/>
            </a:xfrm>
            <a:custGeom>
              <a:avLst/>
              <a:gdLst/>
              <a:ahLst/>
              <a:cxnLst/>
              <a:rect l="l" t="t" r="r" b="b"/>
              <a:pathLst>
                <a:path w="1796" h="664" extrusionOk="0">
                  <a:moveTo>
                    <a:pt x="115" y="664"/>
                  </a:moveTo>
                  <a:lnTo>
                    <a:pt x="431" y="664"/>
                  </a:lnTo>
                  <a:cubicBezTo>
                    <a:pt x="494" y="662"/>
                    <a:pt x="545" y="610"/>
                    <a:pt x="545" y="545"/>
                  </a:cubicBezTo>
                  <a:lnTo>
                    <a:pt x="545" y="386"/>
                  </a:lnTo>
                  <a:cubicBezTo>
                    <a:pt x="552" y="384"/>
                    <a:pt x="560" y="381"/>
                    <a:pt x="569" y="379"/>
                  </a:cubicBezTo>
                  <a:cubicBezTo>
                    <a:pt x="647" y="357"/>
                    <a:pt x="754" y="326"/>
                    <a:pt x="898" y="326"/>
                  </a:cubicBezTo>
                  <a:cubicBezTo>
                    <a:pt x="1044" y="326"/>
                    <a:pt x="1150" y="357"/>
                    <a:pt x="1229" y="379"/>
                  </a:cubicBezTo>
                  <a:cubicBezTo>
                    <a:pt x="1237" y="381"/>
                    <a:pt x="1245" y="384"/>
                    <a:pt x="1253" y="386"/>
                  </a:cubicBezTo>
                  <a:lnTo>
                    <a:pt x="1253" y="492"/>
                  </a:lnTo>
                  <a:lnTo>
                    <a:pt x="1253" y="545"/>
                  </a:lnTo>
                  <a:cubicBezTo>
                    <a:pt x="1253" y="610"/>
                    <a:pt x="1303" y="664"/>
                    <a:pt x="1366" y="664"/>
                  </a:cubicBezTo>
                  <a:lnTo>
                    <a:pt x="1681" y="664"/>
                  </a:lnTo>
                  <a:cubicBezTo>
                    <a:pt x="1744" y="664"/>
                    <a:pt x="1796" y="610"/>
                    <a:pt x="1796" y="545"/>
                  </a:cubicBezTo>
                  <a:lnTo>
                    <a:pt x="1795" y="456"/>
                  </a:lnTo>
                  <a:lnTo>
                    <a:pt x="1792" y="456"/>
                  </a:lnTo>
                  <a:cubicBezTo>
                    <a:pt x="1789" y="422"/>
                    <a:pt x="1779" y="387"/>
                    <a:pt x="1765" y="355"/>
                  </a:cubicBezTo>
                  <a:cubicBezTo>
                    <a:pt x="1751" y="324"/>
                    <a:pt x="1735" y="297"/>
                    <a:pt x="1716" y="273"/>
                  </a:cubicBezTo>
                  <a:cubicBezTo>
                    <a:pt x="1564" y="79"/>
                    <a:pt x="1327" y="1"/>
                    <a:pt x="898" y="1"/>
                  </a:cubicBezTo>
                  <a:cubicBezTo>
                    <a:pt x="306" y="1"/>
                    <a:pt x="90" y="261"/>
                    <a:pt x="81" y="273"/>
                  </a:cubicBezTo>
                  <a:cubicBezTo>
                    <a:pt x="62" y="298"/>
                    <a:pt x="46" y="324"/>
                    <a:pt x="32" y="355"/>
                  </a:cubicBezTo>
                  <a:cubicBezTo>
                    <a:pt x="18" y="387"/>
                    <a:pt x="8" y="422"/>
                    <a:pt x="4" y="456"/>
                  </a:cubicBezTo>
                  <a:lnTo>
                    <a:pt x="2" y="456"/>
                  </a:lnTo>
                  <a:lnTo>
                    <a:pt x="1" y="545"/>
                  </a:lnTo>
                  <a:cubicBezTo>
                    <a:pt x="1" y="610"/>
                    <a:pt x="52" y="662"/>
                    <a:pt x="115" y="66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6"/>
            <p:cNvSpPr/>
            <p:nvPr/>
          </p:nvSpPr>
          <p:spPr>
            <a:xfrm>
              <a:off x="2027626" y="2735750"/>
              <a:ext cx="698783" cy="584632"/>
            </a:xfrm>
            <a:custGeom>
              <a:avLst/>
              <a:gdLst/>
              <a:ahLst/>
              <a:cxnLst/>
              <a:rect l="l" t="t" r="r" b="b"/>
              <a:pathLst>
                <a:path w="6606" h="5527" extrusionOk="0">
                  <a:moveTo>
                    <a:pt x="3514" y="1585"/>
                  </a:moveTo>
                  <a:lnTo>
                    <a:pt x="6605" y="4394"/>
                  </a:lnTo>
                  <a:lnTo>
                    <a:pt x="6569" y="5527"/>
                  </a:lnTo>
                  <a:cubicBezTo>
                    <a:pt x="6569" y="5527"/>
                    <a:pt x="3436" y="4984"/>
                    <a:pt x="1401" y="3258"/>
                  </a:cubicBezTo>
                  <a:cubicBezTo>
                    <a:pt x="1" y="2071"/>
                    <a:pt x="1752" y="1"/>
                    <a:pt x="3514" y="1585"/>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6"/>
            <p:cNvSpPr/>
            <p:nvPr/>
          </p:nvSpPr>
          <p:spPr>
            <a:xfrm>
              <a:off x="2643682" y="3134424"/>
              <a:ext cx="433381" cy="256934"/>
            </a:xfrm>
            <a:custGeom>
              <a:avLst/>
              <a:gdLst/>
              <a:ahLst/>
              <a:cxnLst/>
              <a:rect l="l" t="t" r="r" b="b"/>
              <a:pathLst>
                <a:path w="4097" h="2429" extrusionOk="0">
                  <a:moveTo>
                    <a:pt x="714" y="1751"/>
                  </a:moveTo>
                  <a:lnTo>
                    <a:pt x="4096" y="2429"/>
                  </a:lnTo>
                  <a:lnTo>
                    <a:pt x="1347" y="1"/>
                  </a:lnTo>
                  <a:lnTo>
                    <a:pt x="0" y="1207"/>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6"/>
            <p:cNvSpPr/>
            <p:nvPr/>
          </p:nvSpPr>
          <p:spPr>
            <a:xfrm>
              <a:off x="2759298" y="3091267"/>
              <a:ext cx="100597" cy="109057"/>
            </a:xfrm>
            <a:custGeom>
              <a:avLst/>
              <a:gdLst/>
              <a:ahLst/>
              <a:cxnLst/>
              <a:rect l="l" t="t" r="r" b="b"/>
              <a:pathLst>
                <a:path w="951" h="1031" extrusionOk="0">
                  <a:moveTo>
                    <a:pt x="400" y="903"/>
                  </a:moveTo>
                  <a:lnTo>
                    <a:pt x="92" y="484"/>
                  </a:lnTo>
                  <a:cubicBezTo>
                    <a:pt x="0" y="360"/>
                    <a:pt x="50" y="184"/>
                    <a:pt x="193" y="126"/>
                  </a:cubicBezTo>
                  <a:lnTo>
                    <a:pt x="238" y="108"/>
                  </a:lnTo>
                  <a:cubicBezTo>
                    <a:pt x="508" y="1"/>
                    <a:pt x="812" y="148"/>
                    <a:pt x="895" y="427"/>
                  </a:cubicBezTo>
                  <a:cubicBezTo>
                    <a:pt x="950" y="613"/>
                    <a:pt x="891" y="816"/>
                    <a:pt x="742" y="943"/>
                  </a:cubicBezTo>
                  <a:cubicBezTo>
                    <a:pt x="638" y="1031"/>
                    <a:pt x="480" y="1014"/>
                    <a:pt x="400" y="903"/>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6"/>
            <p:cNvSpPr/>
            <p:nvPr/>
          </p:nvSpPr>
          <p:spPr>
            <a:xfrm>
              <a:off x="2882531" y="3249933"/>
              <a:ext cx="310041" cy="144386"/>
            </a:xfrm>
            <a:custGeom>
              <a:avLst/>
              <a:gdLst/>
              <a:ahLst/>
              <a:cxnLst/>
              <a:rect l="l" t="t" r="r" b="b"/>
              <a:pathLst>
                <a:path w="2931" h="1365" extrusionOk="0">
                  <a:moveTo>
                    <a:pt x="0" y="1"/>
                  </a:moveTo>
                  <a:lnTo>
                    <a:pt x="1837" y="1337"/>
                  </a:lnTo>
                  <a:lnTo>
                    <a:pt x="1903" y="1309"/>
                  </a:lnTo>
                  <a:cubicBezTo>
                    <a:pt x="2162" y="1203"/>
                    <a:pt x="2453" y="1216"/>
                    <a:pt x="2701" y="1345"/>
                  </a:cubicBezTo>
                  <a:cubicBezTo>
                    <a:pt x="2741" y="1364"/>
                    <a:pt x="2788" y="1356"/>
                    <a:pt x="2818" y="1325"/>
                  </a:cubicBezTo>
                  <a:cubicBezTo>
                    <a:pt x="2824" y="1321"/>
                    <a:pt x="2827" y="1315"/>
                    <a:pt x="2831" y="1309"/>
                  </a:cubicBezTo>
                  <a:cubicBezTo>
                    <a:pt x="2930" y="1156"/>
                    <a:pt x="2905" y="959"/>
                    <a:pt x="2779" y="835"/>
                  </a:cubicBezTo>
                  <a:cubicBezTo>
                    <a:pt x="2759" y="814"/>
                    <a:pt x="2735" y="797"/>
                    <a:pt x="2708" y="781"/>
                  </a:cubicBezTo>
                  <a:lnTo>
                    <a:pt x="2583" y="718"/>
                  </a:lnTo>
                  <a:lnTo>
                    <a:pt x="2570" y="712"/>
                  </a:lnTo>
                  <a:cubicBezTo>
                    <a:pt x="2353" y="604"/>
                    <a:pt x="2097" y="609"/>
                    <a:pt x="1884" y="726"/>
                  </a:cubicBezTo>
                  <a:lnTo>
                    <a:pt x="60" y="25"/>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6"/>
            <p:cNvSpPr/>
            <p:nvPr/>
          </p:nvSpPr>
          <p:spPr>
            <a:xfrm>
              <a:off x="2936901" y="3313822"/>
              <a:ext cx="225100" cy="57755"/>
            </a:xfrm>
            <a:custGeom>
              <a:avLst/>
              <a:gdLst/>
              <a:ahLst/>
              <a:cxnLst/>
              <a:rect l="l" t="t" r="r" b="b"/>
              <a:pathLst>
                <a:path w="2128" h="546" extrusionOk="0">
                  <a:moveTo>
                    <a:pt x="1" y="57"/>
                  </a:moveTo>
                  <a:lnTo>
                    <a:pt x="967" y="541"/>
                  </a:lnTo>
                  <a:cubicBezTo>
                    <a:pt x="1379" y="339"/>
                    <a:pt x="1671" y="397"/>
                    <a:pt x="1919" y="525"/>
                  </a:cubicBezTo>
                  <a:cubicBezTo>
                    <a:pt x="1959" y="545"/>
                    <a:pt x="2006" y="537"/>
                    <a:pt x="2037" y="507"/>
                  </a:cubicBezTo>
                  <a:cubicBezTo>
                    <a:pt x="2041" y="502"/>
                    <a:pt x="2045" y="496"/>
                    <a:pt x="2049" y="491"/>
                  </a:cubicBezTo>
                  <a:cubicBezTo>
                    <a:pt x="2126" y="373"/>
                    <a:pt x="2128" y="229"/>
                    <a:pt x="2069" y="114"/>
                  </a:cubicBezTo>
                  <a:lnTo>
                    <a:pt x="2056" y="108"/>
                  </a:lnTo>
                  <a:cubicBezTo>
                    <a:pt x="1839" y="0"/>
                    <a:pt x="1583" y="5"/>
                    <a:pt x="1370" y="122"/>
                  </a:cubicBezTo>
                  <a:lnTo>
                    <a:pt x="897" y="31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p:cNvSpPr/>
            <p:nvPr/>
          </p:nvSpPr>
          <p:spPr>
            <a:xfrm>
              <a:off x="2837257" y="3205824"/>
              <a:ext cx="311945" cy="144704"/>
            </a:xfrm>
            <a:custGeom>
              <a:avLst/>
              <a:gdLst/>
              <a:ahLst/>
              <a:cxnLst/>
              <a:rect l="l" t="t" r="r" b="b"/>
              <a:pathLst>
                <a:path w="2949" h="1368" extrusionOk="0">
                  <a:moveTo>
                    <a:pt x="1839" y="1336"/>
                  </a:moveTo>
                  <a:lnTo>
                    <a:pt x="1904" y="1309"/>
                  </a:lnTo>
                  <a:cubicBezTo>
                    <a:pt x="2162" y="1203"/>
                    <a:pt x="2454" y="1215"/>
                    <a:pt x="2702" y="1344"/>
                  </a:cubicBezTo>
                  <a:cubicBezTo>
                    <a:pt x="2748" y="1368"/>
                    <a:pt x="2804" y="1353"/>
                    <a:pt x="2832" y="1309"/>
                  </a:cubicBezTo>
                  <a:cubicBezTo>
                    <a:pt x="2949" y="1130"/>
                    <a:pt x="2893" y="890"/>
                    <a:pt x="2710" y="780"/>
                  </a:cubicBezTo>
                  <a:lnTo>
                    <a:pt x="2570" y="711"/>
                  </a:lnTo>
                  <a:cubicBezTo>
                    <a:pt x="2353" y="604"/>
                    <a:pt x="2097" y="608"/>
                    <a:pt x="1884" y="725"/>
                  </a:cubicBezTo>
                  <a:lnTo>
                    <a:pt x="1" y="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 name="Google Shape;290;p16"/>
            <p:cNvGrpSpPr/>
            <p:nvPr/>
          </p:nvGrpSpPr>
          <p:grpSpPr>
            <a:xfrm>
              <a:off x="1211976" y="2406955"/>
              <a:ext cx="309912" cy="442227"/>
              <a:chOff x="775475" y="2194033"/>
              <a:chExt cx="355200" cy="506850"/>
            </a:xfrm>
          </p:grpSpPr>
          <p:sp>
            <p:nvSpPr>
              <p:cNvPr id="291" name="Google Shape;291;p16"/>
              <p:cNvSpPr/>
              <p:nvPr/>
            </p:nvSpPr>
            <p:spPr>
              <a:xfrm>
                <a:off x="775475" y="2345683"/>
                <a:ext cx="355200" cy="355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p:cNvSpPr/>
              <p:nvPr/>
            </p:nvSpPr>
            <p:spPr>
              <a:xfrm>
                <a:off x="777150" y="2194033"/>
                <a:ext cx="217800" cy="1974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 name="Google Shape;293;p16"/>
            <p:cNvSpPr/>
            <p:nvPr/>
          </p:nvSpPr>
          <p:spPr>
            <a:xfrm>
              <a:off x="1427014" y="2739558"/>
              <a:ext cx="654144" cy="88959"/>
            </a:xfrm>
            <a:custGeom>
              <a:avLst/>
              <a:gdLst/>
              <a:ahLst/>
              <a:cxnLst/>
              <a:rect l="l" t="t" r="r" b="b"/>
              <a:pathLst>
                <a:path w="6184" h="841" extrusionOk="0">
                  <a:moveTo>
                    <a:pt x="249" y="840"/>
                  </a:moveTo>
                  <a:cubicBezTo>
                    <a:pt x="112" y="840"/>
                    <a:pt x="1" y="730"/>
                    <a:pt x="1" y="592"/>
                  </a:cubicBezTo>
                  <a:lnTo>
                    <a:pt x="1" y="248"/>
                  </a:lnTo>
                  <a:cubicBezTo>
                    <a:pt x="1" y="112"/>
                    <a:pt x="112" y="0"/>
                    <a:pt x="249" y="0"/>
                  </a:cubicBezTo>
                  <a:lnTo>
                    <a:pt x="5935" y="0"/>
                  </a:lnTo>
                  <a:cubicBezTo>
                    <a:pt x="6072" y="0"/>
                    <a:pt x="6183" y="112"/>
                    <a:pt x="6183" y="248"/>
                  </a:cubicBezTo>
                  <a:lnTo>
                    <a:pt x="6183" y="592"/>
                  </a:lnTo>
                  <a:cubicBezTo>
                    <a:pt x="6183" y="730"/>
                    <a:pt x="6072" y="840"/>
                    <a:pt x="5935" y="840"/>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6"/>
            <p:cNvSpPr/>
            <p:nvPr/>
          </p:nvSpPr>
          <p:spPr>
            <a:xfrm>
              <a:off x="1427014" y="2597817"/>
              <a:ext cx="654144" cy="88853"/>
            </a:xfrm>
            <a:custGeom>
              <a:avLst/>
              <a:gdLst/>
              <a:ahLst/>
              <a:cxnLst/>
              <a:rect l="l" t="t" r="r" b="b"/>
              <a:pathLst>
                <a:path w="6184" h="840" extrusionOk="0">
                  <a:moveTo>
                    <a:pt x="249" y="839"/>
                  </a:moveTo>
                  <a:cubicBezTo>
                    <a:pt x="112" y="839"/>
                    <a:pt x="1" y="729"/>
                    <a:pt x="1" y="593"/>
                  </a:cubicBezTo>
                  <a:lnTo>
                    <a:pt x="1" y="248"/>
                  </a:lnTo>
                  <a:cubicBezTo>
                    <a:pt x="1" y="111"/>
                    <a:pt x="112" y="0"/>
                    <a:pt x="249" y="0"/>
                  </a:cubicBezTo>
                  <a:lnTo>
                    <a:pt x="5935" y="0"/>
                  </a:lnTo>
                  <a:cubicBezTo>
                    <a:pt x="6072" y="0"/>
                    <a:pt x="6183" y="111"/>
                    <a:pt x="6183" y="248"/>
                  </a:cubicBezTo>
                  <a:lnTo>
                    <a:pt x="6183" y="593"/>
                  </a:lnTo>
                  <a:cubicBezTo>
                    <a:pt x="6183" y="729"/>
                    <a:pt x="6072" y="839"/>
                    <a:pt x="5935" y="839"/>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p:cNvSpPr/>
            <p:nvPr/>
          </p:nvSpPr>
          <p:spPr>
            <a:xfrm>
              <a:off x="1251104" y="2597817"/>
              <a:ext cx="88961" cy="88853"/>
            </a:xfrm>
            <a:custGeom>
              <a:avLst/>
              <a:gdLst/>
              <a:ahLst/>
              <a:cxnLst/>
              <a:rect l="l" t="t" r="r" b="b"/>
              <a:pathLst>
                <a:path w="841" h="840" extrusionOk="0">
                  <a:moveTo>
                    <a:pt x="249" y="839"/>
                  </a:moveTo>
                  <a:cubicBezTo>
                    <a:pt x="113" y="839"/>
                    <a:pt x="1" y="729"/>
                    <a:pt x="1" y="593"/>
                  </a:cubicBezTo>
                  <a:lnTo>
                    <a:pt x="1" y="248"/>
                  </a:lnTo>
                  <a:cubicBezTo>
                    <a:pt x="1" y="111"/>
                    <a:pt x="113" y="0"/>
                    <a:pt x="249" y="0"/>
                  </a:cubicBezTo>
                  <a:lnTo>
                    <a:pt x="593" y="0"/>
                  </a:lnTo>
                  <a:cubicBezTo>
                    <a:pt x="730" y="0"/>
                    <a:pt x="841" y="111"/>
                    <a:pt x="841" y="248"/>
                  </a:cubicBezTo>
                  <a:lnTo>
                    <a:pt x="841" y="593"/>
                  </a:lnTo>
                  <a:cubicBezTo>
                    <a:pt x="841" y="729"/>
                    <a:pt x="730" y="839"/>
                    <a:pt x="593" y="8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6"/>
            <p:cNvSpPr/>
            <p:nvPr/>
          </p:nvSpPr>
          <p:spPr>
            <a:xfrm>
              <a:off x="1250152" y="2596759"/>
              <a:ext cx="90865" cy="90969"/>
            </a:xfrm>
            <a:custGeom>
              <a:avLst/>
              <a:gdLst/>
              <a:ahLst/>
              <a:cxnLst/>
              <a:rect l="l" t="t" r="r" b="b"/>
              <a:pathLst>
                <a:path w="859" h="860" extrusionOk="0">
                  <a:moveTo>
                    <a:pt x="602" y="0"/>
                  </a:moveTo>
                  <a:lnTo>
                    <a:pt x="258" y="0"/>
                  </a:lnTo>
                  <a:cubicBezTo>
                    <a:pt x="116" y="0"/>
                    <a:pt x="0" y="116"/>
                    <a:pt x="0" y="258"/>
                  </a:cubicBezTo>
                  <a:lnTo>
                    <a:pt x="0" y="603"/>
                  </a:lnTo>
                  <a:cubicBezTo>
                    <a:pt x="0" y="744"/>
                    <a:pt x="116" y="860"/>
                    <a:pt x="258" y="860"/>
                  </a:cubicBezTo>
                  <a:lnTo>
                    <a:pt x="602" y="860"/>
                  </a:lnTo>
                  <a:cubicBezTo>
                    <a:pt x="745" y="860"/>
                    <a:pt x="859" y="744"/>
                    <a:pt x="859" y="603"/>
                  </a:cubicBezTo>
                  <a:lnTo>
                    <a:pt x="859" y="258"/>
                  </a:lnTo>
                  <a:cubicBezTo>
                    <a:pt x="859" y="116"/>
                    <a:pt x="745" y="0"/>
                    <a:pt x="602" y="0"/>
                  </a:cubicBezTo>
                  <a:close/>
                  <a:moveTo>
                    <a:pt x="602" y="20"/>
                  </a:moveTo>
                  <a:cubicBezTo>
                    <a:pt x="733" y="20"/>
                    <a:pt x="841" y="127"/>
                    <a:pt x="841" y="258"/>
                  </a:cubicBezTo>
                  <a:lnTo>
                    <a:pt x="841" y="603"/>
                  </a:lnTo>
                  <a:cubicBezTo>
                    <a:pt x="841" y="734"/>
                    <a:pt x="733" y="840"/>
                    <a:pt x="602" y="840"/>
                  </a:cubicBezTo>
                  <a:lnTo>
                    <a:pt x="258" y="840"/>
                  </a:lnTo>
                  <a:cubicBezTo>
                    <a:pt x="126" y="840"/>
                    <a:pt x="20" y="734"/>
                    <a:pt x="20" y="603"/>
                  </a:cubicBezTo>
                  <a:lnTo>
                    <a:pt x="20" y="258"/>
                  </a:lnTo>
                  <a:cubicBezTo>
                    <a:pt x="20" y="127"/>
                    <a:pt x="126" y="20"/>
                    <a:pt x="258" y="20"/>
                  </a:cubicBezTo>
                  <a:lnTo>
                    <a:pt x="602" y="2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6"/>
            <p:cNvSpPr/>
            <p:nvPr/>
          </p:nvSpPr>
          <p:spPr>
            <a:xfrm>
              <a:off x="1251104" y="2739558"/>
              <a:ext cx="88961" cy="88959"/>
            </a:xfrm>
            <a:custGeom>
              <a:avLst/>
              <a:gdLst/>
              <a:ahLst/>
              <a:cxnLst/>
              <a:rect l="l" t="t" r="r" b="b"/>
              <a:pathLst>
                <a:path w="841" h="841" extrusionOk="0">
                  <a:moveTo>
                    <a:pt x="249" y="840"/>
                  </a:moveTo>
                  <a:cubicBezTo>
                    <a:pt x="113" y="840"/>
                    <a:pt x="1" y="730"/>
                    <a:pt x="1" y="592"/>
                  </a:cubicBezTo>
                  <a:lnTo>
                    <a:pt x="1" y="248"/>
                  </a:lnTo>
                  <a:cubicBezTo>
                    <a:pt x="1" y="112"/>
                    <a:pt x="113" y="0"/>
                    <a:pt x="249" y="0"/>
                  </a:cubicBezTo>
                  <a:lnTo>
                    <a:pt x="593" y="0"/>
                  </a:lnTo>
                  <a:cubicBezTo>
                    <a:pt x="730" y="0"/>
                    <a:pt x="841" y="112"/>
                    <a:pt x="841" y="248"/>
                  </a:cubicBezTo>
                  <a:lnTo>
                    <a:pt x="841" y="592"/>
                  </a:lnTo>
                  <a:cubicBezTo>
                    <a:pt x="841" y="730"/>
                    <a:pt x="730" y="840"/>
                    <a:pt x="593" y="8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6"/>
            <p:cNvSpPr/>
            <p:nvPr/>
          </p:nvSpPr>
          <p:spPr>
            <a:xfrm>
              <a:off x="1250152" y="2738606"/>
              <a:ext cx="90865" cy="90863"/>
            </a:xfrm>
            <a:custGeom>
              <a:avLst/>
              <a:gdLst/>
              <a:ahLst/>
              <a:cxnLst/>
              <a:rect l="l" t="t" r="r" b="b"/>
              <a:pathLst>
                <a:path w="859" h="859" extrusionOk="0">
                  <a:moveTo>
                    <a:pt x="602" y="0"/>
                  </a:moveTo>
                  <a:lnTo>
                    <a:pt x="258" y="0"/>
                  </a:lnTo>
                  <a:cubicBezTo>
                    <a:pt x="116" y="0"/>
                    <a:pt x="0" y="116"/>
                    <a:pt x="0" y="257"/>
                  </a:cubicBezTo>
                  <a:lnTo>
                    <a:pt x="0" y="601"/>
                  </a:lnTo>
                  <a:cubicBezTo>
                    <a:pt x="0" y="744"/>
                    <a:pt x="116" y="859"/>
                    <a:pt x="258" y="859"/>
                  </a:cubicBezTo>
                  <a:lnTo>
                    <a:pt x="602" y="859"/>
                  </a:lnTo>
                  <a:cubicBezTo>
                    <a:pt x="745" y="859"/>
                    <a:pt x="859" y="744"/>
                    <a:pt x="859" y="601"/>
                  </a:cubicBezTo>
                  <a:lnTo>
                    <a:pt x="859" y="257"/>
                  </a:lnTo>
                  <a:cubicBezTo>
                    <a:pt x="859" y="116"/>
                    <a:pt x="745" y="0"/>
                    <a:pt x="602" y="0"/>
                  </a:cubicBezTo>
                  <a:close/>
                  <a:moveTo>
                    <a:pt x="602" y="19"/>
                  </a:moveTo>
                  <a:cubicBezTo>
                    <a:pt x="733" y="19"/>
                    <a:pt x="841" y="126"/>
                    <a:pt x="841" y="257"/>
                  </a:cubicBezTo>
                  <a:lnTo>
                    <a:pt x="841" y="601"/>
                  </a:lnTo>
                  <a:cubicBezTo>
                    <a:pt x="841" y="733"/>
                    <a:pt x="733" y="840"/>
                    <a:pt x="602" y="840"/>
                  </a:cubicBezTo>
                  <a:lnTo>
                    <a:pt x="258" y="840"/>
                  </a:lnTo>
                  <a:cubicBezTo>
                    <a:pt x="126" y="840"/>
                    <a:pt x="20" y="733"/>
                    <a:pt x="20" y="601"/>
                  </a:cubicBezTo>
                  <a:lnTo>
                    <a:pt x="20" y="257"/>
                  </a:lnTo>
                  <a:cubicBezTo>
                    <a:pt x="20" y="126"/>
                    <a:pt x="126" y="19"/>
                    <a:pt x="258" y="19"/>
                  </a:cubicBezTo>
                  <a:lnTo>
                    <a:pt x="602" y="19"/>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6"/>
            <p:cNvSpPr/>
            <p:nvPr/>
          </p:nvSpPr>
          <p:spPr>
            <a:xfrm>
              <a:off x="1250152" y="2588826"/>
              <a:ext cx="105992" cy="76583"/>
            </a:xfrm>
            <a:custGeom>
              <a:avLst/>
              <a:gdLst/>
              <a:ahLst/>
              <a:cxnLst/>
              <a:rect l="l" t="t" r="r" b="b"/>
              <a:pathLst>
                <a:path w="1002" h="724" fill="none" extrusionOk="0">
                  <a:moveTo>
                    <a:pt x="0" y="255"/>
                  </a:moveTo>
                  <a:lnTo>
                    <a:pt x="430" y="723"/>
                  </a:lnTo>
                  <a:lnTo>
                    <a:pt x="1002" y="1"/>
                  </a:lnTo>
                </a:path>
              </a:pathLst>
            </a:custGeom>
            <a:noFill/>
            <a:ln w="19050" cap="rnd" cmpd="sng">
              <a:solidFill>
                <a:schemeClr val="accent5"/>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6"/>
            <p:cNvSpPr/>
            <p:nvPr/>
          </p:nvSpPr>
          <p:spPr>
            <a:xfrm>
              <a:off x="1250152" y="2728980"/>
              <a:ext cx="105992" cy="76689"/>
            </a:xfrm>
            <a:custGeom>
              <a:avLst/>
              <a:gdLst/>
              <a:ahLst/>
              <a:cxnLst/>
              <a:rect l="l" t="t" r="r" b="b"/>
              <a:pathLst>
                <a:path w="1002" h="725" fill="none" extrusionOk="0">
                  <a:moveTo>
                    <a:pt x="0" y="255"/>
                  </a:moveTo>
                  <a:lnTo>
                    <a:pt x="430" y="724"/>
                  </a:lnTo>
                  <a:lnTo>
                    <a:pt x="1002" y="1"/>
                  </a:lnTo>
                </a:path>
              </a:pathLst>
            </a:custGeom>
            <a:noFill/>
            <a:ln w="19050" cap="rnd" cmpd="sng">
              <a:solidFill>
                <a:schemeClr val="accent5"/>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6"/>
            <p:cNvSpPr/>
            <p:nvPr/>
          </p:nvSpPr>
          <p:spPr>
            <a:xfrm>
              <a:off x="1270039" y="2233097"/>
              <a:ext cx="313955" cy="313948"/>
            </a:xfrm>
            <a:custGeom>
              <a:avLst/>
              <a:gdLst/>
              <a:ahLst/>
              <a:cxnLst/>
              <a:rect l="l" t="t" r="r" b="b"/>
              <a:pathLst>
                <a:path w="2968" h="2968" extrusionOk="0">
                  <a:moveTo>
                    <a:pt x="1484" y="1"/>
                  </a:moveTo>
                  <a:cubicBezTo>
                    <a:pt x="665" y="1"/>
                    <a:pt x="1" y="665"/>
                    <a:pt x="1" y="1484"/>
                  </a:cubicBezTo>
                  <a:cubicBezTo>
                    <a:pt x="1" y="2303"/>
                    <a:pt x="665" y="2967"/>
                    <a:pt x="1484" y="2967"/>
                  </a:cubicBezTo>
                  <a:cubicBezTo>
                    <a:pt x="2303" y="2967"/>
                    <a:pt x="2968" y="2303"/>
                    <a:pt x="2968" y="1484"/>
                  </a:cubicBezTo>
                  <a:cubicBezTo>
                    <a:pt x="2968" y="665"/>
                    <a:pt x="2303" y="1"/>
                    <a:pt x="1484" y="1"/>
                  </a:cubicBezTo>
                  <a:close/>
                  <a:moveTo>
                    <a:pt x="1484" y="20"/>
                  </a:moveTo>
                  <a:cubicBezTo>
                    <a:pt x="2292" y="20"/>
                    <a:pt x="2948" y="677"/>
                    <a:pt x="2948" y="1484"/>
                  </a:cubicBezTo>
                  <a:cubicBezTo>
                    <a:pt x="2948" y="2292"/>
                    <a:pt x="2292" y="2949"/>
                    <a:pt x="1484" y="2949"/>
                  </a:cubicBezTo>
                  <a:cubicBezTo>
                    <a:pt x="677" y="2949"/>
                    <a:pt x="20" y="2292"/>
                    <a:pt x="20" y="1484"/>
                  </a:cubicBezTo>
                  <a:cubicBezTo>
                    <a:pt x="20" y="677"/>
                    <a:pt x="677" y="20"/>
                    <a:pt x="1484" y="2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 name="Google Shape;303;p16"/>
          <p:cNvSpPr/>
          <p:nvPr/>
        </p:nvSpPr>
        <p:spPr>
          <a:xfrm>
            <a:off x="2990941" y="1848766"/>
            <a:ext cx="441600" cy="44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04" name="Google Shape;304;p16"/>
          <p:cNvGrpSpPr/>
          <p:nvPr/>
        </p:nvGrpSpPr>
        <p:grpSpPr>
          <a:xfrm>
            <a:off x="3533881" y="1900094"/>
            <a:ext cx="5678639" cy="1201873"/>
            <a:chOff x="4202112" y="2291714"/>
            <a:chExt cx="5678639" cy="1201873"/>
          </a:xfrm>
        </p:grpSpPr>
        <p:sp>
          <p:nvSpPr>
            <p:cNvPr id="305" name="Google Shape;305;p16"/>
            <p:cNvSpPr/>
            <p:nvPr/>
          </p:nvSpPr>
          <p:spPr>
            <a:xfrm flipH="1">
              <a:off x="4321572" y="2291714"/>
              <a:ext cx="4244953" cy="441600"/>
            </a:xfrm>
            <a:prstGeom prst="roundRect">
              <a:avLst>
                <a:gd name="adj" fmla="val 50000"/>
              </a:avLst>
            </a:prstGeom>
            <a:solidFill>
              <a:schemeClr val="accent1"/>
            </a:solidFill>
            <a:ln>
              <a:noFill/>
            </a:ln>
          </p:spPr>
          <p:txBody>
            <a:bodyPr spcFirstLastPara="1" wrap="square" lIns="0" tIns="91425" rIns="0" bIns="91425" anchor="ctr" anchorCtr="0">
              <a:noAutofit/>
            </a:bodyPr>
            <a:lstStyle/>
            <a:p>
              <a:pPr lvl="0" algn="ctr"/>
              <a:r>
                <a:rPr lang="en-IN" sz="1800" b="1" dirty="0"/>
                <a:t>Keyword-Based Recruitment</a:t>
              </a:r>
              <a:endParaRPr sz="18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306" name="Google Shape;306;p16"/>
            <p:cNvSpPr txBox="1"/>
            <p:nvPr/>
          </p:nvSpPr>
          <p:spPr>
            <a:xfrm>
              <a:off x="4202112" y="2745987"/>
              <a:ext cx="5678639" cy="747600"/>
            </a:xfrm>
            <a:prstGeom prst="rect">
              <a:avLst/>
            </a:prstGeom>
            <a:noFill/>
            <a:ln>
              <a:noFill/>
            </a:ln>
          </p:spPr>
          <p:txBody>
            <a:bodyPr spcFirstLastPara="1" wrap="square" lIns="91425" tIns="91425" rIns="91425" bIns="91425" anchor="ctr" anchorCtr="0">
              <a:noAutofit/>
            </a:bodyPr>
            <a:lstStyle/>
            <a:p>
              <a:pPr lvl="0">
                <a:buClr>
                  <a:schemeClr val="dk1"/>
                </a:buClr>
                <a:buSzPts val="1100"/>
              </a:pPr>
              <a:r>
                <a:rPr lang="en-IN" sz="1200" dirty="0"/>
                <a:t>Traditional platforms mainly depend on keyword-based search, which may miss relevant matches when candidates and recruiters use different terms for similar skills.</a:t>
              </a:r>
              <a:endParaRPr sz="1200" dirty="0">
                <a:solidFill>
                  <a:schemeClr val="dk1"/>
                </a:solidFill>
                <a:latin typeface="Roboto" panose="02000000000000000000"/>
                <a:ea typeface="Roboto" panose="02000000000000000000"/>
                <a:cs typeface="Roboto" panose="02000000000000000000"/>
                <a:sym typeface="Roboto" panose="02000000000000000000"/>
              </a:endParaRPr>
            </a:p>
          </p:txBody>
        </p:sp>
      </p:grpSp>
      <p:sp>
        <p:nvSpPr>
          <p:cNvPr id="307" name="Google Shape;307;p16"/>
          <p:cNvSpPr/>
          <p:nvPr/>
        </p:nvSpPr>
        <p:spPr>
          <a:xfrm>
            <a:off x="2990941" y="3080827"/>
            <a:ext cx="441600" cy="441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 name="Google Shape;308;p16"/>
          <p:cNvGrpSpPr/>
          <p:nvPr/>
        </p:nvGrpSpPr>
        <p:grpSpPr>
          <a:xfrm>
            <a:off x="3581472" y="3080827"/>
            <a:ext cx="5615528" cy="1189200"/>
            <a:chOff x="4470510" y="3084154"/>
            <a:chExt cx="5615528" cy="1189200"/>
          </a:xfrm>
        </p:grpSpPr>
        <p:sp>
          <p:nvSpPr>
            <p:cNvPr id="309" name="Google Shape;309;p16"/>
            <p:cNvSpPr/>
            <p:nvPr/>
          </p:nvSpPr>
          <p:spPr>
            <a:xfrm flipH="1">
              <a:off x="4542371" y="3084154"/>
              <a:ext cx="4211832" cy="441600"/>
            </a:xfrm>
            <a:prstGeom prst="roundRect">
              <a:avLst>
                <a:gd name="adj" fmla="val 50000"/>
              </a:avLst>
            </a:prstGeom>
            <a:solidFill>
              <a:schemeClr val="accent3"/>
            </a:solidFill>
            <a:ln>
              <a:noFill/>
            </a:ln>
          </p:spPr>
          <p:txBody>
            <a:bodyPr spcFirstLastPara="1" wrap="square" lIns="0" tIns="91425" rIns="0" bIns="91425" anchor="ctr" anchorCtr="0">
              <a:noAutofit/>
            </a:bodyPr>
            <a:lstStyle/>
            <a:p>
              <a:pPr lvl="0" algn="ctr"/>
              <a:r>
                <a:rPr lang="en-IN" sz="1800" b="1" dirty="0"/>
                <a:t>Manual Recruiter Screening</a:t>
              </a:r>
              <a:endParaRPr sz="18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310" name="Google Shape;310;p16"/>
            <p:cNvSpPr txBox="1"/>
            <p:nvPr/>
          </p:nvSpPr>
          <p:spPr>
            <a:xfrm>
              <a:off x="4470510" y="3525754"/>
              <a:ext cx="5615528" cy="747600"/>
            </a:xfrm>
            <a:prstGeom prst="rect">
              <a:avLst/>
            </a:prstGeom>
            <a:noFill/>
            <a:ln>
              <a:noFill/>
            </a:ln>
          </p:spPr>
          <p:txBody>
            <a:bodyPr spcFirstLastPara="1" wrap="square" lIns="91425" tIns="91425" rIns="91425" bIns="91425" anchor="t" anchorCtr="0">
              <a:noAutofit/>
            </a:bodyPr>
            <a:lstStyle/>
            <a:p>
              <a:pPr lvl="0">
                <a:buClr>
                  <a:schemeClr val="dk1"/>
                </a:buClr>
                <a:buSzPts val="1100"/>
              </a:pPr>
              <a:r>
                <a:rPr lang="en-IN" sz="1200" dirty="0"/>
                <a:t>Recruiters have to manually review a large number of applications, making the screening process time-consuming and inefficient.</a:t>
              </a:r>
              <a:endParaRPr sz="1200" dirty="0">
                <a:solidFill>
                  <a:schemeClr val="dk1"/>
                </a:solidFill>
                <a:latin typeface="Roboto" panose="02000000000000000000"/>
                <a:ea typeface="Roboto" panose="02000000000000000000"/>
                <a:cs typeface="Roboto" panose="02000000000000000000"/>
                <a:sym typeface="Roboto" panose="02000000000000000000"/>
              </a:endParaRPr>
            </a:p>
          </p:txBody>
        </p:sp>
      </p:grpSp>
      <p:sp>
        <p:nvSpPr>
          <p:cNvPr id="311" name="Google Shape;311;p16"/>
          <p:cNvSpPr/>
          <p:nvPr/>
        </p:nvSpPr>
        <p:spPr>
          <a:xfrm>
            <a:off x="2990949" y="4092088"/>
            <a:ext cx="441600" cy="441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 name="Google Shape;312;p16"/>
          <p:cNvGrpSpPr/>
          <p:nvPr/>
        </p:nvGrpSpPr>
        <p:grpSpPr>
          <a:xfrm>
            <a:off x="3650974" y="4047974"/>
            <a:ext cx="5493026" cy="973600"/>
            <a:chOff x="3916018" y="3524649"/>
            <a:chExt cx="5493026" cy="973600"/>
          </a:xfrm>
        </p:grpSpPr>
        <p:sp>
          <p:nvSpPr>
            <p:cNvPr id="313" name="Google Shape;313;p16"/>
            <p:cNvSpPr/>
            <p:nvPr/>
          </p:nvSpPr>
          <p:spPr>
            <a:xfrm flipH="1">
              <a:off x="3918384" y="3524649"/>
              <a:ext cx="4244936" cy="441600"/>
            </a:xfrm>
            <a:prstGeom prst="roundRect">
              <a:avLst>
                <a:gd name="adj" fmla="val 50000"/>
              </a:avLst>
            </a:prstGeom>
            <a:solidFill>
              <a:schemeClr val="accent5"/>
            </a:solidFill>
            <a:ln>
              <a:noFill/>
            </a:ln>
          </p:spPr>
          <p:txBody>
            <a:bodyPr spcFirstLastPara="1" wrap="square" lIns="0" tIns="91425" rIns="0" bIns="91425" anchor="ctr" anchorCtr="0">
              <a:noAutofit/>
            </a:bodyPr>
            <a:lstStyle/>
            <a:p>
              <a:pPr lvl="0" algn="ctr"/>
              <a:r>
                <a:rPr lang="en-IN" sz="1800" b="1" dirty="0"/>
                <a:t>Lack of Transparency</a:t>
              </a:r>
              <a:endParaRPr sz="18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314" name="Google Shape;314;p16"/>
            <p:cNvSpPr txBox="1"/>
            <p:nvPr/>
          </p:nvSpPr>
          <p:spPr>
            <a:xfrm>
              <a:off x="3916018" y="4010362"/>
              <a:ext cx="5493026" cy="487887"/>
            </a:xfrm>
            <a:prstGeom prst="rect">
              <a:avLst/>
            </a:prstGeom>
            <a:noFill/>
            <a:ln>
              <a:noFill/>
            </a:ln>
          </p:spPr>
          <p:txBody>
            <a:bodyPr spcFirstLastPara="1" wrap="square" lIns="91425" tIns="91425" rIns="91425" bIns="91425" anchor="t" anchorCtr="0">
              <a:noAutofit/>
            </a:bodyPr>
            <a:lstStyle/>
            <a:p>
              <a:pPr lvl="0"/>
              <a:r>
                <a:rPr lang="en-IN" sz="1200" dirty="0"/>
                <a:t>Candidates often have limited information about why they are suitable for a job and which skills they are lacking. </a:t>
              </a:r>
              <a:endParaRPr sz="1200" dirty="0">
                <a:solidFill>
                  <a:schemeClr val="dk1"/>
                </a:solidFill>
                <a:latin typeface="Roboto" panose="02000000000000000000"/>
                <a:ea typeface="Roboto" panose="02000000000000000000"/>
                <a:cs typeface="Roboto" panose="02000000000000000000"/>
                <a:sym typeface="Roboto" panose="02000000000000000000"/>
              </a:endParaRPr>
            </a:p>
          </p:txBody>
        </p:sp>
      </p:grpSp>
      <p:cxnSp>
        <p:nvCxnSpPr>
          <p:cNvPr id="315" name="Google Shape;315;p16"/>
          <p:cNvCxnSpPr>
            <a:stCxn id="202" idx="4"/>
            <a:endCxn id="303" idx="0"/>
          </p:cNvCxnSpPr>
          <p:nvPr/>
        </p:nvCxnSpPr>
        <p:spPr>
          <a:xfrm>
            <a:off x="3211741" y="1343077"/>
            <a:ext cx="0" cy="505689"/>
          </a:xfrm>
          <a:prstGeom prst="straightConnector1">
            <a:avLst/>
          </a:prstGeom>
          <a:noFill/>
          <a:ln w="19050" cap="flat" cmpd="sng">
            <a:solidFill>
              <a:schemeClr val="accent6"/>
            </a:solidFill>
            <a:prstDash val="solid"/>
            <a:round/>
            <a:headEnd type="none" w="med" len="med"/>
            <a:tailEnd type="none" w="med" len="med"/>
          </a:ln>
        </p:spPr>
      </p:cxnSp>
      <p:cxnSp>
        <p:nvCxnSpPr>
          <p:cNvPr id="316" name="Google Shape;316;p16"/>
          <p:cNvCxnSpPr>
            <a:stCxn id="303" idx="4"/>
            <a:endCxn id="307" idx="0"/>
          </p:cNvCxnSpPr>
          <p:nvPr/>
        </p:nvCxnSpPr>
        <p:spPr>
          <a:xfrm>
            <a:off x="3211741" y="2290366"/>
            <a:ext cx="0" cy="790461"/>
          </a:xfrm>
          <a:prstGeom prst="straightConnector1">
            <a:avLst/>
          </a:prstGeom>
          <a:noFill/>
          <a:ln w="19050" cap="flat" cmpd="sng">
            <a:solidFill>
              <a:schemeClr val="accent6"/>
            </a:solidFill>
            <a:prstDash val="solid"/>
            <a:round/>
            <a:headEnd type="none" w="med" len="med"/>
            <a:tailEnd type="none" w="med" len="med"/>
          </a:ln>
        </p:spPr>
      </p:cxnSp>
      <p:cxnSp>
        <p:nvCxnSpPr>
          <p:cNvPr id="317" name="Google Shape;317;p16"/>
          <p:cNvCxnSpPr>
            <a:stCxn id="307" idx="4"/>
            <a:endCxn id="311" idx="0"/>
          </p:cNvCxnSpPr>
          <p:nvPr/>
        </p:nvCxnSpPr>
        <p:spPr>
          <a:xfrm>
            <a:off x="3211741" y="3522427"/>
            <a:ext cx="8" cy="569661"/>
          </a:xfrm>
          <a:prstGeom prst="straightConnector1">
            <a:avLst/>
          </a:prstGeom>
          <a:noFill/>
          <a:ln w="19050" cap="flat" cmpd="sng">
            <a:solidFill>
              <a:schemeClr val="accent6"/>
            </a:solidFill>
            <a:prstDash val="solid"/>
            <a:round/>
            <a:headEnd type="none" w="med" len="med"/>
            <a:tailEnd type="none" w="med" len="med"/>
          </a:ln>
        </p:spPr>
      </p:cxnSp>
      <p:sp>
        <p:nvSpPr>
          <p:cNvPr id="318" name="Google Shape;318;p16"/>
          <p:cNvSpPr/>
          <p:nvPr/>
        </p:nvSpPr>
        <p:spPr>
          <a:xfrm>
            <a:off x="3110401" y="1086151"/>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p:cNvSpPr/>
          <p:nvPr/>
        </p:nvSpPr>
        <p:spPr>
          <a:xfrm>
            <a:off x="3110401" y="1988347"/>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6"/>
          <p:cNvSpPr/>
          <p:nvPr/>
        </p:nvSpPr>
        <p:spPr>
          <a:xfrm>
            <a:off x="3110402" y="2825178"/>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6"/>
          <p:cNvSpPr/>
          <p:nvPr/>
        </p:nvSpPr>
        <p:spPr>
          <a:xfrm>
            <a:off x="3110400" y="3277452"/>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21;p16"/>
          <p:cNvSpPr/>
          <p:nvPr/>
        </p:nvSpPr>
        <p:spPr>
          <a:xfrm>
            <a:off x="3110399" y="4268774"/>
            <a:ext cx="202679" cy="162437"/>
          </a:xfrm>
          <a:custGeom>
            <a:avLst/>
            <a:gdLst/>
            <a:ahLst/>
            <a:cxnLst/>
            <a:rect l="l" t="t" r="r" b="b"/>
            <a:pathLst>
              <a:path w="1073" h="860" fill="none" extrusionOk="0">
                <a:moveTo>
                  <a:pt x="0" y="429"/>
                </a:moveTo>
                <a:lnTo>
                  <a:pt x="406" y="859"/>
                </a:lnTo>
                <a:lnTo>
                  <a:pt x="1072" y="1"/>
                </a:lnTo>
              </a:path>
            </a:pathLst>
          </a:custGeom>
          <a:solidFill>
            <a:schemeClr val="lt1"/>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TextBox 24"/>
          <p:cNvSpPr txBox="1"/>
          <p:nvPr/>
        </p:nvSpPr>
        <p:spPr>
          <a:xfrm>
            <a:off x="41666" y="3626920"/>
            <a:ext cx="2889558" cy="1446143"/>
          </a:xfrm>
          <a:prstGeom prst="rect">
            <a:avLst/>
          </a:prstGeom>
          <a:solidFill>
            <a:schemeClr val="accent4">
              <a:lumMod val="40000"/>
              <a:lumOff val="60000"/>
            </a:schemeClr>
          </a:solidFill>
        </p:spPr>
        <p:txBody>
          <a:bodyPr wrap="square" rtlCol="0">
            <a:spAutoFit/>
          </a:bodyPr>
          <a:lstStyle/>
          <a:p>
            <a:r>
              <a:rPr lang="en-IN" sz="1700" dirty="0"/>
              <a:t>How can AI make recruitment more relevant, efficient, and understandable for both candidates and recruiters?</a:t>
            </a:r>
          </a:p>
        </p:txBody>
      </p:sp>
      <p:pic>
        <p:nvPicPr>
          <p:cNvPr id="3" name="Picture 2"/>
          <p:cNvPicPr>
            <a:picLocks noChangeAspect="1"/>
          </p:cNvPicPr>
          <p:nvPr/>
        </p:nvPicPr>
        <p:blipFill>
          <a:blip r:embed="rId3"/>
          <a:srcRect l="1773"/>
          <a:stretch>
            <a:fillRect/>
          </a:stretch>
        </p:blipFill>
        <p:spPr>
          <a:xfrm>
            <a:off x="7537479" y="0"/>
            <a:ext cx="1606521" cy="7701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31"/>
          <p:cNvSpPr txBox="1">
            <a:spLocks noGrp="1"/>
          </p:cNvSpPr>
          <p:nvPr>
            <p:ph type="title"/>
          </p:nvPr>
        </p:nvSpPr>
        <p:spPr>
          <a:xfrm>
            <a:off x="242092" y="200487"/>
            <a:ext cx="7704000" cy="388500"/>
          </a:xfrm>
          <a:prstGeom prst="rect">
            <a:avLst/>
          </a:prstGeom>
        </p:spPr>
        <p:txBody>
          <a:bodyPr spcFirstLastPara="1" wrap="square" lIns="91425" tIns="91425" rIns="91425" bIns="91425" anchor="ctr" anchorCtr="0">
            <a:noAutofit/>
          </a:bodyPr>
          <a:lstStyle/>
          <a:p>
            <a:pPr lvl="0">
              <a:buSzPts val="1100"/>
            </a:pPr>
            <a:r>
              <a:rPr lang="en-IN" dirty="0"/>
              <a:t>OBJECTIVES</a:t>
            </a:r>
            <a:endParaRPr dirty="0"/>
          </a:p>
        </p:txBody>
      </p:sp>
      <p:sp>
        <p:nvSpPr>
          <p:cNvPr id="1331" name="Google Shape;1331;p31"/>
          <p:cNvSpPr/>
          <p:nvPr/>
        </p:nvSpPr>
        <p:spPr>
          <a:xfrm>
            <a:off x="146632" y="862721"/>
            <a:ext cx="7046107" cy="4170117"/>
          </a:xfrm>
          <a:prstGeom prst="roundRect">
            <a:avLst>
              <a:gd name="adj" fmla="val 9634"/>
            </a:avLst>
          </a:prstGeom>
          <a:solidFill>
            <a:schemeClr val="lt1"/>
          </a:solidFill>
          <a:ln w="19050" cap="flat" cmpd="sng">
            <a:solidFill>
              <a:schemeClr val="accent6"/>
            </a:solidFill>
            <a:prstDash val="solid"/>
            <a:round/>
            <a:headEnd type="none" w="sm" len="sm"/>
            <a:tailEnd type="none" w="sm" len="sm"/>
          </a:ln>
          <a:effectLst>
            <a:outerShdw dist="57150" dir="2280000" algn="bl" rotWithShape="0">
              <a:schemeClr val="accent6"/>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aphicFrame>
        <p:nvGraphicFramePr>
          <p:cNvPr id="1332" name="Google Shape;1332;p31"/>
          <p:cNvGraphicFramePr/>
          <p:nvPr/>
        </p:nvGraphicFramePr>
        <p:xfrm>
          <a:off x="564681" y="907595"/>
          <a:ext cx="6055932" cy="3244534"/>
        </p:xfrm>
        <a:graphic>
          <a:graphicData uri="http://schemas.openxmlformats.org/drawingml/2006/table">
            <a:tbl>
              <a:tblPr>
                <a:noFill/>
                <a:tableStyleId>{CD1A021F-8C0E-4362-855C-B3FDB9A31177}</a:tableStyleId>
              </a:tblPr>
              <a:tblGrid>
                <a:gridCol w="4310297">
                  <a:extLst>
                    <a:ext uri="{9D8B030D-6E8A-4147-A177-3AD203B41FA5}">
                      <a16:colId xmlns:a16="http://schemas.microsoft.com/office/drawing/2014/main" val="20000"/>
                    </a:ext>
                  </a:extLst>
                </a:gridCol>
                <a:gridCol w="1745635">
                  <a:extLst>
                    <a:ext uri="{9D8B030D-6E8A-4147-A177-3AD203B41FA5}">
                      <a16:colId xmlns:a16="http://schemas.microsoft.com/office/drawing/2014/main" val="20001"/>
                    </a:ext>
                  </a:extLst>
                </a:gridCol>
              </a:tblGrid>
              <a:tr h="626547">
                <a:tc>
                  <a:txBody>
                    <a:bodyPr/>
                    <a:lstStyle/>
                    <a:p>
                      <a:pPr marL="0" lvl="0" indent="0" algn="ctr" rtl="0">
                        <a:spcBef>
                          <a:spcPts val="0"/>
                        </a:spcBef>
                        <a:spcAft>
                          <a:spcPts val="0"/>
                        </a:spcAft>
                        <a:buNone/>
                      </a:pPr>
                      <a:endParaRPr sz="1800"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80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1006923">
                <a:tc>
                  <a:txBody>
                    <a:bodyPr/>
                    <a:lstStyle/>
                    <a:p>
                      <a:pPr marL="323850" lvl="0" indent="-171450" algn="l" rtl="0">
                        <a:spcBef>
                          <a:spcPts val="0"/>
                        </a:spcBef>
                        <a:spcAft>
                          <a:spcPts val="0"/>
                        </a:spcAft>
                        <a:buClr>
                          <a:schemeClr val="accent4"/>
                        </a:buClr>
                        <a:buSzPts val="1200"/>
                        <a:buFont typeface="Arial" panose="020B0604020202020204" pitchFamily="34" charset="0"/>
                        <a:buChar char="•"/>
                      </a:pPr>
                      <a:r>
                        <a:rPr lang="en-IN" sz="1200" dirty="0"/>
                        <a:t>AI-Based Matching &amp; Recommendations</a:t>
                      </a:r>
                    </a:p>
                    <a:p>
                      <a:pPr marL="152400" lvl="0" indent="0" algn="l" rtl="0">
                        <a:spcBef>
                          <a:spcPts val="0"/>
                        </a:spcBef>
                        <a:spcAft>
                          <a:spcPts val="0"/>
                        </a:spcAft>
                        <a:buClr>
                          <a:schemeClr val="accent4"/>
                        </a:buClr>
                        <a:buSzPts val="1200"/>
                        <a:buFont typeface="Arial" panose="020B0604020202020204" pitchFamily="34" charset="0"/>
                        <a:buNone/>
                      </a:pPr>
                      <a:r>
                        <a:rPr lang="en-IN" sz="1200" b="0" dirty="0"/>
                        <a:t>To develop an AI-assisted system to match candidates with relevant jobs and internships and provide personalized recommendations.</a:t>
                      </a: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6"/>
                      </a:solidFill>
                      <a:prstDash val="solid"/>
                      <a:round/>
                      <a:headEnd type="none" w="sm" len="sm"/>
                      <a:tailEnd type="none" w="sm" len="sm"/>
                    </a:lnB>
                  </a:tcPr>
                </a:tc>
                <a:tc>
                  <a:txBody>
                    <a:bodyPr/>
                    <a:lstStyle/>
                    <a:p>
                      <a:pPr marL="457200" lvl="0" indent="-228600" algn="l" rtl="0">
                        <a:spcBef>
                          <a:spcPts val="0"/>
                        </a:spcBef>
                        <a:spcAft>
                          <a:spcPts val="0"/>
                        </a:spcAft>
                        <a:buNone/>
                      </a:pPr>
                      <a:endParaRPr sz="1200" dirty="0">
                        <a:solidFill>
                          <a:schemeClr val="dk1"/>
                        </a:solidFill>
                        <a:latin typeface="Roboto" panose="02000000000000000000"/>
                        <a:ea typeface="Roboto" panose="02000000000000000000"/>
                        <a:cs typeface="Roboto" panose="02000000000000000000"/>
                        <a:sym typeface="Roboto" panose="02000000000000000000"/>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19050" cap="flat" cmpd="sng">
                      <a:solidFill>
                        <a:schemeClr val="accent6"/>
                      </a:solidFill>
                      <a:prstDash val="solid"/>
                      <a:round/>
                      <a:headEnd type="none" w="sm" len="sm"/>
                      <a:tailEnd type="none" w="sm" len="sm"/>
                    </a:lnB>
                  </a:tcPr>
                </a:tc>
                <a:extLst>
                  <a:ext uri="{0D108BD9-81ED-4DB2-BD59-A6C34878D82A}">
                    <a16:rowId xmlns:a16="http://schemas.microsoft.com/office/drawing/2014/main" val="10001"/>
                  </a:ext>
                </a:extLst>
              </a:tr>
              <a:tr h="805532">
                <a:tc>
                  <a:txBody>
                    <a:bodyPr/>
                    <a:lstStyle/>
                    <a:p>
                      <a:pPr marL="457200" lvl="0" indent="-304800" algn="l" rtl="0">
                        <a:spcBef>
                          <a:spcPts val="0"/>
                        </a:spcBef>
                        <a:spcAft>
                          <a:spcPts val="0"/>
                        </a:spcAft>
                        <a:buClr>
                          <a:schemeClr val="accent4"/>
                        </a:buClr>
                        <a:buSzPts val="1200"/>
                        <a:buFont typeface="Roboto" panose="02000000000000000000"/>
                        <a:buChar char="●"/>
                      </a:pPr>
                      <a:r>
                        <a:rPr lang="en-IN" sz="1200" dirty="0"/>
                        <a:t>Skill-Gap Analysis &amp; Explainability</a:t>
                      </a:r>
                    </a:p>
                    <a:p>
                      <a:pPr marL="152400" lvl="0" indent="0" algn="l" rtl="0">
                        <a:spcBef>
                          <a:spcPts val="0"/>
                        </a:spcBef>
                        <a:spcAft>
                          <a:spcPts val="0"/>
                        </a:spcAft>
                        <a:buClr>
                          <a:schemeClr val="accent4"/>
                        </a:buClr>
                        <a:buSzPts val="1200"/>
                        <a:buFont typeface="Roboto" panose="02000000000000000000"/>
                        <a:buNone/>
                      </a:pPr>
                      <a:r>
                        <a:rPr lang="en-IN" sz="1200" b="0" dirty="0"/>
                        <a:t>To identify missing skills and provide understandable explanations for candidate–job matching results.</a:t>
                      </a:r>
                      <a:endParaRPr sz="1200" b="0" dirty="0">
                        <a:solidFill>
                          <a:schemeClr val="dk1"/>
                        </a:solidFill>
                        <a:latin typeface="Roboto" panose="02000000000000000000"/>
                        <a:ea typeface="Roboto" panose="02000000000000000000"/>
                        <a:cs typeface="Roboto" panose="02000000000000000000"/>
                        <a:sym typeface="Roboto" panose="02000000000000000000"/>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accent6"/>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accent6"/>
                      </a:solidFill>
                      <a:prstDash val="solid"/>
                      <a:round/>
                      <a:headEnd type="none" w="sm" len="sm"/>
                      <a:tailEnd type="none" w="sm" len="sm"/>
                    </a:lnB>
                  </a:tcPr>
                </a:tc>
                <a:extLst>
                  <a:ext uri="{0D108BD9-81ED-4DB2-BD59-A6C34878D82A}">
                    <a16:rowId xmlns:a16="http://schemas.microsoft.com/office/drawing/2014/main" val="10002"/>
                  </a:ext>
                </a:extLst>
              </a:tr>
              <a:tr h="805532">
                <a:tc>
                  <a:txBody>
                    <a:bodyPr/>
                    <a:lstStyle/>
                    <a:p>
                      <a:pPr marL="457200" lvl="0" indent="-304800" algn="l" rtl="0">
                        <a:spcBef>
                          <a:spcPts val="0"/>
                        </a:spcBef>
                        <a:spcAft>
                          <a:spcPts val="0"/>
                        </a:spcAft>
                        <a:buClr>
                          <a:schemeClr val="accent4"/>
                        </a:buClr>
                        <a:buSzPts val="1200"/>
                        <a:buFont typeface="Roboto" panose="02000000000000000000"/>
                        <a:buChar char="●"/>
                      </a:pPr>
                      <a:r>
                        <a:rPr lang="en-IN" sz="1200" dirty="0"/>
                        <a:t>Automated Recruiter Screening</a:t>
                      </a:r>
                    </a:p>
                    <a:p>
                      <a:r>
                        <a:rPr lang="en-IN" sz="1200" b="0" dirty="0"/>
                        <a:t>   To rank applicants based on relevance and assist                                                                           recruiters in efficiently screening candidates.</a:t>
                      </a: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accent6"/>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solidFill>
                      <a:prstDash val="solid"/>
                      <a:round/>
                      <a:headEnd type="none" w="sm" len="sm"/>
                      <a:tailEnd type="none" w="sm" len="sm"/>
                    </a:lnT>
                    <a:lnB w="19050" cap="flat" cmpd="sng">
                      <a:solidFill>
                        <a:schemeClr val="accent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333" name="Google Shape;1333;p31"/>
          <p:cNvGrpSpPr/>
          <p:nvPr/>
        </p:nvGrpSpPr>
        <p:grpSpPr>
          <a:xfrm>
            <a:off x="5961026" y="1666635"/>
            <a:ext cx="528335" cy="627886"/>
            <a:chOff x="5020347" y="2784874"/>
            <a:chExt cx="441436" cy="441224"/>
          </a:xfrm>
        </p:grpSpPr>
        <p:sp>
          <p:nvSpPr>
            <p:cNvPr id="1334" name="Google Shape;1334;p31"/>
            <p:cNvSpPr/>
            <p:nvPr/>
          </p:nvSpPr>
          <p:spPr>
            <a:xfrm>
              <a:off x="5020347" y="2784874"/>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5" name="Google Shape;1335;p31"/>
            <p:cNvSpPr/>
            <p:nvPr/>
          </p:nvSpPr>
          <p:spPr>
            <a:xfrm>
              <a:off x="5139915" y="2924267"/>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6" name="Google Shape;1336;p31"/>
          <p:cNvGrpSpPr/>
          <p:nvPr/>
        </p:nvGrpSpPr>
        <p:grpSpPr>
          <a:xfrm>
            <a:off x="5942155" y="2623221"/>
            <a:ext cx="528335" cy="627886"/>
            <a:chOff x="5020347" y="3370351"/>
            <a:chExt cx="441436" cy="441224"/>
          </a:xfrm>
        </p:grpSpPr>
        <p:sp>
          <p:nvSpPr>
            <p:cNvPr id="1337" name="Google Shape;1337;p31"/>
            <p:cNvSpPr/>
            <p:nvPr/>
          </p:nvSpPr>
          <p:spPr>
            <a:xfrm>
              <a:off x="5020347" y="3370351"/>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1"/>
            <p:cNvSpPr/>
            <p:nvPr/>
          </p:nvSpPr>
          <p:spPr>
            <a:xfrm>
              <a:off x="5139915" y="3509742"/>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9" name="Google Shape;1339;p31"/>
          <p:cNvGrpSpPr/>
          <p:nvPr/>
        </p:nvGrpSpPr>
        <p:grpSpPr>
          <a:xfrm>
            <a:off x="5961025" y="3445744"/>
            <a:ext cx="528335" cy="627886"/>
            <a:chOff x="4960473" y="3955826"/>
            <a:chExt cx="441436" cy="441224"/>
          </a:xfrm>
        </p:grpSpPr>
        <p:sp>
          <p:nvSpPr>
            <p:cNvPr id="1340" name="Google Shape;1340;p31"/>
            <p:cNvSpPr/>
            <p:nvPr/>
          </p:nvSpPr>
          <p:spPr>
            <a:xfrm>
              <a:off x="4960473" y="3955826"/>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1" name="Google Shape;1341;p31"/>
            <p:cNvSpPr/>
            <p:nvPr/>
          </p:nvSpPr>
          <p:spPr>
            <a:xfrm>
              <a:off x="5097891" y="4103983"/>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2" name="Google Shape;1342;p31"/>
          <p:cNvGrpSpPr/>
          <p:nvPr/>
        </p:nvGrpSpPr>
        <p:grpSpPr>
          <a:xfrm>
            <a:off x="7214722" y="1885521"/>
            <a:ext cx="1690740" cy="2610529"/>
            <a:chOff x="6353330" y="1695700"/>
            <a:chExt cx="2134783" cy="3055056"/>
          </a:xfrm>
        </p:grpSpPr>
        <p:sp>
          <p:nvSpPr>
            <p:cNvPr id="1343" name="Google Shape;1343;p31"/>
            <p:cNvSpPr/>
            <p:nvPr/>
          </p:nvSpPr>
          <p:spPr>
            <a:xfrm flipH="1">
              <a:off x="7452292" y="4704672"/>
              <a:ext cx="492085" cy="24653"/>
            </a:xfrm>
            <a:custGeom>
              <a:avLst/>
              <a:gdLst/>
              <a:ahLst/>
              <a:cxnLst/>
              <a:rect l="l" t="t" r="r" b="b"/>
              <a:pathLst>
                <a:path w="5549" h="278" extrusionOk="0">
                  <a:moveTo>
                    <a:pt x="1" y="278"/>
                  </a:moveTo>
                  <a:lnTo>
                    <a:pt x="5545" y="278"/>
                  </a:lnTo>
                  <a:lnTo>
                    <a:pt x="5548" y="1"/>
                  </a:lnTo>
                  <a:lnTo>
                    <a:pt x="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1"/>
            <p:cNvSpPr/>
            <p:nvPr/>
          </p:nvSpPr>
          <p:spPr>
            <a:xfrm flipH="1">
              <a:off x="6744018" y="4704672"/>
              <a:ext cx="478074" cy="24653"/>
            </a:xfrm>
            <a:custGeom>
              <a:avLst/>
              <a:gdLst/>
              <a:ahLst/>
              <a:cxnLst/>
              <a:rect l="l" t="t" r="r" b="b"/>
              <a:pathLst>
                <a:path w="5391" h="278" extrusionOk="0">
                  <a:moveTo>
                    <a:pt x="1" y="278"/>
                  </a:moveTo>
                  <a:lnTo>
                    <a:pt x="5391" y="278"/>
                  </a:lnTo>
                  <a:lnTo>
                    <a:pt x="5391" y="1"/>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5" name="Google Shape;1345;p31"/>
            <p:cNvGrpSpPr/>
            <p:nvPr/>
          </p:nvGrpSpPr>
          <p:grpSpPr>
            <a:xfrm>
              <a:off x="6353330" y="1695700"/>
              <a:ext cx="2134783" cy="3055056"/>
              <a:chOff x="6552140" y="1695700"/>
              <a:chExt cx="2134783" cy="3055056"/>
            </a:xfrm>
          </p:grpSpPr>
          <p:grpSp>
            <p:nvGrpSpPr>
              <p:cNvPr id="1346" name="Google Shape;1346;p31"/>
              <p:cNvGrpSpPr/>
              <p:nvPr/>
            </p:nvGrpSpPr>
            <p:grpSpPr>
              <a:xfrm>
                <a:off x="7529906" y="3054911"/>
                <a:ext cx="1157017" cy="1695846"/>
                <a:chOff x="6690102" y="2206739"/>
                <a:chExt cx="787194" cy="1153793"/>
              </a:xfrm>
            </p:grpSpPr>
            <p:sp>
              <p:nvSpPr>
                <p:cNvPr id="1347" name="Google Shape;1347;p31"/>
                <p:cNvSpPr/>
                <p:nvPr/>
              </p:nvSpPr>
              <p:spPr>
                <a:xfrm rot="-900050">
                  <a:off x="7040061" y="2822022"/>
                  <a:ext cx="140524" cy="529344"/>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1"/>
                <p:cNvSpPr/>
                <p:nvPr/>
              </p:nvSpPr>
              <p:spPr>
                <a:xfrm>
                  <a:off x="6690102" y="2831200"/>
                  <a:ext cx="140520" cy="529331"/>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1"/>
                <p:cNvSpPr/>
                <p:nvPr/>
              </p:nvSpPr>
              <p:spPr>
                <a:xfrm flipH="1">
                  <a:off x="7313906" y="2831200"/>
                  <a:ext cx="140520" cy="529331"/>
                </a:xfrm>
                <a:custGeom>
                  <a:avLst/>
                  <a:gdLst/>
                  <a:ahLst/>
                  <a:cxnLst/>
                  <a:rect l="l" t="t" r="r" b="b"/>
                  <a:pathLst>
                    <a:path w="2819" h="10619" extrusionOk="0">
                      <a:moveTo>
                        <a:pt x="1633" y="0"/>
                      </a:moveTo>
                      <a:lnTo>
                        <a:pt x="0" y="10618"/>
                      </a:lnTo>
                      <a:lnTo>
                        <a:pt x="592" y="10618"/>
                      </a:lnTo>
                      <a:lnTo>
                        <a:pt x="281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0" name="Google Shape;1350;p31"/>
                <p:cNvGrpSpPr/>
                <p:nvPr/>
              </p:nvGrpSpPr>
              <p:grpSpPr>
                <a:xfrm>
                  <a:off x="6784074" y="2206739"/>
                  <a:ext cx="693222" cy="636392"/>
                  <a:chOff x="6784074" y="2206739"/>
                  <a:chExt cx="693222" cy="636392"/>
                </a:xfrm>
              </p:grpSpPr>
              <p:sp>
                <p:nvSpPr>
                  <p:cNvPr id="1351" name="Google Shape;1351;p31"/>
                  <p:cNvSpPr/>
                  <p:nvPr/>
                </p:nvSpPr>
                <p:spPr>
                  <a:xfrm>
                    <a:off x="6784421" y="2206739"/>
                    <a:ext cx="406990" cy="599480"/>
                  </a:xfrm>
                  <a:custGeom>
                    <a:avLst/>
                    <a:gdLst/>
                    <a:ahLst/>
                    <a:cxnLst/>
                    <a:rect l="l" t="t" r="r" b="b"/>
                    <a:pathLst>
                      <a:path w="8210" h="12093" extrusionOk="0">
                        <a:moveTo>
                          <a:pt x="3828" y="1"/>
                        </a:moveTo>
                        <a:cubicBezTo>
                          <a:pt x="1850" y="1"/>
                          <a:pt x="222" y="1582"/>
                          <a:pt x="176" y="3571"/>
                        </a:cubicBezTo>
                        <a:lnTo>
                          <a:pt x="27" y="9905"/>
                        </a:lnTo>
                        <a:cubicBezTo>
                          <a:pt x="1" y="11010"/>
                          <a:pt x="875" y="11926"/>
                          <a:pt x="1980" y="11953"/>
                        </a:cubicBezTo>
                        <a:lnTo>
                          <a:pt x="7968" y="12092"/>
                        </a:lnTo>
                        <a:lnTo>
                          <a:pt x="8163" y="3758"/>
                        </a:lnTo>
                        <a:cubicBezTo>
                          <a:pt x="8210" y="1739"/>
                          <a:pt x="6613" y="66"/>
                          <a:pt x="4594" y="18"/>
                        </a:cubicBezTo>
                        <a:lnTo>
                          <a:pt x="3915" y="2"/>
                        </a:lnTo>
                        <a:cubicBezTo>
                          <a:pt x="3886" y="1"/>
                          <a:pt x="3857" y="1"/>
                          <a:pt x="382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1"/>
                  <p:cNvSpPr/>
                  <p:nvPr/>
                </p:nvSpPr>
                <p:spPr>
                  <a:xfrm>
                    <a:off x="6786305" y="2531717"/>
                    <a:ext cx="690991" cy="311414"/>
                  </a:xfrm>
                  <a:custGeom>
                    <a:avLst/>
                    <a:gdLst/>
                    <a:ahLst/>
                    <a:cxnLst/>
                    <a:rect l="l" t="t" r="r" b="b"/>
                    <a:pathLst>
                      <a:path w="13939" h="6282" extrusionOk="0">
                        <a:moveTo>
                          <a:pt x="120" y="0"/>
                        </a:moveTo>
                        <a:lnTo>
                          <a:pt x="24" y="4077"/>
                        </a:lnTo>
                        <a:cubicBezTo>
                          <a:pt x="0" y="5140"/>
                          <a:pt x="842" y="6021"/>
                          <a:pt x="1905" y="6047"/>
                        </a:cubicBezTo>
                        <a:lnTo>
                          <a:pt x="11892" y="6281"/>
                        </a:lnTo>
                        <a:cubicBezTo>
                          <a:pt x="11907" y="6281"/>
                          <a:pt x="11923" y="6281"/>
                          <a:pt x="11938" y="6281"/>
                        </a:cubicBezTo>
                        <a:cubicBezTo>
                          <a:pt x="12980" y="6281"/>
                          <a:pt x="13838" y="5448"/>
                          <a:pt x="13863" y="4400"/>
                        </a:cubicBezTo>
                        <a:lnTo>
                          <a:pt x="13913" y="2250"/>
                        </a:lnTo>
                        <a:cubicBezTo>
                          <a:pt x="13938" y="1187"/>
                          <a:pt x="13096" y="304"/>
                          <a:pt x="12032" y="279"/>
                        </a:cubicBezTo>
                        <a:lnTo>
                          <a:pt x="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1"/>
                  <p:cNvSpPr/>
                  <p:nvPr/>
                </p:nvSpPr>
                <p:spPr>
                  <a:xfrm>
                    <a:off x="6844996" y="2208573"/>
                    <a:ext cx="352659" cy="598439"/>
                  </a:xfrm>
                  <a:custGeom>
                    <a:avLst/>
                    <a:gdLst/>
                    <a:ahLst/>
                    <a:cxnLst/>
                    <a:rect l="l" t="t" r="r" b="b"/>
                    <a:pathLst>
                      <a:path w="7114" h="12072" extrusionOk="0">
                        <a:moveTo>
                          <a:pt x="3624" y="0"/>
                        </a:moveTo>
                        <a:cubicBezTo>
                          <a:pt x="1758" y="0"/>
                          <a:pt x="225" y="1490"/>
                          <a:pt x="181" y="3365"/>
                        </a:cubicBezTo>
                        <a:lnTo>
                          <a:pt x="25" y="10025"/>
                        </a:lnTo>
                        <a:cubicBezTo>
                          <a:pt x="1" y="11065"/>
                          <a:pt x="825" y="11929"/>
                          <a:pt x="1865" y="11953"/>
                        </a:cubicBezTo>
                        <a:lnTo>
                          <a:pt x="6868" y="12071"/>
                        </a:lnTo>
                        <a:lnTo>
                          <a:pt x="7069" y="3526"/>
                        </a:lnTo>
                        <a:cubicBezTo>
                          <a:pt x="7114" y="1624"/>
                          <a:pt x="5608" y="46"/>
                          <a:pt x="3706" y="1"/>
                        </a:cubicBezTo>
                        <a:cubicBezTo>
                          <a:pt x="3678" y="1"/>
                          <a:pt x="3651" y="0"/>
                          <a:pt x="36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1"/>
                  <p:cNvSpPr/>
                  <p:nvPr/>
                </p:nvSpPr>
                <p:spPr>
                  <a:xfrm>
                    <a:off x="7083580" y="2378898"/>
                    <a:ext cx="40947" cy="41988"/>
                  </a:xfrm>
                  <a:custGeom>
                    <a:avLst/>
                    <a:gdLst/>
                    <a:ahLst/>
                    <a:cxnLst/>
                    <a:rect l="l" t="t" r="r" b="b"/>
                    <a:pathLst>
                      <a:path w="826" h="847" extrusionOk="0">
                        <a:moveTo>
                          <a:pt x="413" y="0"/>
                        </a:moveTo>
                        <a:cubicBezTo>
                          <a:pt x="197" y="0"/>
                          <a:pt x="19" y="180"/>
                          <a:pt x="10" y="408"/>
                        </a:cubicBezTo>
                        <a:cubicBezTo>
                          <a:pt x="1" y="642"/>
                          <a:pt x="173" y="839"/>
                          <a:pt x="396" y="847"/>
                        </a:cubicBezTo>
                        <a:cubicBezTo>
                          <a:pt x="401" y="847"/>
                          <a:pt x="407" y="847"/>
                          <a:pt x="412" y="847"/>
                        </a:cubicBezTo>
                        <a:cubicBezTo>
                          <a:pt x="628" y="847"/>
                          <a:pt x="808" y="668"/>
                          <a:pt x="817" y="440"/>
                        </a:cubicBezTo>
                        <a:cubicBezTo>
                          <a:pt x="826" y="206"/>
                          <a:pt x="653" y="10"/>
                          <a:pt x="429" y="1"/>
                        </a:cubicBezTo>
                        <a:cubicBezTo>
                          <a:pt x="424" y="0"/>
                          <a:pt x="419" y="0"/>
                          <a:pt x="4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1"/>
                  <p:cNvSpPr/>
                  <p:nvPr/>
                </p:nvSpPr>
                <p:spPr>
                  <a:xfrm>
                    <a:off x="6957720" y="2373892"/>
                    <a:ext cx="41046" cy="42037"/>
                  </a:xfrm>
                  <a:custGeom>
                    <a:avLst/>
                    <a:gdLst/>
                    <a:ahLst/>
                    <a:cxnLst/>
                    <a:rect l="l" t="t" r="r" b="b"/>
                    <a:pathLst>
                      <a:path w="828" h="848" extrusionOk="0">
                        <a:moveTo>
                          <a:pt x="414" y="1"/>
                        </a:moveTo>
                        <a:cubicBezTo>
                          <a:pt x="199" y="1"/>
                          <a:pt x="19" y="180"/>
                          <a:pt x="10" y="408"/>
                        </a:cubicBezTo>
                        <a:cubicBezTo>
                          <a:pt x="1" y="642"/>
                          <a:pt x="174" y="839"/>
                          <a:pt x="397" y="847"/>
                        </a:cubicBezTo>
                        <a:cubicBezTo>
                          <a:pt x="403" y="847"/>
                          <a:pt x="408" y="847"/>
                          <a:pt x="413" y="847"/>
                        </a:cubicBezTo>
                        <a:cubicBezTo>
                          <a:pt x="629" y="847"/>
                          <a:pt x="808" y="669"/>
                          <a:pt x="818" y="440"/>
                        </a:cubicBezTo>
                        <a:cubicBezTo>
                          <a:pt x="827" y="207"/>
                          <a:pt x="653" y="10"/>
                          <a:pt x="430" y="1"/>
                        </a:cubicBezTo>
                        <a:cubicBezTo>
                          <a:pt x="425" y="1"/>
                          <a:pt x="420" y="1"/>
                          <a:pt x="41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1"/>
                  <p:cNvSpPr/>
                  <p:nvPr/>
                </p:nvSpPr>
                <p:spPr>
                  <a:xfrm>
                    <a:off x="6791163" y="2525925"/>
                    <a:ext cx="333970" cy="300459"/>
                  </a:xfrm>
                  <a:custGeom>
                    <a:avLst/>
                    <a:gdLst/>
                    <a:ahLst/>
                    <a:cxnLst/>
                    <a:rect l="l" t="t" r="r" b="b"/>
                    <a:pathLst>
                      <a:path w="6737" h="6061" extrusionOk="0">
                        <a:moveTo>
                          <a:pt x="113" y="0"/>
                        </a:moveTo>
                        <a:lnTo>
                          <a:pt x="59" y="2490"/>
                        </a:lnTo>
                        <a:lnTo>
                          <a:pt x="21" y="4214"/>
                        </a:lnTo>
                        <a:cubicBezTo>
                          <a:pt x="1" y="5157"/>
                          <a:pt x="688" y="5940"/>
                          <a:pt x="1553" y="5962"/>
                        </a:cubicBezTo>
                        <a:lnTo>
                          <a:pt x="2112" y="5977"/>
                        </a:lnTo>
                        <a:lnTo>
                          <a:pt x="5397" y="6060"/>
                        </a:lnTo>
                        <a:lnTo>
                          <a:pt x="6636" y="5531"/>
                        </a:lnTo>
                        <a:lnTo>
                          <a:pt x="6718" y="1718"/>
                        </a:lnTo>
                        <a:cubicBezTo>
                          <a:pt x="6736" y="863"/>
                          <a:pt x="6114" y="153"/>
                          <a:pt x="5328" y="133"/>
                        </a:cubicBezTo>
                        <a:lnTo>
                          <a:pt x="1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1"/>
                  <p:cNvSpPr/>
                  <p:nvPr/>
                </p:nvSpPr>
                <p:spPr>
                  <a:xfrm>
                    <a:off x="7114313" y="2796481"/>
                    <a:ext cx="299814" cy="13038"/>
                  </a:xfrm>
                  <a:custGeom>
                    <a:avLst/>
                    <a:gdLst/>
                    <a:ahLst/>
                    <a:cxnLst/>
                    <a:rect l="l" t="t" r="r" b="b"/>
                    <a:pathLst>
                      <a:path w="6048" h="263" extrusionOk="0">
                        <a:moveTo>
                          <a:pt x="2" y="1"/>
                        </a:moveTo>
                        <a:lnTo>
                          <a:pt x="0" y="122"/>
                        </a:lnTo>
                        <a:lnTo>
                          <a:pt x="6044" y="263"/>
                        </a:lnTo>
                        <a:lnTo>
                          <a:pt x="6048" y="141"/>
                        </a:lnTo>
                        <a:lnTo>
                          <a:pt x="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1"/>
                  <p:cNvSpPr/>
                  <p:nvPr/>
                </p:nvSpPr>
                <p:spPr>
                  <a:xfrm>
                    <a:off x="6785363" y="2530584"/>
                    <a:ext cx="333920" cy="300459"/>
                  </a:xfrm>
                  <a:custGeom>
                    <a:avLst/>
                    <a:gdLst/>
                    <a:ahLst/>
                    <a:cxnLst/>
                    <a:rect l="l" t="t" r="r" b="b"/>
                    <a:pathLst>
                      <a:path w="6736" h="6061" extrusionOk="0">
                        <a:moveTo>
                          <a:pt x="112" y="1"/>
                        </a:moveTo>
                        <a:lnTo>
                          <a:pt x="58" y="2490"/>
                        </a:lnTo>
                        <a:lnTo>
                          <a:pt x="21" y="4215"/>
                        </a:lnTo>
                        <a:cubicBezTo>
                          <a:pt x="0" y="5158"/>
                          <a:pt x="686" y="5941"/>
                          <a:pt x="1552" y="5963"/>
                        </a:cubicBezTo>
                        <a:lnTo>
                          <a:pt x="2111" y="5976"/>
                        </a:lnTo>
                        <a:lnTo>
                          <a:pt x="5396" y="6061"/>
                        </a:lnTo>
                        <a:lnTo>
                          <a:pt x="6635" y="5531"/>
                        </a:lnTo>
                        <a:lnTo>
                          <a:pt x="6716" y="1719"/>
                        </a:lnTo>
                        <a:cubicBezTo>
                          <a:pt x="6736" y="864"/>
                          <a:pt x="6113" y="154"/>
                          <a:pt x="5326" y="134"/>
                        </a:cubicBez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1"/>
                  <p:cNvSpPr/>
                  <p:nvPr/>
                </p:nvSpPr>
                <p:spPr>
                  <a:xfrm>
                    <a:off x="6784074" y="2530584"/>
                    <a:ext cx="281076" cy="300459"/>
                  </a:xfrm>
                  <a:custGeom>
                    <a:avLst/>
                    <a:gdLst/>
                    <a:ahLst/>
                    <a:cxnLst/>
                    <a:rect l="l" t="t" r="r" b="b"/>
                    <a:pathLst>
                      <a:path w="5670" h="6061" extrusionOk="0">
                        <a:moveTo>
                          <a:pt x="111" y="1"/>
                        </a:moveTo>
                        <a:lnTo>
                          <a:pt x="58" y="2490"/>
                        </a:lnTo>
                        <a:lnTo>
                          <a:pt x="21" y="4215"/>
                        </a:lnTo>
                        <a:cubicBezTo>
                          <a:pt x="1" y="5158"/>
                          <a:pt x="676" y="5941"/>
                          <a:pt x="1529" y="5963"/>
                        </a:cubicBezTo>
                        <a:lnTo>
                          <a:pt x="2080" y="5976"/>
                        </a:lnTo>
                        <a:lnTo>
                          <a:pt x="5313" y="6061"/>
                        </a:lnTo>
                        <a:lnTo>
                          <a:pt x="5382" y="3299"/>
                        </a:lnTo>
                        <a:cubicBezTo>
                          <a:pt x="5382" y="1093"/>
                          <a:pt x="5670" y="90"/>
                          <a:pt x="3548" y="90"/>
                        </a:cubicBezTo>
                        <a:lnTo>
                          <a:pt x="111" y="1"/>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60" name="Google Shape;1360;p31"/>
              <p:cNvGrpSpPr/>
              <p:nvPr/>
            </p:nvGrpSpPr>
            <p:grpSpPr>
              <a:xfrm flipH="1">
                <a:off x="7576903" y="1763111"/>
                <a:ext cx="1062032" cy="635116"/>
                <a:chOff x="6617547" y="1329436"/>
                <a:chExt cx="722569" cy="432110"/>
              </a:xfrm>
            </p:grpSpPr>
            <p:grpSp>
              <p:nvGrpSpPr>
                <p:cNvPr id="1361" name="Google Shape;1361;p31"/>
                <p:cNvGrpSpPr/>
                <p:nvPr/>
              </p:nvGrpSpPr>
              <p:grpSpPr>
                <a:xfrm>
                  <a:off x="6854197" y="1437303"/>
                  <a:ext cx="463438" cy="295104"/>
                  <a:chOff x="6854197" y="1437303"/>
                  <a:chExt cx="463438" cy="295104"/>
                </a:xfrm>
              </p:grpSpPr>
              <p:sp>
                <p:nvSpPr>
                  <p:cNvPr id="1362" name="Google Shape;1362;p31"/>
                  <p:cNvSpPr/>
                  <p:nvPr/>
                </p:nvSpPr>
                <p:spPr>
                  <a:xfrm>
                    <a:off x="7263055" y="1545764"/>
                    <a:ext cx="54579" cy="184410"/>
                  </a:xfrm>
                  <a:custGeom>
                    <a:avLst/>
                    <a:gdLst/>
                    <a:ahLst/>
                    <a:cxnLst/>
                    <a:rect l="l" t="t" r="r" b="b"/>
                    <a:pathLst>
                      <a:path w="1101" h="3720" extrusionOk="0">
                        <a:moveTo>
                          <a:pt x="307" y="1"/>
                        </a:moveTo>
                        <a:lnTo>
                          <a:pt x="0" y="3653"/>
                        </a:lnTo>
                        <a:lnTo>
                          <a:pt x="794" y="3719"/>
                        </a:lnTo>
                        <a:lnTo>
                          <a:pt x="1100" y="67"/>
                        </a:lnTo>
                        <a:lnTo>
                          <a:pt x="3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1"/>
                  <p:cNvSpPr/>
                  <p:nvPr/>
                </p:nvSpPr>
                <p:spPr>
                  <a:xfrm>
                    <a:off x="7194053" y="1456289"/>
                    <a:ext cx="74260" cy="273888"/>
                  </a:xfrm>
                  <a:custGeom>
                    <a:avLst/>
                    <a:gdLst/>
                    <a:ahLst/>
                    <a:cxnLst/>
                    <a:rect l="l" t="t" r="r" b="b"/>
                    <a:pathLst>
                      <a:path w="1498" h="5525" extrusionOk="0">
                        <a:moveTo>
                          <a:pt x="306" y="1"/>
                        </a:moveTo>
                        <a:lnTo>
                          <a:pt x="0" y="5458"/>
                        </a:lnTo>
                        <a:lnTo>
                          <a:pt x="1191" y="5524"/>
                        </a:lnTo>
                        <a:lnTo>
                          <a:pt x="1498" y="67"/>
                        </a:lnTo>
                        <a:lnTo>
                          <a:pt x="3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1"/>
                  <p:cNvSpPr/>
                  <p:nvPr/>
                </p:nvSpPr>
                <p:spPr>
                  <a:xfrm>
                    <a:off x="7144730" y="1507595"/>
                    <a:ext cx="54579" cy="222283"/>
                  </a:xfrm>
                  <a:custGeom>
                    <a:avLst/>
                    <a:gdLst/>
                    <a:ahLst/>
                    <a:cxnLst/>
                    <a:rect l="l" t="t" r="r" b="b"/>
                    <a:pathLst>
                      <a:path w="1101" h="4484" extrusionOk="0">
                        <a:moveTo>
                          <a:pt x="307" y="0"/>
                        </a:moveTo>
                        <a:lnTo>
                          <a:pt x="0" y="4429"/>
                        </a:lnTo>
                        <a:lnTo>
                          <a:pt x="794" y="4484"/>
                        </a:lnTo>
                        <a:lnTo>
                          <a:pt x="1100" y="55"/>
                        </a:lnTo>
                        <a:lnTo>
                          <a:pt x="3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1"/>
                  <p:cNvSpPr/>
                  <p:nvPr/>
                </p:nvSpPr>
                <p:spPr>
                  <a:xfrm>
                    <a:off x="7050298" y="1528414"/>
                    <a:ext cx="84273" cy="203892"/>
                  </a:xfrm>
                  <a:custGeom>
                    <a:avLst/>
                    <a:gdLst/>
                    <a:ahLst/>
                    <a:cxnLst/>
                    <a:rect l="l" t="t" r="r" b="b"/>
                    <a:pathLst>
                      <a:path w="1700" h="4113" extrusionOk="0">
                        <a:moveTo>
                          <a:pt x="1184" y="1"/>
                        </a:moveTo>
                        <a:lnTo>
                          <a:pt x="1" y="154"/>
                        </a:lnTo>
                        <a:lnTo>
                          <a:pt x="517" y="4113"/>
                        </a:lnTo>
                        <a:lnTo>
                          <a:pt x="1700" y="3960"/>
                        </a:lnTo>
                        <a:lnTo>
                          <a:pt x="11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1"/>
                  <p:cNvSpPr/>
                  <p:nvPr/>
                </p:nvSpPr>
                <p:spPr>
                  <a:xfrm>
                    <a:off x="6972472" y="1437303"/>
                    <a:ext cx="93543" cy="294808"/>
                  </a:xfrm>
                  <a:custGeom>
                    <a:avLst/>
                    <a:gdLst/>
                    <a:ahLst/>
                    <a:cxnLst/>
                    <a:rect l="l" t="t" r="r" b="b"/>
                    <a:pathLst>
                      <a:path w="1887" h="5947" extrusionOk="0">
                        <a:moveTo>
                          <a:pt x="1186" y="1"/>
                        </a:moveTo>
                        <a:lnTo>
                          <a:pt x="0" y="144"/>
                        </a:lnTo>
                        <a:lnTo>
                          <a:pt x="701" y="5946"/>
                        </a:lnTo>
                        <a:lnTo>
                          <a:pt x="1886" y="5802"/>
                        </a:lnTo>
                        <a:lnTo>
                          <a:pt x="11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1"/>
                  <p:cNvSpPr/>
                  <p:nvPr/>
                </p:nvSpPr>
                <p:spPr>
                  <a:xfrm>
                    <a:off x="6923150" y="1479736"/>
                    <a:ext cx="73863" cy="251580"/>
                  </a:xfrm>
                  <a:custGeom>
                    <a:avLst/>
                    <a:gdLst/>
                    <a:ahLst/>
                    <a:cxnLst/>
                    <a:rect l="l" t="t" r="r" b="b"/>
                    <a:pathLst>
                      <a:path w="1490" h="5075" extrusionOk="0">
                        <a:moveTo>
                          <a:pt x="788" y="1"/>
                        </a:moveTo>
                        <a:lnTo>
                          <a:pt x="1" y="112"/>
                        </a:lnTo>
                        <a:lnTo>
                          <a:pt x="701" y="5074"/>
                        </a:lnTo>
                        <a:lnTo>
                          <a:pt x="1489" y="4962"/>
                        </a:lnTo>
                        <a:lnTo>
                          <a:pt x="7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1"/>
                  <p:cNvSpPr/>
                  <p:nvPr/>
                </p:nvSpPr>
                <p:spPr>
                  <a:xfrm>
                    <a:off x="6854197" y="1459263"/>
                    <a:ext cx="93444" cy="273144"/>
                  </a:xfrm>
                  <a:custGeom>
                    <a:avLst/>
                    <a:gdLst/>
                    <a:ahLst/>
                    <a:cxnLst/>
                    <a:rect l="l" t="t" r="r" b="b"/>
                    <a:pathLst>
                      <a:path w="1885" h="5510" extrusionOk="0">
                        <a:moveTo>
                          <a:pt x="1184" y="0"/>
                        </a:moveTo>
                        <a:lnTo>
                          <a:pt x="0" y="154"/>
                        </a:lnTo>
                        <a:lnTo>
                          <a:pt x="701" y="5509"/>
                        </a:lnTo>
                        <a:lnTo>
                          <a:pt x="1884" y="5354"/>
                        </a:lnTo>
                        <a:lnTo>
                          <a:pt x="118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31"/>
                <p:cNvGrpSpPr/>
                <p:nvPr/>
              </p:nvGrpSpPr>
              <p:grpSpPr>
                <a:xfrm>
                  <a:off x="6652013" y="1329436"/>
                  <a:ext cx="229521" cy="403074"/>
                  <a:chOff x="6522150" y="1329350"/>
                  <a:chExt cx="115750" cy="203275"/>
                </a:xfrm>
              </p:grpSpPr>
              <p:sp>
                <p:nvSpPr>
                  <p:cNvPr id="1370" name="Google Shape;1370;p31"/>
                  <p:cNvSpPr/>
                  <p:nvPr/>
                </p:nvSpPr>
                <p:spPr>
                  <a:xfrm>
                    <a:off x="6560975" y="1329350"/>
                    <a:ext cx="40150" cy="167575"/>
                  </a:xfrm>
                  <a:custGeom>
                    <a:avLst/>
                    <a:gdLst/>
                    <a:ahLst/>
                    <a:cxnLst/>
                    <a:rect l="l" t="t" r="r" b="b"/>
                    <a:pathLst>
                      <a:path w="1606" h="6703" extrusionOk="0">
                        <a:moveTo>
                          <a:pt x="962" y="1"/>
                        </a:moveTo>
                        <a:cubicBezTo>
                          <a:pt x="747" y="2248"/>
                          <a:pt x="426" y="4486"/>
                          <a:pt x="0" y="6702"/>
                        </a:cubicBezTo>
                        <a:lnTo>
                          <a:pt x="721" y="6503"/>
                        </a:lnTo>
                        <a:cubicBezTo>
                          <a:pt x="1518" y="4443"/>
                          <a:pt x="1605" y="2115"/>
                          <a:pt x="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1"/>
                  <p:cNvSpPr/>
                  <p:nvPr/>
                </p:nvSpPr>
                <p:spPr>
                  <a:xfrm>
                    <a:off x="6535825" y="1347425"/>
                    <a:ext cx="43400" cy="138450"/>
                  </a:xfrm>
                  <a:custGeom>
                    <a:avLst/>
                    <a:gdLst/>
                    <a:ahLst/>
                    <a:cxnLst/>
                    <a:rect l="l" t="t" r="r" b="b"/>
                    <a:pathLst>
                      <a:path w="1736" h="5538" extrusionOk="0">
                        <a:moveTo>
                          <a:pt x="964" y="0"/>
                        </a:moveTo>
                        <a:lnTo>
                          <a:pt x="964" y="0"/>
                        </a:lnTo>
                        <a:cubicBezTo>
                          <a:pt x="159" y="1618"/>
                          <a:pt x="0" y="3547"/>
                          <a:pt x="530" y="5275"/>
                        </a:cubicBezTo>
                        <a:lnTo>
                          <a:pt x="1212" y="5538"/>
                        </a:lnTo>
                        <a:cubicBezTo>
                          <a:pt x="1736" y="3742"/>
                          <a:pt x="706" y="1715"/>
                          <a:pt x="9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1"/>
                  <p:cNvSpPr/>
                  <p:nvPr/>
                </p:nvSpPr>
                <p:spPr>
                  <a:xfrm>
                    <a:off x="6575000" y="1374225"/>
                    <a:ext cx="62900" cy="113775"/>
                  </a:xfrm>
                  <a:custGeom>
                    <a:avLst/>
                    <a:gdLst/>
                    <a:ahLst/>
                    <a:cxnLst/>
                    <a:rect l="l" t="t" r="r" b="b"/>
                    <a:pathLst>
                      <a:path w="2516" h="4551" extrusionOk="0">
                        <a:moveTo>
                          <a:pt x="2516" y="1"/>
                        </a:moveTo>
                        <a:cubicBezTo>
                          <a:pt x="1463" y="1178"/>
                          <a:pt x="841" y="780"/>
                          <a:pt x="458" y="2739"/>
                        </a:cubicBezTo>
                        <a:cubicBezTo>
                          <a:pt x="381" y="3127"/>
                          <a:pt x="1" y="4551"/>
                          <a:pt x="471" y="4551"/>
                        </a:cubicBezTo>
                        <a:cubicBezTo>
                          <a:pt x="478" y="4551"/>
                          <a:pt x="486" y="4550"/>
                          <a:pt x="494" y="4549"/>
                        </a:cubicBezTo>
                        <a:cubicBezTo>
                          <a:pt x="1004" y="4503"/>
                          <a:pt x="1192" y="2984"/>
                          <a:pt x="1450" y="2231"/>
                        </a:cubicBezTo>
                        <a:cubicBezTo>
                          <a:pt x="1800" y="1216"/>
                          <a:pt x="2220" y="737"/>
                          <a:pt x="25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1"/>
                  <p:cNvSpPr/>
                  <p:nvPr/>
                </p:nvSpPr>
                <p:spPr>
                  <a:xfrm>
                    <a:off x="6560775" y="1365525"/>
                    <a:ext cx="40400" cy="115000"/>
                  </a:xfrm>
                  <a:custGeom>
                    <a:avLst/>
                    <a:gdLst/>
                    <a:ahLst/>
                    <a:cxnLst/>
                    <a:rect l="l" t="t" r="r" b="b"/>
                    <a:pathLst>
                      <a:path w="1616" h="4600" extrusionOk="0">
                        <a:moveTo>
                          <a:pt x="525" y="0"/>
                        </a:moveTo>
                        <a:lnTo>
                          <a:pt x="525" y="0"/>
                        </a:lnTo>
                        <a:cubicBezTo>
                          <a:pt x="434" y="502"/>
                          <a:pt x="498" y="1019"/>
                          <a:pt x="571" y="1524"/>
                        </a:cubicBezTo>
                        <a:cubicBezTo>
                          <a:pt x="644" y="2029"/>
                          <a:pt x="727" y="2540"/>
                          <a:pt x="674" y="3048"/>
                        </a:cubicBezTo>
                        <a:cubicBezTo>
                          <a:pt x="620" y="3555"/>
                          <a:pt x="410" y="4070"/>
                          <a:pt x="0" y="4375"/>
                        </a:cubicBezTo>
                        <a:lnTo>
                          <a:pt x="991" y="4599"/>
                        </a:lnTo>
                        <a:cubicBezTo>
                          <a:pt x="1465" y="3927"/>
                          <a:pt x="1616" y="3037"/>
                          <a:pt x="1390" y="2245"/>
                        </a:cubicBezTo>
                        <a:cubicBezTo>
                          <a:pt x="1163" y="1447"/>
                          <a:pt x="629" y="824"/>
                          <a:pt x="5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1"/>
                  <p:cNvSpPr/>
                  <p:nvPr/>
                </p:nvSpPr>
                <p:spPr>
                  <a:xfrm>
                    <a:off x="6522150" y="1365525"/>
                    <a:ext cx="41900" cy="122475"/>
                  </a:xfrm>
                  <a:custGeom>
                    <a:avLst/>
                    <a:gdLst/>
                    <a:ahLst/>
                    <a:cxnLst/>
                    <a:rect l="l" t="t" r="r" b="b"/>
                    <a:pathLst>
                      <a:path w="1676" h="4899" extrusionOk="0">
                        <a:moveTo>
                          <a:pt x="486" y="0"/>
                        </a:moveTo>
                        <a:lnTo>
                          <a:pt x="486" y="0"/>
                        </a:lnTo>
                        <a:cubicBezTo>
                          <a:pt x="1" y="2037"/>
                          <a:pt x="372" y="3631"/>
                          <a:pt x="1055" y="4899"/>
                        </a:cubicBezTo>
                        <a:lnTo>
                          <a:pt x="1676" y="4803"/>
                        </a:lnTo>
                        <a:cubicBezTo>
                          <a:pt x="1676" y="4803"/>
                          <a:pt x="970" y="1378"/>
                          <a:pt x="4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1"/>
                  <p:cNvSpPr/>
                  <p:nvPr/>
                </p:nvSpPr>
                <p:spPr>
                  <a:xfrm>
                    <a:off x="6531250" y="1464600"/>
                    <a:ext cx="73675" cy="68025"/>
                  </a:xfrm>
                  <a:custGeom>
                    <a:avLst/>
                    <a:gdLst/>
                    <a:ahLst/>
                    <a:cxnLst/>
                    <a:rect l="l" t="t" r="r" b="b"/>
                    <a:pathLst>
                      <a:path w="2947" h="2721" extrusionOk="0">
                        <a:moveTo>
                          <a:pt x="194" y="0"/>
                        </a:moveTo>
                        <a:cubicBezTo>
                          <a:pt x="85" y="0"/>
                          <a:pt x="0" y="94"/>
                          <a:pt x="14" y="203"/>
                        </a:cubicBezTo>
                        <a:lnTo>
                          <a:pt x="320" y="2562"/>
                        </a:lnTo>
                        <a:cubicBezTo>
                          <a:pt x="332" y="2653"/>
                          <a:pt x="409" y="2720"/>
                          <a:pt x="499" y="2720"/>
                        </a:cubicBezTo>
                        <a:lnTo>
                          <a:pt x="2385" y="2720"/>
                        </a:lnTo>
                        <a:cubicBezTo>
                          <a:pt x="2474" y="2720"/>
                          <a:pt x="2550" y="2655"/>
                          <a:pt x="2563" y="2568"/>
                        </a:cubicBezTo>
                        <a:lnTo>
                          <a:pt x="2728" y="1503"/>
                        </a:lnTo>
                        <a:lnTo>
                          <a:pt x="2930" y="207"/>
                        </a:lnTo>
                        <a:cubicBezTo>
                          <a:pt x="2946" y="98"/>
                          <a:pt x="2863" y="0"/>
                          <a:pt x="2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1"/>
                  <p:cNvSpPr/>
                  <p:nvPr/>
                </p:nvSpPr>
                <p:spPr>
                  <a:xfrm>
                    <a:off x="6559600" y="1464600"/>
                    <a:ext cx="45475" cy="52200"/>
                  </a:xfrm>
                  <a:custGeom>
                    <a:avLst/>
                    <a:gdLst/>
                    <a:ahLst/>
                    <a:cxnLst/>
                    <a:rect l="l" t="t" r="r" b="b"/>
                    <a:pathLst>
                      <a:path w="1819" h="2088" extrusionOk="0">
                        <a:moveTo>
                          <a:pt x="0" y="0"/>
                        </a:moveTo>
                        <a:cubicBezTo>
                          <a:pt x="434" y="1130"/>
                          <a:pt x="1006" y="1749"/>
                          <a:pt x="1515" y="2088"/>
                        </a:cubicBezTo>
                        <a:lnTo>
                          <a:pt x="1795" y="287"/>
                        </a:lnTo>
                        <a:cubicBezTo>
                          <a:pt x="1818" y="135"/>
                          <a:pt x="1701" y="0"/>
                          <a:pt x="15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7" name="Google Shape;1377;p31"/>
                <p:cNvSpPr/>
                <p:nvPr/>
              </p:nvSpPr>
              <p:spPr>
                <a:xfrm>
                  <a:off x="6617547" y="1718320"/>
                  <a:ext cx="722569" cy="43227"/>
                </a:xfrm>
                <a:custGeom>
                  <a:avLst/>
                  <a:gdLst/>
                  <a:ahLst/>
                  <a:cxnLst/>
                  <a:rect l="l" t="t" r="r" b="b"/>
                  <a:pathLst>
                    <a:path w="14576" h="872" extrusionOk="0">
                      <a:moveTo>
                        <a:pt x="0" y="1"/>
                      </a:moveTo>
                      <a:lnTo>
                        <a:pt x="0" y="872"/>
                      </a:lnTo>
                      <a:lnTo>
                        <a:pt x="14576" y="872"/>
                      </a:lnTo>
                      <a:lnTo>
                        <a:pt x="14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8" name="Google Shape;1378;p31"/>
              <p:cNvSpPr/>
              <p:nvPr/>
            </p:nvSpPr>
            <p:spPr>
              <a:xfrm flipH="1">
                <a:off x="7659463" y="4308542"/>
                <a:ext cx="474083" cy="400035"/>
              </a:xfrm>
              <a:custGeom>
                <a:avLst/>
                <a:gdLst/>
                <a:ahLst/>
                <a:cxnLst/>
                <a:rect l="l" t="t" r="r" b="b"/>
                <a:pathLst>
                  <a:path w="5346" h="4511" extrusionOk="0">
                    <a:moveTo>
                      <a:pt x="1644" y="888"/>
                    </a:moveTo>
                    <a:cubicBezTo>
                      <a:pt x="1644" y="888"/>
                      <a:pt x="218" y="2593"/>
                      <a:pt x="83" y="3787"/>
                    </a:cubicBezTo>
                    <a:cubicBezTo>
                      <a:pt x="1" y="4510"/>
                      <a:pt x="1038" y="4474"/>
                      <a:pt x="2242" y="4466"/>
                    </a:cubicBezTo>
                    <a:lnTo>
                      <a:pt x="4924" y="4445"/>
                    </a:lnTo>
                    <a:cubicBezTo>
                      <a:pt x="5226" y="4443"/>
                      <a:pt x="5345" y="4050"/>
                      <a:pt x="5094" y="3881"/>
                    </a:cubicBezTo>
                    <a:cubicBezTo>
                      <a:pt x="4984" y="3808"/>
                      <a:pt x="4826" y="3758"/>
                      <a:pt x="4598" y="3753"/>
                    </a:cubicBezTo>
                    <a:cubicBezTo>
                      <a:pt x="4598" y="3753"/>
                      <a:pt x="4009" y="3207"/>
                      <a:pt x="2613" y="2649"/>
                    </a:cubicBezTo>
                    <a:cubicBezTo>
                      <a:pt x="2613" y="2649"/>
                      <a:pt x="2483" y="1018"/>
                      <a:pt x="3067" y="0"/>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1"/>
              <p:cNvSpPr/>
              <p:nvPr/>
            </p:nvSpPr>
            <p:spPr>
              <a:xfrm flipH="1">
                <a:off x="7564221" y="3768486"/>
                <a:ext cx="535539" cy="791558"/>
              </a:xfrm>
              <a:custGeom>
                <a:avLst/>
                <a:gdLst/>
                <a:ahLst/>
                <a:cxnLst/>
                <a:rect l="l" t="t" r="r" b="b"/>
                <a:pathLst>
                  <a:path w="6039" h="8926" extrusionOk="0">
                    <a:moveTo>
                      <a:pt x="1" y="8925"/>
                    </a:moveTo>
                    <a:lnTo>
                      <a:pt x="3368" y="1"/>
                    </a:lnTo>
                    <a:lnTo>
                      <a:pt x="6039" y="1"/>
                    </a:lnTo>
                    <a:lnTo>
                      <a:pt x="2232" y="8739"/>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1"/>
              <p:cNvSpPr/>
              <p:nvPr/>
            </p:nvSpPr>
            <p:spPr>
              <a:xfrm flipH="1">
                <a:off x="7457278" y="2930734"/>
                <a:ext cx="343812" cy="837849"/>
              </a:xfrm>
              <a:custGeom>
                <a:avLst/>
                <a:gdLst/>
                <a:ahLst/>
                <a:cxnLst/>
                <a:rect l="l" t="t" r="r" b="b"/>
                <a:pathLst>
                  <a:path w="3877" h="9448" extrusionOk="0">
                    <a:moveTo>
                      <a:pt x="2671" y="9448"/>
                    </a:moveTo>
                    <a:lnTo>
                      <a:pt x="3877" y="0"/>
                    </a:lnTo>
                    <a:lnTo>
                      <a:pt x="3877" y="0"/>
                    </a:lnTo>
                    <a:cubicBezTo>
                      <a:pt x="2272" y="0"/>
                      <a:pt x="923" y="1208"/>
                      <a:pt x="745" y="2802"/>
                    </a:cubicBezTo>
                    <a:lnTo>
                      <a:pt x="0" y="9448"/>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1"/>
              <p:cNvSpPr/>
              <p:nvPr/>
            </p:nvSpPr>
            <p:spPr>
              <a:xfrm flipH="1">
                <a:off x="7959023" y="4549572"/>
                <a:ext cx="183124" cy="155190"/>
              </a:xfrm>
              <a:custGeom>
                <a:avLst/>
                <a:gdLst/>
                <a:ahLst/>
                <a:cxnLst/>
                <a:rect l="l" t="t" r="r" b="b"/>
                <a:pathLst>
                  <a:path w="2065" h="1750" extrusionOk="0">
                    <a:moveTo>
                      <a:pt x="522" y="1"/>
                    </a:moveTo>
                    <a:cubicBezTo>
                      <a:pt x="1808" y="1"/>
                      <a:pt x="2064" y="1750"/>
                      <a:pt x="2064" y="1750"/>
                    </a:cubicBezTo>
                    <a:lnTo>
                      <a:pt x="1" y="1750"/>
                    </a:lnTo>
                    <a:cubicBezTo>
                      <a:pt x="1" y="693"/>
                      <a:pt x="522" y="1"/>
                      <a:pt x="5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1"/>
              <p:cNvSpPr/>
              <p:nvPr/>
            </p:nvSpPr>
            <p:spPr>
              <a:xfrm flipH="1">
                <a:off x="7650244" y="4559948"/>
                <a:ext cx="252206" cy="144814"/>
              </a:xfrm>
              <a:custGeom>
                <a:avLst/>
                <a:gdLst/>
                <a:ahLst/>
                <a:cxnLst/>
                <a:rect l="l" t="t" r="r" b="b"/>
                <a:pathLst>
                  <a:path w="2844" h="1633" extrusionOk="0">
                    <a:moveTo>
                      <a:pt x="454" y="0"/>
                    </a:moveTo>
                    <a:cubicBezTo>
                      <a:pt x="726" y="398"/>
                      <a:pt x="0" y="1633"/>
                      <a:pt x="0" y="1633"/>
                    </a:cubicBezTo>
                    <a:lnTo>
                      <a:pt x="2843" y="1633"/>
                    </a:lnTo>
                    <a:cubicBezTo>
                      <a:pt x="2780" y="665"/>
                      <a:pt x="454"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1"/>
              <p:cNvSpPr/>
              <p:nvPr/>
            </p:nvSpPr>
            <p:spPr>
              <a:xfrm flipH="1">
                <a:off x="7808977" y="4621846"/>
                <a:ext cx="333171" cy="82916"/>
              </a:xfrm>
              <a:custGeom>
                <a:avLst/>
                <a:gdLst/>
                <a:ahLst/>
                <a:cxnLst/>
                <a:rect l="l" t="t" r="r" b="b"/>
                <a:pathLst>
                  <a:path w="3757" h="935" extrusionOk="0">
                    <a:moveTo>
                      <a:pt x="1" y="935"/>
                    </a:moveTo>
                    <a:lnTo>
                      <a:pt x="3590" y="935"/>
                    </a:lnTo>
                    <a:lnTo>
                      <a:pt x="3756" y="1"/>
                    </a:lnTo>
                    <a:lnTo>
                      <a:pt x="8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flipH="1">
                <a:off x="7258372" y="3264168"/>
                <a:ext cx="353390" cy="672549"/>
              </a:xfrm>
              <a:custGeom>
                <a:avLst/>
                <a:gdLst/>
                <a:ahLst/>
                <a:cxnLst/>
                <a:rect l="l" t="t" r="r" b="b"/>
                <a:pathLst>
                  <a:path w="3985" h="7584" extrusionOk="0">
                    <a:moveTo>
                      <a:pt x="3074" y="0"/>
                    </a:moveTo>
                    <a:lnTo>
                      <a:pt x="3985" y="7583"/>
                    </a:lnTo>
                    <a:lnTo>
                      <a:pt x="1742" y="7583"/>
                    </a:lnTo>
                    <a:lnTo>
                      <a:pt x="1" y="0"/>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flipH="1">
                <a:off x="6953848" y="4132248"/>
                <a:ext cx="483306" cy="572784"/>
              </a:xfrm>
              <a:custGeom>
                <a:avLst/>
                <a:gdLst/>
                <a:ahLst/>
                <a:cxnLst/>
                <a:rect l="l" t="t" r="r" b="b"/>
                <a:pathLst>
                  <a:path w="5450" h="6459" extrusionOk="0">
                    <a:moveTo>
                      <a:pt x="5260" y="5964"/>
                    </a:moveTo>
                    <a:cubicBezTo>
                      <a:pt x="5450" y="6139"/>
                      <a:pt x="5311" y="6458"/>
                      <a:pt x="5053" y="6456"/>
                    </a:cubicBezTo>
                    <a:cubicBezTo>
                      <a:pt x="4469" y="6453"/>
                      <a:pt x="3297" y="6443"/>
                      <a:pt x="2462" y="6437"/>
                    </a:cubicBezTo>
                    <a:cubicBezTo>
                      <a:pt x="2113" y="6434"/>
                      <a:pt x="1780" y="6433"/>
                      <a:pt x="1487" y="6416"/>
                    </a:cubicBezTo>
                    <a:cubicBezTo>
                      <a:pt x="1405" y="6410"/>
                      <a:pt x="1327" y="6405"/>
                      <a:pt x="1253" y="6395"/>
                    </a:cubicBezTo>
                    <a:cubicBezTo>
                      <a:pt x="702" y="6337"/>
                      <a:pt x="349" y="6180"/>
                      <a:pt x="403" y="5754"/>
                    </a:cubicBezTo>
                    <a:cubicBezTo>
                      <a:pt x="454" y="5357"/>
                      <a:pt x="446" y="5002"/>
                      <a:pt x="413" y="4707"/>
                    </a:cubicBezTo>
                    <a:cubicBezTo>
                      <a:pt x="407" y="4647"/>
                      <a:pt x="399" y="4589"/>
                      <a:pt x="390" y="4534"/>
                    </a:cubicBezTo>
                    <a:cubicBezTo>
                      <a:pt x="323" y="4087"/>
                      <a:pt x="0" y="0"/>
                      <a:pt x="0" y="0"/>
                    </a:cubicBezTo>
                    <a:lnTo>
                      <a:pt x="2175" y="2223"/>
                    </a:lnTo>
                    <a:lnTo>
                      <a:pt x="2333" y="4405"/>
                    </a:lnTo>
                    <a:cubicBezTo>
                      <a:pt x="3662" y="4961"/>
                      <a:pt x="4730" y="5788"/>
                      <a:pt x="4730" y="5788"/>
                    </a:cubicBezTo>
                    <a:cubicBezTo>
                      <a:pt x="4994" y="5797"/>
                      <a:pt x="5158" y="5869"/>
                      <a:pt x="5260" y="5964"/>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1"/>
              <p:cNvSpPr/>
              <p:nvPr/>
            </p:nvSpPr>
            <p:spPr>
              <a:xfrm flipH="1">
                <a:off x="7230263" y="3936622"/>
                <a:ext cx="227109" cy="613045"/>
              </a:xfrm>
              <a:custGeom>
                <a:avLst/>
                <a:gdLst/>
                <a:ahLst/>
                <a:cxnLst/>
                <a:rect l="l" t="t" r="r" b="b"/>
                <a:pathLst>
                  <a:path w="2561" h="6913" extrusionOk="0">
                    <a:moveTo>
                      <a:pt x="2561" y="6611"/>
                    </a:moveTo>
                    <a:lnTo>
                      <a:pt x="2244" y="0"/>
                    </a:lnTo>
                    <a:lnTo>
                      <a:pt x="1" y="0"/>
                    </a:lnTo>
                    <a:lnTo>
                      <a:pt x="641" y="6913"/>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flipH="1">
                <a:off x="7236028" y="4549572"/>
                <a:ext cx="188888" cy="155190"/>
              </a:xfrm>
              <a:custGeom>
                <a:avLst/>
                <a:gdLst/>
                <a:ahLst/>
                <a:cxnLst/>
                <a:rect l="l" t="t" r="r" b="b"/>
                <a:pathLst>
                  <a:path w="2130" h="1750" extrusionOk="0">
                    <a:moveTo>
                      <a:pt x="275" y="1"/>
                    </a:moveTo>
                    <a:cubicBezTo>
                      <a:pt x="1562" y="1"/>
                      <a:pt x="2129" y="1750"/>
                      <a:pt x="2129" y="1750"/>
                    </a:cubicBezTo>
                    <a:lnTo>
                      <a:pt x="66" y="1750"/>
                    </a:lnTo>
                    <a:cubicBezTo>
                      <a:pt x="1" y="591"/>
                      <a:pt x="275"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flipH="1">
                <a:off x="6941970" y="4559948"/>
                <a:ext cx="225247" cy="144814"/>
              </a:xfrm>
              <a:custGeom>
                <a:avLst/>
                <a:gdLst/>
                <a:ahLst/>
                <a:cxnLst/>
                <a:rect l="l" t="t" r="r" b="b"/>
                <a:pathLst>
                  <a:path w="2540" h="1633" extrusionOk="0">
                    <a:moveTo>
                      <a:pt x="164" y="0"/>
                    </a:moveTo>
                    <a:cubicBezTo>
                      <a:pt x="507" y="398"/>
                      <a:pt x="1" y="1633"/>
                      <a:pt x="1" y="1633"/>
                    </a:cubicBezTo>
                    <a:lnTo>
                      <a:pt x="2540" y="1633"/>
                    </a:lnTo>
                    <a:cubicBezTo>
                      <a:pt x="2304" y="665"/>
                      <a:pt x="164" y="0"/>
                      <a:pt x="1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1"/>
              <p:cNvSpPr/>
              <p:nvPr/>
            </p:nvSpPr>
            <p:spPr>
              <a:xfrm flipH="1">
                <a:off x="7088465" y="4621846"/>
                <a:ext cx="330688" cy="82916"/>
              </a:xfrm>
              <a:custGeom>
                <a:avLst/>
                <a:gdLst/>
                <a:ahLst/>
                <a:cxnLst/>
                <a:rect l="l" t="t" r="r" b="b"/>
                <a:pathLst>
                  <a:path w="3729" h="935" extrusionOk="0">
                    <a:moveTo>
                      <a:pt x="1" y="935"/>
                    </a:moveTo>
                    <a:lnTo>
                      <a:pt x="3729" y="935"/>
                    </a:lnTo>
                    <a:lnTo>
                      <a:pt x="3729" y="1"/>
                    </a:lnTo>
                    <a:lnTo>
                      <a:pt x="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1"/>
              <p:cNvSpPr/>
              <p:nvPr/>
            </p:nvSpPr>
            <p:spPr>
              <a:xfrm flipH="1">
                <a:off x="7122961" y="2156566"/>
                <a:ext cx="315080" cy="476655"/>
              </a:xfrm>
              <a:custGeom>
                <a:avLst/>
                <a:gdLst/>
                <a:ahLst/>
                <a:cxnLst/>
                <a:rect l="l" t="t" r="r" b="b"/>
                <a:pathLst>
                  <a:path w="3553" h="5375" extrusionOk="0">
                    <a:moveTo>
                      <a:pt x="2070" y="4806"/>
                    </a:moveTo>
                    <a:cubicBezTo>
                      <a:pt x="1888" y="5165"/>
                      <a:pt x="1526" y="5366"/>
                      <a:pt x="1152" y="5372"/>
                    </a:cubicBezTo>
                    <a:cubicBezTo>
                      <a:pt x="955" y="5374"/>
                      <a:pt x="754" y="5322"/>
                      <a:pt x="574" y="5207"/>
                    </a:cubicBezTo>
                    <a:cubicBezTo>
                      <a:pt x="168" y="4952"/>
                      <a:pt x="0" y="4466"/>
                      <a:pt x="122" y="4032"/>
                    </a:cubicBezTo>
                    <a:cubicBezTo>
                      <a:pt x="154" y="3918"/>
                      <a:pt x="206" y="3807"/>
                      <a:pt x="279" y="3705"/>
                    </a:cubicBezTo>
                    <a:lnTo>
                      <a:pt x="2919" y="6"/>
                    </a:lnTo>
                    <a:lnTo>
                      <a:pt x="2922" y="0"/>
                    </a:lnTo>
                    <a:lnTo>
                      <a:pt x="3552" y="341"/>
                    </a:lnTo>
                    <a:cubicBezTo>
                      <a:pt x="3552" y="341"/>
                      <a:pt x="3283" y="2437"/>
                      <a:pt x="2070" y="4806"/>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1"/>
              <p:cNvSpPr/>
              <p:nvPr/>
            </p:nvSpPr>
            <p:spPr>
              <a:xfrm flipH="1">
                <a:off x="6893021" y="2128011"/>
                <a:ext cx="119186" cy="50370"/>
              </a:xfrm>
              <a:custGeom>
                <a:avLst/>
                <a:gdLst/>
                <a:ahLst/>
                <a:cxnLst/>
                <a:rect l="l" t="t" r="r" b="b"/>
                <a:pathLst>
                  <a:path w="1344" h="568" extrusionOk="0">
                    <a:moveTo>
                      <a:pt x="1288" y="239"/>
                    </a:moveTo>
                    <a:lnTo>
                      <a:pt x="800" y="532"/>
                    </a:lnTo>
                    <a:lnTo>
                      <a:pt x="1" y="568"/>
                    </a:lnTo>
                    <a:lnTo>
                      <a:pt x="227" y="149"/>
                    </a:lnTo>
                    <a:lnTo>
                      <a:pt x="632" y="207"/>
                    </a:lnTo>
                    <a:lnTo>
                      <a:pt x="1182" y="18"/>
                    </a:lnTo>
                    <a:cubicBezTo>
                      <a:pt x="1231" y="1"/>
                      <a:pt x="1286" y="20"/>
                      <a:pt x="1315" y="64"/>
                    </a:cubicBezTo>
                    <a:lnTo>
                      <a:pt x="1326" y="80"/>
                    </a:lnTo>
                    <a:cubicBezTo>
                      <a:pt x="1337" y="99"/>
                      <a:pt x="1344" y="121"/>
                      <a:pt x="1343" y="141"/>
                    </a:cubicBezTo>
                    <a:cubicBezTo>
                      <a:pt x="1343" y="180"/>
                      <a:pt x="1323" y="218"/>
                      <a:pt x="1288" y="239"/>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1"/>
              <p:cNvSpPr/>
              <p:nvPr/>
            </p:nvSpPr>
            <p:spPr>
              <a:xfrm flipH="1">
                <a:off x="6876970" y="2139184"/>
                <a:ext cx="171862" cy="70323"/>
              </a:xfrm>
              <a:custGeom>
                <a:avLst/>
                <a:gdLst/>
                <a:ahLst/>
                <a:cxnLst/>
                <a:rect l="l" t="t" r="r" b="b"/>
                <a:pathLst>
                  <a:path w="1938" h="793" extrusionOk="0">
                    <a:moveTo>
                      <a:pt x="1857" y="290"/>
                    </a:moveTo>
                    <a:lnTo>
                      <a:pt x="1069" y="717"/>
                    </a:lnTo>
                    <a:lnTo>
                      <a:pt x="954" y="779"/>
                    </a:lnTo>
                    <a:lnTo>
                      <a:pt x="106" y="793"/>
                    </a:lnTo>
                    <a:lnTo>
                      <a:pt x="1" y="254"/>
                    </a:lnTo>
                    <a:lnTo>
                      <a:pt x="1015" y="309"/>
                    </a:lnTo>
                    <a:lnTo>
                      <a:pt x="1729" y="18"/>
                    </a:lnTo>
                    <a:cubicBezTo>
                      <a:pt x="1771" y="1"/>
                      <a:pt x="1817" y="3"/>
                      <a:pt x="1857" y="23"/>
                    </a:cubicBezTo>
                    <a:cubicBezTo>
                      <a:pt x="1872" y="33"/>
                      <a:pt x="1887" y="43"/>
                      <a:pt x="1899" y="57"/>
                    </a:cubicBezTo>
                    <a:cubicBezTo>
                      <a:pt x="1923" y="84"/>
                      <a:pt x="1935" y="117"/>
                      <a:pt x="1936" y="151"/>
                    </a:cubicBezTo>
                    <a:cubicBezTo>
                      <a:pt x="1938" y="206"/>
                      <a:pt x="1911" y="261"/>
                      <a:pt x="1857" y="290"/>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1"/>
              <p:cNvSpPr/>
              <p:nvPr/>
            </p:nvSpPr>
            <p:spPr>
              <a:xfrm flipH="1">
                <a:off x="6876970" y="2152575"/>
                <a:ext cx="127788" cy="50282"/>
              </a:xfrm>
              <a:custGeom>
                <a:avLst/>
                <a:gdLst/>
                <a:ahLst/>
                <a:cxnLst/>
                <a:rect l="l" t="t" r="r" b="b"/>
                <a:pathLst>
                  <a:path w="1441" h="567" extrusionOk="0">
                    <a:moveTo>
                      <a:pt x="1360" y="139"/>
                    </a:moveTo>
                    <a:lnTo>
                      <a:pt x="572" y="566"/>
                    </a:lnTo>
                    <a:lnTo>
                      <a:pt x="0" y="487"/>
                    </a:lnTo>
                    <a:lnTo>
                      <a:pt x="606" y="426"/>
                    </a:lnTo>
                    <a:lnTo>
                      <a:pt x="1439" y="0"/>
                    </a:lnTo>
                    <a:cubicBezTo>
                      <a:pt x="1441" y="55"/>
                      <a:pt x="1414" y="110"/>
                      <a:pt x="1360" y="139"/>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flipH="1">
                <a:off x="6860031" y="2168626"/>
                <a:ext cx="217887" cy="100297"/>
              </a:xfrm>
              <a:custGeom>
                <a:avLst/>
                <a:gdLst/>
                <a:ahLst/>
                <a:cxnLst/>
                <a:rect l="l" t="t" r="r" b="b"/>
                <a:pathLst>
                  <a:path w="2457" h="1131" extrusionOk="0">
                    <a:moveTo>
                      <a:pt x="2427" y="249"/>
                    </a:moveTo>
                    <a:cubicBezTo>
                      <a:pt x="2415" y="271"/>
                      <a:pt x="2399" y="289"/>
                      <a:pt x="2376" y="304"/>
                    </a:cubicBezTo>
                    <a:lnTo>
                      <a:pt x="2293" y="362"/>
                    </a:lnTo>
                    <a:lnTo>
                      <a:pt x="1844" y="669"/>
                    </a:lnTo>
                    <a:lnTo>
                      <a:pt x="1423" y="828"/>
                    </a:lnTo>
                    <a:lnTo>
                      <a:pt x="626" y="1131"/>
                    </a:lnTo>
                    <a:lnTo>
                      <a:pt x="1" y="191"/>
                    </a:lnTo>
                    <a:lnTo>
                      <a:pt x="1426" y="390"/>
                    </a:lnTo>
                    <a:lnTo>
                      <a:pt x="2227" y="26"/>
                    </a:lnTo>
                    <a:cubicBezTo>
                      <a:pt x="2292" y="0"/>
                      <a:pt x="2366" y="18"/>
                      <a:pt x="2411" y="72"/>
                    </a:cubicBezTo>
                    <a:cubicBezTo>
                      <a:pt x="2453" y="125"/>
                      <a:pt x="2456" y="194"/>
                      <a:pt x="2427" y="249"/>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flipH="1">
                <a:off x="6879986" y="2204364"/>
                <a:ext cx="118743" cy="37689"/>
              </a:xfrm>
              <a:custGeom>
                <a:avLst/>
                <a:gdLst/>
                <a:ahLst/>
                <a:cxnLst/>
                <a:rect l="l" t="t" r="r" b="b"/>
                <a:pathLst>
                  <a:path w="1339" h="425" extrusionOk="0">
                    <a:moveTo>
                      <a:pt x="1338" y="1"/>
                    </a:moveTo>
                    <a:lnTo>
                      <a:pt x="951" y="266"/>
                    </a:lnTo>
                    <a:lnTo>
                      <a:pt x="530" y="425"/>
                    </a:lnTo>
                    <a:lnTo>
                      <a:pt x="1" y="209"/>
                    </a:lnTo>
                    <a:lnTo>
                      <a:pt x="696" y="200"/>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flipH="1">
                <a:off x="6874753" y="2208354"/>
                <a:ext cx="147741" cy="60568"/>
              </a:xfrm>
              <a:custGeom>
                <a:avLst/>
                <a:gdLst/>
                <a:ahLst/>
                <a:cxnLst/>
                <a:rect l="l" t="t" r="r" b="b"/>
                <a:pathLst>
                  <a:path w="1666" h="683" extrusionOk="0">
                    <a:moveTo>
                      <a:pt x="0" y="683"/>
                    </a:moveTo>
                    <a:lnTo>
                      <a:pt x="1008" y="596"/>
                    </a:lnTo>
                    <a:lnTo>
                      <a:pt x="1596" y="223"/>
                    </a:lnTo>
                    <a:cubicBezTo>
                      <a:pt x="1651" y="189"/>
                      <a:pt x="1666" y="117"/>
                      <a:pt x="1629" y="64"/>
                    </a:cubicBezTo>
                    <a:cubicBezTo>
                      <a:pt x="1598" y="17"/>
                      <a:pt x="1536" y="0"/>
                      <a:pt x="1485" y="25"/>
                    </a:cubicBezTo>
                    <a:lnTo>
                      <a:pt x="1015" y="256"/>
                    </a:lnTo>
                    <a:lnTo>
                      <a:pt x="269" y="164"/>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flipH="1">
                <a:off x="6953587" y="2073384"/>
                <a:ext cx="225602" cy="88325"/>
              </a:xfrm>
              <a:custGeom>
                <a:avLst/>
                <a:gdLst/>
                <a:ahLst/>
                <a:cxnLst/>
                <a:rect l="l" t="t" r="r" b="b"/>
                <a:pathLst>
                  <a:path w="2544" h="996" extrusionOk="0">
                    <a:moveTo>
                      <a:pt x="2495" y="267"/>
                    </a:moveTo>
                    <a:cubicBezTo>
                      <a:pt x="2471" y="312"/>
                      <a:pt x="2430" y="345"/>
                      <a:pt x="2380" y="355"/>
                    </a:cubicBezTo>
                    <a:lnTo>
                      <a:pt x="1741" y="493"/>
                    </a:lnTo>
                    <a:lnTo>
                      <a:pt x="1471" y="995"/>
                    </a:lnTo>
                    <a:lnTo>
                      <a:pt x="1" y="940"/>
                    </a:lnTo>
                    <a:cubicBezTo>
                      <a:pt x="233" y="445"/>
                      <a:pt x="716" y="115"/>
                      <a:pt x="1262" y="80"/>
                    </a:cubicBezTo>
                    <a:lnTo>
                      <a:pt x="2328" y="10"/>
                    </a:lnTo>
                    <a:cubicBezTo>
                      <a:pt x="2450" y="1"/>
                      <a:pt x="2543" y="116"/>
                      <a:pt x="2509" y="233"/>
                    </a:cubicBezTo>
                    <a:cubicBezTo>
                      <a:pt x="2506" y="245"/>
                      <a:pt x="2501" y="257"/>
                      <a:pt x="2495" y="267"/>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flipH="1">
                <a:off x="6990921" y="2110896"/>
                <a:ext cx="190041" cy="157762"/>
              </a:xfrm>
              <a:custGeom>
                <a:avLst/>
                <a:gdLst/>
                <a:ahLst/>
                <a:cxnLst/>
                <a:rect l="l" t="t" r="r" b="b"/>
                <a:pathLst>
                  <a:path w="2143" h="1779" extrusionOk="0">
                    <a:moveTo>
                      <a:pt x="22" y="517"/>
                    </a:moveTo>
                    <a:cubicBezTo>
                      <a:pt x="959" y="1"/>
                      <a:pt x="2143" y="349"/>
                      <a:pt x="2143" y="349"/>
                    </a:cubicBezTo>
                    <a:lnTo>
                      <a:pt x="1778" y="1778"/>
                    </a:lnTo>
                    <a:lnTo>
                      <a:pt x="0" y="1414"/>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flipH="1">
                <a:off x="6893021" y="2135016"/>
                <a:ext cx="115018" cy="31659"/>
              </a:xfrm>
              <a:custGeom>
                <a:avLst/>
                <a:gdLst/>
                <a:ahLst/>
                <a:cxnLst/>
                <a:rect l="l" t="t" r="r" b="b"/>
                <a:pathLst>
                  <a:path w="1297" h="357" extrusionOk="0">
                    <a:moveTo>
                      <a:pt x="1296" y="62"/>
                    </a:moveTo>
                    <a:lnTo>
                      <a:pt x="555" y="356"/>
                    </a:lnTo>
                    <a:lnTo>
                      <a:pt x="1" y="278"/>
                    </a:lnTo>
                    <a:lnTo>
                      <a:pt x="573" y="250"/>
                    </a:lnTo>
                    <a:lnTo>
                      <a:pt x="1279" y="1"/>
                    </a:lnTo>
                    <a:cubicBezTo>
                      <a:pt x="1290" y="20"/>
                      <a:pt x="1297" y="42"/>
                      <a:pt x="1296" y="62"/>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flipH="1">
                <a:off x="7029497" y="2152309"/>
                <a:ext cx="122024" cy="58706"/>
              </a:xfrm>
              <a:custGeom>
                <a:avLst/>
                <a:gdLst/>
                <a:ahLst/>
                <a:cxnLst/>
                <a:rect l="l" t="t" r="r" b="b"/>
                <a:pathLst>
                  <a:path w="1376" h="662" extrusionOk="0">
                    <a:moveTo>
                      <a:pt x="1375" y="662"/>
                    </a:moveTo>
                    <a:cubicBezTo>
                      <a:pt x="998" y="154"/>
                      <a:pt x="585" y="0"/>
                      <a:pt x="1" y="241"/>
                    </a:cubicBezTo>
                    <a:cubicBezTo>
                      <a:pt x="1" y="241"/>
                      <a:pt x="742" y="56"/>
                      <a:pt x="1375" y="662"/>
                    </a:cubicBez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1"/>
              <p:cNvSpPr/>
              <p:nvPr/>
            </p:nvSpPr>
            <p:spPr>
              <a:xfrm flipH="1">
                <a:off x="7207468" y="2709835"/>
                <a:ext cx="536248" cy="161043"/>
              </a:xfrm>
              <a:custGeom>
                <a:avLst/>
                <a:gdLst/>
                <a:ahLst/>
                <a:cxnLst/>
                <a:rect l="l" t="t" r="r" b="b"/>
                <a:pathLst>
                  <a:path w="6047" h="1816" extrusionOk="0">
                    <a:moveTo>
                      <a:pt x="798" y="1488"/>
                    </a:moveTo>
                    <a:cubicBezTo>
                      <a:pt x="806" y="1491"/>
                      <a:pt x="814" y="1495"/>
                      <a:pt x="822" y="1498"/>
                    </a:cubicBezTo>
                    <a:lnTo>
                      <a:pt x="2429" y="1590"/>
                    </a:lnTo>
                    <a:lnTo>
                      <a:pt x="4960" y="1735"/>
                    </a:lnTo>
                    <a:cubicBezTo>
                      <a:pt x="6047" y="1816"/>
                      <a:pt x="5770" y="963"/>
                      <a:pt x="5125" y="370"/>
                    </a:cubicBezTo>
                    <a:cubicBezTo>
                      <a:pt x="5110" y="356"/>
                      <a:pt x="5097" y="342"/>
                      <a:pt x="5081" y="330"/>
                    </a:cubicBezTo>
                    <a:cubicBezTo>
                      <a:pt x="5040" y="292"/>
                      <a:pt x="4995" y="255"/>
                      <a:pt x="4949" y="221"/>
                    </a:cubicBezTo>
                    <a:lnTo>
                      <a:pt x="4382" y="182"/>
                    </a:lnTo>
                    <a:lnTo>
                      <a:pt x="1636" y="1"/>
                    </a:lnTo>
                    <a:cubicBezTo>
                      <a:pt x="1516" y="25"/>
                      <a:pt x="1405" y="52"/>
                      <a:pt x="1304" y="82"/>
                    </a:cubicBezTo>
                    <a:cubicBezTo>
                      <a:pt x="0" y="462"/>
                      <a:pt x="170" y="1224"/>
                      <a:pt x="798" y="14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flipH="1">
                <a:off x="7213764" y="2215803"/>
                <a:ext cx="530750" cy="661819"/>
              </a:xfrm>
              <a:custGeom>
                <a:avLst/>
                <a:gdLst/>
                <a:ahLst/>
                <a:cxnLst/>
                <a:rect l="l" t="t" r="r" b="b"/>
                <a:pathLst>
                  <a:path w="5985" h="7463" extrusionOk="0">
                    <a:moveTo>
                      <a:pt x="661" y="7462"/>
                    </a:moveTo>
                    <a:lnTo>
                      <a:pt x="2438" y="7161"/>
                    </a:lnTo>
                    <a:lnTo>
                      <a:pt x="5140" y="6701"/>
                    </a:lnTo>
                    <a:lnTo>
                      <a:pt x="5134" y="5941"/>
                    </a:lnTo>
                    <a:lnTo>
                      <a:pt x="5134" y="5910"/>
                    </a:lnTo>
                    <a:lnTo>
                      <a:pt x="5123" y="4489"/>
                    </a:lnTo>
                    <a:lnTo>
                      <a:pt x="5115" y="3251"/>
                    </a:lnTo>
                    <a:cubicBezTo>
                      <a:pt x="5866" y="2874"/>
                      <a:pt x="5985" y="1850"/>
                      <a:pt x="5341" y="1311"/>
                    </a:cubicBezTo>
                    <a:lnTo>
                      <a:pt x="3812" y="28"/>
                    </a:lnTo>
                    <a:lnTo>
                      <a:pt x="340" y="3"/>
                    </a:lnTo>
                    <a:lnTo>
                      <a:pt x="83" y="1"/>
                    </a:lnTo>
                    <a:cubicBezTo>
                      <a:pt x="0" y="602"/>
                      <a:pt x="82" y="1211"/>
                      <a:pt x="245" y="1781"/>
                    </a:cubicBezTo>
                    <a:cubicBezTo>
                      <a:pt x="424" y="2415"/>
                      <a:pt x="706" y="3001"/>
                      <a:pt x="973" y="3469"/>
                    </a:cubicBezTo>
                    <a:cubicBezTo>
                      <a:pt x="1353" y="4133"/>
                      <a:pt x="1706" y="4562"/>
                      <a:pt x="1706" y="4562"/>
                    </a:cubicBezTo>
                    <a:lnTo>
                      <a:pt x="1313" y="5653"/>
                    </a:lnTo>
                    <a:lnTo>
                      <a:pt x="807" y="70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flipH="1">
                <a:off x="7368427" y="2498424"/>
                <a:ext cx="97105" cy="274642"/>
              </a:xfrm>
              <a:custGeom>
                <a:avLst/>
                <a:gdLst/>
                <a:ahLst/>
                <a:cxnLst/>
                <a:rect l="l" t="t" r="r" b="b"/>
                <a:pathLst>
                  <a:path w="1095" h="3097" fill="none" extrusionOk="0">
                    <a:moveTo>
                      <a:pt x="961" y="3097"/>
                    </a:moveTo>
                    <a:cubicBezTo>
                      <a:pt x="1094" y="2436"/>
                      <a:pt x="655" y="2385"/>
                      <a:pt x="655" y="2385"/>
                    </a:cubicBezTo>
                    <a:lnTo>
                      <a:pt x="0" y="1"/>
                    </a:lnTo>
                  </a:path>
                </a:pathLst>
              </a:custGeom>
              <a:noFill/>
              <a:ln w="475" cap="flat" cmpd="sng">
                <a:solidFill>
                  <a:srgbClr val="BD4B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flipH="1">
                <a:off x="7289142" y="2373652"/>
                <a:ext cx="433734" cy="368997"/>
              </a:xfrm>
              <a:custGeom>
                <a:avLst/>
                <a:gdLst/>
                <a:ahLst/>
                <a:cxnLst/>
                <a:rect l="l" t="t" r="r" b="b"/>
                <a:pathLst>
                  <a:path w="4891" h="4161" extrusionOk="0">
                    <a:moveTo>
                      <a:pt x="1" y="1"/>
                    </a:moveTo>
                    <a:cubicBezTo>
                      <a:pt x="180" y="635"/>
                      <a:pt x="462" y="1221"/>
                      <a:pt x="729" y="1689"/>
                    </a:cubicBezTo>
                    <a:lnTo>
                      <a:pt x="2311" y="1847"/>
                    </a:lnTo>
                    <a:cubicBezTo>
                      <a:pt x="2311" y="1847"/>
                      <a:pt x="3465" y="3487"/>
                      <a:pt x="4890" y="4161"/>
                    </a:cubicBezTo>
                    <a:lnTo>
                      <a:pt x="4890" y="4130"/>
                    </a:lnTo>
                    <a:lnTo>
                      <a:pt x="4879" y="2709"/>
                    </a:lnTo>
                    <a:lnTo>
                      <a:pt x="3132" y="60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flipH="1">
                <a:off x="7035698" y="2261562"/>
                <a:ext cx="528001" cy="558684"/>
              </a:xfrm>
              <a:custGeom>
                <a:avLst/>
                <a:gdLst/>
                <a:ahLst/>
                <a:cxnLst/>
                <a:rect l="l" t="t" r="r" b="b"/>
                <a:pathLst>
                  <a:path w="5954" h="6300" extrusionOk="0">
                    <a:moveTo>
                      <a:pt x="289" y="1560"/>
                    </a:moveTo>
                    <a:cubicBezTo>
                      <a:pt x="551" y="2006"/>
                      <a:pt x="908" y="2567"/>
                      <a:pt x="1335" y="3134"/>
                    </a:cubicBezTo>
                    <a:cubicBezTo>
                      <a:pt x="1903" y="3891"/>
                      <a:pt x="2758" y="4939"/>
                      <a:pt x="3704" y="5666"/>
                    </a:cubicBezTo>
                    <a:cubicBezTo>
                      <a:pt x="4530" y="6299"/>
                      <a:pt x="5735" y="5855"/>
                      <a:pt x="5953" y="4837"/>
                    </a:cubicBezTo>
                    <a:lnTo>
                      <a:pt x="2891" y="1600"/>
                    </a:lnTo>
                    <a:lnTo>
                      <a:pt x="2009" y="417"/>
                    </a:lnTo>
                    <a:cubicBezTo>
                      <a:pt x="1807" y="147"/>
                      <a:pt x="1496" y="0"/>
                      <a:pt x="1178" y="0"/>
                    </a:cubicBezTo>
                    <a:cubicBezTo>
                      <a:pt x="996" y="0"/>
                      <a:pt x="814" y="48"/>
                      <a:pt x="647" y="148"/>
                    </a:cubicBezTo>
                    <a:cubicBezTo>
                      <a:pt x="160" y="441"/>
                      <a:pt x="1" y="1069"/>
                      <a:pt x="289" y="15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flipH="1">
                <a:off x="7352906" y="2261562"/>
                <a:ext cx="210792" cy="277923"/>
              </a:xfrm>
              <a:custGeom>
                <a:avLst/>
                <a:gdLst/>
                <a:ahLst/>
                <a:cxnLst/>
                <a:rect l="l" t="t" r="r" b="b"/>
                <a:pathLst>
                  <a:path w="2377" h="3134" extrusionOk="0">
                    <a:moveTo>
                      <a:pt x="289" y="1560"/>
                    </a:moveTo>
                    <a:cubicBezTo>
                      <a:pt x="551" y="2006"/>
                      <a:pt x="908" y="2567"/>
                      <a:pt x="1335" y="3134"/>
                    </a:cubicBezTo>
                    <a:cubicBezTo>
                      <a:pt x="1608" y="3127"/>
                      <a:pt x="1866" y="3103"/>
                      <a:pt x="2097" y="3061"/>
                    </a:cubicBezTo>
                    <a:cubicBezTo>
                      <a:pt x="1828" y="2174"/>
                      <a:pt x="2085" y="1525"/>
                      <a:pt x="2376" y="910"/>
                    </a:cubicBezTo>
                    <a:lnTo>
                      <a:pt x="2009" y="417"/>
                    </a:lnTo>
                    <a:cubicBezTo>
                      <a:pt x="1807" y="147"/>
                      <a:pt x="1496" y="0"/>
                      <a:pt x="1178" y="0"/>
                    </a:cubicBezTo>
                    <a:cubicBezTo>
                      <a:pt x="996" y="0"/>
                      <a:pt x="814" y="48"/>
                      <a:pt x="647" y="148"/>
                    </a:cubicBezTo>
                    <a:cubicBezTo>
                      <a:pt x="160" y="441"/>
                      <a:pt x="1" y="1069"/>
                      <a:pt x="289" y="15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flipH="1">
                <a:off x="7378090" y="1969453"/>
                <a:ext cx="218508" cy="357292"/>
              </a:xfrm>
              <a:custGeom>
                <a:avLst/>
                <a:gdLst/>
                <a:ahLst/>
                <a:cxnLst/>
                <a:rect l="l" t="t" r="r" b="b"/>
                <a:pathLst>
                  <a:path w="2464" h="4029" extrusionOk="0">
                    <a:moveTo>
                      <a:pt x="2464" y="730"/>
                    </a:moveTo>
                    <a:lnTo>
                      <a:pt x="1802" y="4028"/>
                    </a:lnTo>
                    <a:lnTo>
                      <a:pt x="0" y="3196"/>
                    </a:lnTo>
                    <a:lnTo>
                      <a:pt x="335" y="152"/>
                    </a:lnTo>
                    <a:lnTo>
                      <a:pt x="342" y="1"/>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flipH="1">
                <a:off x="7282670" y="1786685"/>
                <a:ext cx="336452" cy="398528"/>
              </a:xfrm>
              <a:custGeom>
                <a:avLst/>
                <a:gdLst/>
                <a:ahLst/>
                <a:cxnLst/>
                <a:rect l="l" t="t" r="r" b="b"/>
                <a:pathLst>
                  <a:path w="3794" h="4494" extrusionOk="0">
                    <a:moveTo>
                      <a:pt x="119" y="979"/>
                    </a:moveTo>
                    <a:lnTo>
                      <a:pt x="303" y="1729"/>
                    </a:lnTo>
                    <a:lnTo>
                      <a:pt x="387" y="2071"/>
                    </a:lnTo>
                    <a:lnTo>
                      <a:pt x="612" y="2989"/>
                    </a:lnTo>
                    <a:cubicBezTo>
                      <a:pt x="734" y="3484"/>
                      <a:pt x="1104" y="3882"/>
                      <a:pt x="1589" y="4038"/>
                    </a:cubicBezTo>
                    <a:lnTo>
                      <a:pt x="2344" y="4282"/>
                    </a:lnTo>
                    <a:cubicBezTo>
                      <a:pt x="2998" y="4493"/>
                      <a:pt x="3676" y="4044"/>
                      <a:pt x="3741" y="3359"/>
                    </a:cubicBezTo>
                    <a:cubicBezTo>
                      <a:pt x="3790" y="2858"/>
                      <a:pt x="3794" y="2271"/>
                      <a:pt x="3607" y="1647"/>
                    </a:cubicBezTo>
                    <a:cubicBezTo>
                      <a:pt x="3390" y="922"/>
                      <a:pt x="2814" y="353"/>
                      <a:pt x="2124" y="122"/>
                    </a:cubicBezTo>
                    <a:lnTo>
                      <a:pt x="2122" y="121"/>
                    </a:lnTo>
                    <a:lnTo>
                      <a:pt x="2001" y="84"/>
                    </a:lnTo>
                    <a:lnTo>
                      <a:pt x="1988" y="81"/>
                    </a:lnTo>
                    <a:cubicBezTo>
                      <a:pt x="1928" y="64"/>
                      <a:pt x="1866" y="51"/>
                      <a:pt x="1803" y="40"/>
                    </a:cubicBezTo>
                    <a:cubicBezTo>
                      <a:pt x="1656" y="12"/>
                      <a:pt x="1504" y="1"/>
                      <a:pt x="1349" y="4"/>
                    </a:cubicBezTo>
                    <a:lnTo>
                      <a:pt x="860" y="14"/>
                    </a:lnTo>
                    <a:cubicBezTo>
                      <a:pt x="362" y="26"/>
                      <a:pt x="0" y="495"/>
                      <a:pt x="119" y="979"/>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1"/>
              <p:cNvSpPr/>
              <p:nvPr/>
            </p:nvSpPr>
            <p:spPr>
              <a:xfrm flipH="1">
                <a:off x="7239399" y="1933981"/>
                <a:ext cx="113599" cy="121580"/>
              </a:xfrm>
              <a:custGeom>
                <a:avLst/>
                <a:gdLst/>
                <a:ahLst/>
                <a:cxnLst/>
                <a:rect l="l" t="t" r="r" b="b"/>
                <a:pathLst>
                  <a:path w="1281" h="1371" extrusionOk="0">
                    <a:moveTo>
                      <a:pt x="642" y="115"/>
                    </a:moveTo>
                    <a:cubicBezTo>
                      <a:pt x="712" y="496"/>
                      <a:pt x="937" y="619"/>
                      <a:pt x="1103" y="658"/>
                    </a:cubicBezTo>
                    <a:cubicBezTo>
                      <a:pt x="1210" y="682"/>
                      <a:pt x="1281" y="784"/>
                      <a:pt x="1266" y="892"/>
                    </a:cubicBezTo>
                    <a:cubicBezTo>
                      <a:pt x="1248" y="1035"/>
                      <a:pt x="1146" y="1154"/>
                      <a:pt x="1007" y="1195"/>
                    </a:cubicBezTo>
                    <a:lnTo>
                      <a:pt x="517" y="1341"/>
                    </a:lnTo>
                    <a:cubicBezTo>
                      <a:pt x="253" y="1370"/>
                      <a:pt x="21" y="1166"/>
                      <a:pt x="16" y="900"/>
                    </a:cubicBezTo>
                    <a:lnTo>
                      <a:pt x="0" y="1"/>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flipH="1">
                <a:off x="7305910" y="1945775"/>
                <a:ext cx="29087" cy="62431"/>
              </a:xfrm>
              <a:custGeom>
                <a:avLst/>
                <a:gdLst/>
                <a:ahLst/>
                <a:cxnLst/>
                <a:rect l="l" t="t" r="r" b="b"/>
                <a:pathLst>
                  <a:path w="328" h="704" extrusionOk="0">
                    <a:moveTo>
                      <a:pt x="323" y="348"/>
                    </a:moveTo>
                    <a:cubicBezTo>
                      <a:pt x="328" y="541"/>
                      <a:pt x="260" y="699"/>
                      <a:pt x="172" y="701"/>
                    </a:cubicBezTo>
                    <a:cubicBezTo>
                      <a:pt x="84" y="703"/>
                      <a:pt x="10" y="548"/>
                      <a:pt x="5" y="356"/>
                    </a:cubicBezTo>
                    <a:cubicBezTo>
                      <a:pt x="1" y="163"/>
                      <a:pt x="68" y="5"/>
                      <a:pt x="156" y="3"/>
                    </a:cubicBezTo>
                    <a:cubicBezTo>
                      <a:pt x="244" y="0"/>
                      <a:pt x="319" y="155"/>
                      <a:pt x="323" y="3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flipH="1">
                <a:off x="7294026" y="1862328"/>
                <a:ext cx="75201" cy="50370"/>
              </a:xfrm>
              <a:custGeom>
                <a:avLst/>
                <a:gdLst/>
                <a:ahLst/>
                <a:cxnLst/>
                <a:rect l="l" t="t" r="r" b="b"/>
                <a:pathLst>
                  <a:path w="848" h="568" extrusionOk="0">
                    <a:moveTo>
                      <a:pt x="436" y="393"/>
                    </a:moveTo>
                    <a:cubicBezTo>
                      <a:pt x="104" y="568"/>
                      <a:pt x="0" y="357"/>
                      <a:pt x="234" y="186"/>
                    </a:cubicBezTo>
                    <a:cubicBezTo>
                      <a:pt x="485" y="1"/>
                      <a:pt x="847" y="175"/>
                      <a:pt x="436" y="3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flipH="1">
                <a:off x="7304135" y="2060526"/>
                <a:ext cx="70678" cy="60746"/>
              </a:xfrm>
              <a:custGeom>
                <a:avLst/>
                <a:gdLst/>
                <a:ahLst/>
                <a:cxnLst/>
                <a:rect l="l" t="t" r="r" b="b"/>
                <a:pathLst>
                  <a:path w="797" h="685" extrusionOk="0">
                    <a:moveTo>
                      <a:pt x="1" y="55"/>
                    </a:moveTo>
                    <a:cubicBezTo>
                      <a:pt x="1" y="55"/>
                      <a:pt x="626" y="0"/>
                      <a:pt x="712" y="126"/>
                    </a:cubicBezTo>
                    <a:cubicBezTo>
                      <a:pt x="796" y="253"/>
                      <a:pt x="182" y="684"/>
                      <a:pt x="1" y="5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flipH="1">
                <a:off x="7362568" y="1709800"/>
                <a:ext cx="406775" cy="327673"/>
              </a:xfrm>
              <a:custGeom>
                <a:avLst/>
                <a:gdLst/>
                <a:ahLst/>
                <a:cxnLst/>
                <a:rect l="l" t="t" r="r" b="b"/>
                <a:pathLst>
                  <a:path w="4587" h="3695" extrusionOk="0">
                    <a:moveTo>
                      <a:pt x="3865" y="3593"/>
                    </a:moveTo>
                    <a:cubicBezTo>
                      <a:pt x="4587" y="3106"/>
                      <a:pt x="4422" y="1551"/>
                      <a:pt x="3928" y="774"/>
                    </a:cubicBezTo>
                    <a:cubicBezTo>
                      <a:pt x="3831" y="507"/>
                      <a:pt x="1803" y="0"/>
                      <a:pt x="800" y="943"/>
                    </a:cubicBezTo>
                    <a:cubicBezTo>
                      <a:pt x="0" y="1697"/>
                      <a:pt x="959" y="3695"/>
                      <a:pt x="959" y="36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flipH="1">
                <a:off x="7370016" y="1801406"/>
                <a:ext cx="485700" cy="713253"/>
              </a:xfrm>
              <a:custGeom>
                <a:avLst/>
                <a:gdLst/>
                <a:ahLst/>
                <a:cxnLst/>
                <a:rect l="l" t="t" r="r" b="b"/>
                <a:pathLst>
                  <a:path w="5477" h="8043" extrusionOk="0">
                    <a:moveTo>
                      <a:pt x="160" y="7105"/>
                    </a:moveTo>
                    <a:cubicBezTo>
                      <a:pt x="1263" y="8043"/>
                      <a:pt x="3545" y="7939"/>
                      <a:pt x="4907" y="7688"/>
                    </a:cubicBezTo>
                    <a:cubicBezTo>
                      <a:pt x="4565" y="6565"/>
                      <a:pt x="5476" y="6737"/>
                      <a:pt x="5386" y="5372"/>
                    </a:cubicBezTo>
                    <a:cubicBezTo>
                      <a:pt x="5326" y="4471"/>
                      <a:pt x="4373" y="4790"/>
                      <a:pt x="4715" y="2759"/>
                    </a:cubicBezTo>
                    <a:lnTo>
                      <a:pt x="1691" y="1"/>
                    </a:lnTo>
                    <a:cubicBezTo>
                      <a:pt x="694" y="1212"/>
                      <a:pt x="2137" y="3507"/>
                      <a:pt x="1094" y="4632"/>
                    </a:cubicBezTo>
                    <a:cubicBezTo>
                      <a:pt x="383" y="5397"/>
                      <a:pt x="0" y="6552"/>
                      <a:pt x="160" y="7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flipH="1">
                <a:off x="7707797" y="2031794"/>
                <a:ext cx="180996" cy="386822"/>
              </a:xfrm>
              <a:custGeom>
                <a:avLst/>
                <a:gdLst/>
                <a:ahLst/>
                <a:cxnLst/>
                <a:rect l="l" t="t" r="r" b="b"/>
                <a:pathLst>
                  <a:path w="2041" h="4362" fill="none" extrusionOk="0">
                    <a:moveTo>
                      <a:pt x="1" y="4361"/>
                    </a:moveTo>
                    <a:cubicBezTo>
                      <a:pt x="17" y="2171"/>
                      <a:pt x="2040" y="2125"/>
                      <a:pt x="1960" y="1"/>
                    </a:cubicBezTo>
                  </a:path>
                </a:pathLst>
              </a:custGeom>
              <a:solidFill>
                <a:schemeClr val="dk1"/>
              </a:solidFill>
              <a:ln w="950" cap="flat" cmpd="sng">
                <a:solidFill>
                  <a:srgbClr val="000000"/>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flipH="1">
                <a:off x="7405051" y="1933981"/>
                <a:ext cx="102159" cy="191992"/>
              </a:xfrm>
              <a:custGeom>
                <a:avLst/>
                <a:gdLst/>
                <a:ahLst/>
                <a:cxnLst/>
                <a:rect l="l" t="t" r="r" b="b"/>
                <a:pathLst>
                  <a:path w="1152" h="2165" extrusionOk="0">
                    <a:moveTo>
                      <a:pt x="1152" y="856"/>
                    </a:moveTo>
                    <a:cubicBezTo>
                      <a:pt x="601" y="1"/>
                      <a:pt x="1" y="610"/>
                      <a:pt x="186" y="1387"/>
                    </a:cubicBezTo>
                    <a:cubicBezTo>
                      <a:pt x="371" y="2165"/>
                      <a:pt x="1037" y="1815"/>
                      <a:pt x="1037" y="1815"/>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1"/>
              <p:cNvSpPr/>
              <p:nvPr/>
            </p:nvSpPr>
            <p:spPr>
              <a:xfrm flipH="1">
                <a:off x="7425892" y="2031794"/>
                <a:ext cx="22436" cy="37600"/>
              </a:xfrm>
              <a:custGeom>
                <a:avLst/>
                <a:gdLst/>
                <a:ahLst/>
                <a:cxnLst/>
                <a:rect l="l" t="t" r="r" b="b"/>
                <a:pathLst>
                  <a:path w="253" h="424" fill="none" extrusionOk="0">
                    <a:moveTo>
                      <a:pt x="252" y="424"/>
                    </a:moveTo>
                    <a:lnTo>
                      <a:pt x="1" y="1"/>
                    </a:lnTo>
                  </a:path>
                </a:pathLst>
              </a:custGeom>
              <a:noFill/>
              <a:ln w="475" cap="flat" cmpd="sng">
                <a:solidFill>
                  <a:srgbClr val="E2A8A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1"/>
              <p:cNvSpPr/>
              <p:nvPr/>
            </p:nvSpPr>
            <p:spPr>
              <a:xfrm flipH="1">
                <a:off x="6777555" y="2537708"/>
                <a:ext cx="499357" cy="241121"/>
              </a:xfrm>
              <a:custGeom>
                <a:avLst/>
                <a:gdLst/>
                <a:ahLst/>
                <a:cxnLst/>
                <a:rect l="l" t="t" r="r" b="b"/>
                <a:pathLst>
                  <a:path w="5631" h="2719" extrusionOk="0">
                    <a:moveTo>
                      <a:pt x="1804" y="418"/>
                    </a:moveTo>
                    <a:lnTo>
                      <a:pt x="4985" y="0"/>
                    </a:lnTo>
                    <a:lnTo>
                      <a:pt x="5631" y="585"/>
                    </a:lnTo>
                    <a:cubicBezTo>
                      <a:pt x="5631" y="585"/>
                      <a:pt x="3758" y="2151"/>
                      <a:pt x="1736" y="2487"/>
                    </a:cubicBezTo>
                    <a:cubicBezTo>
                      <a:pt x="345" y="2719"/>
                      <a:pt x="1" y="665"/>
                      <a:pt x="1804" y="418"/>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1"/>
              <p:cNvSpPr/>
              <p:nvPr/>
            </p:nvSpPr>
            <p:spPr>
              <a:xfrm flipH="1">
                <a:off x="6595059" y="2444861"/>
                <a:ext cx="247329" cy="159269"/>
              </a:xfrm>
              <a:custGeom>
                <a:avLst/>
                <a:gdLst/>
                <a:ahLst/>
                <a:cxnLst/>
                <a:rect l="l" t="t" r="r" b="b"/>
                <a:pathLst>
                  <a:path w="2789" h="1796" extrusionOk="0">
                    <a:moveTo>
                      <a:pt x="712" y="1646"/>
                    </a:moveTo>
                    <a:lnTo>
                      <a:pt x="2789" y="0"/>
                    </a:lnTo>
                    <a:lnTo>
                      <a:pt x="0" y="406"/>
                    </a:lnTo>
                    <a:lnTo>
                      <a:pt x="39" y="1795"/>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1"/>
              <p:cNvSpPr/>
              <p:nvPr/>
            </p:nvSpPr>
            <p:spPr>
              <a:xfrm flipH="1">
                <a:off x="6792993" y="2440250"/>
                <a:ext cx="70057" cy="55425"/>
              </a:xfrm>
              <a:custGeom>
                <a:avLst/>
                <a:gdLst/>
                <a:ahLst/>
                <a:cxnLst/>
                <a:rect l="l" t="t" r="r" b="b"/>
                <a:pathLst>
                  <a:path w="790" h="625" extrusionOk="0">
                    <a:moveTo>
                      <a:pt x="596" y="618"/>
                    </a:moveTo>
                    <a:lnTo>
                      <a:pt x="197" y="591"/>
                    </a:lnTo>
                    <a:cubicBezTo>
                      <a:pt x="79" y="583"/>
                      <a:pt x="0" y="465"/>
                      <a:pt x="38" y="353"/>
                    </a:cubicBezTo>
                    <a:lnTo>
                      <a:pt x="49" y="319"/>
                    </a:lnTo>
                    <a:cubicBezTo>
                      <a:pt x="120" y="107"/>
                      <a:pt x="358" y="1"/>
                      <a:pt x="563" y="91"/>
                    </a:cubicBezTo>
                    <a:cubicBezTo>
                      <a:pt x="699" y="152"/>
                      <a:pt x="788" y="288"/>
                      <a:pt x="789" y="438"/>
                    </a:cubicBezTo>
                    <a:cubicBezTo>
                      <a:pt x="789" y="542"/>
                      <a:pt x="700" y="625"/>
                      <a:pt x="596" y="618"/>
                    </a:cubicBez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1"/>
              <p:cNvSpPr/>
              <p:nvPr/>
            </p:nvSpPr>
            <p:spPr>
              <a:xfrm flipH="1">
                <a:off x="6552140" y="2372677"/>
                <a:ext cx="193322" cy="108988"/>
              </a:xfrm>
              <a:custGeom>
                <a:avLst/>
                <a:gdLst/>
                <a:ahLst/>
                <a:cxnLst/>
                <a:rect l="l" t="t" r="r" b="b"/>
                <a:pathLst>
                  <a:path w="2180" h="1229" extrusionOk="0">
                    <a:moveTo>
                      <a:pt x="0" y="1228"/>
                    </a:moveTo>
                    <a:lnTo>
                      <a:pt x="1695" y="814"/>
                    </a:lnTo>
                    <a:lnTo>
                      <a:pt x="1712" y="763"/>
                    </a:lnTo>
                    <a:cubicBezTo>
                      <a:pt x="1778" y="558"/>
                      <a:pt x="1930" y="394"/>
                      <a:pt x="2129" y="312"/>
                    </a:cubicBezTo>
                    <a:cubicBezTo>
                      <a:pt x="2160" y="299"/>
                      <a:pt x="2179" y="267"/>
                      <a:pt x="2176" y="234"/>
                    </a:cubicBezTo>
                    <a:cubicBezTo>
                      <a:pt x="2176" y="229"/>
                      <a:pt x="2174" y="223"/>
                      <a:pt x="2172" y="219"/>
                    </a:cubicBezTo>
                    <a:cubicBezTo>
                      <a:pt x="2132" y="84"/>
                      <a:pt x="2003" y="0"/>
                      <a:pt x="1869" y="13"/>
                    </a:cubicBezTo>
                    <a:cubicBezTo>
                      <a:pt x="1847" y="15"/>
                      <a:pt x="1825" y="21"/>
                      <a:pt x="1802" y="29"/>
                    </a:cubicBezTo>
                    <a:lnTo>
                      <a:pt x="1703" y="71"/>
                    </a:lnTo>
                    <a:lnTo>
                      <a:pt x="1692" y="76"/>
                    </a:lnTo>
                    <a:cubicBezTo>
                      <a:pt x="1521" y="149"/>
                      <a:pt x="1397" y="301"/>
                      <a:pt x="1361" y="484"/>
                    </a:cubicBezTo>
                    <a:lnTo>
                      <a:pt x="43" y="1205"/>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1"/>
              <p:cNvSpPr/>
              <p:nvPr/>
            </p:nvSpPr>
            <p:spPr>
              <a:xfrm flipH="1">
                <a:off x="6575198" y="2378973"/>
                <a:ext cx="113333" cy="104997"/>
              </a:xfrm>
              <a:custGeom>
                <a:avLst/>
                <a:gdLst/>
                <a:ahLst/>
                <a:cxnLst/>
                <a:rect l="l" t="t" r="r" b="b"/>
                <a:pathLst>
                  <a:path w="1278" h="1184" extrusionOk="0">
                    <a:moveTo>
                      <a:pt x="1" y="1183"/>
                    </a:moveTo>
                    <a:lnTo>
                      <a:pt x="763" y="858"/>
                    </a:lnTo>
                    <a:cubicBezTo>
                      <a:pt x="850" y="516"/>
                      <a:pt x="1029" y="373"/>
                      <a:pt x="1227" y="292"/>
                    </a:cubicBezTo>
                    <a:cubicBezTo>
                      <a:pt x="1258" y="278"/>
                      <a:pt x="1278" y="246"/>
                      <a:pt x="1274" y="214"/>
                    </a:cubicBezTo>
                    <a:cubicBezTo>
                      <a:pt x="1274" y="208"/>
                      <a:pt x="1272" y="204"/>
                      <a:pt x="1271" y="198"/>
                    </a:cubicBezTo>
                    <a:cubicBezTo>
                      <a:pt x="1240" y="95"/>
                      <a:pt x="1158" y="22"/>
                      <a:pt x="1061" y="0"/>
                    </a:cubicBezTo>
                    <a:lnTo>
                      <a:pt x="1050" y="5"/>
                    </a:lnTo>
                    <a:cubicBezTo>
                      <a:pt x="879" y="78"/>
                      <a:pt x="755" y="230"/>
                      <a:pt x="719" y="413"/>
                    </a:cubicBezTo>
                    <a:lnTo>
                      <a:pt x="596" y="787"/>
                    </a:lnTo>
                    <a:close/>
                  </a:path>
                </a:pathLst>
              </a:custGeom>
              <a:solidFill>
                <a:srgbClr val="E2A8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1"/>
              <p:cNvSpPr/>
              <p:nvPr/>
            </p:nvSpPr>
            <p:spPr>
              <a:xfrm flipH="1">
                <a:off x="6592223" y="2374273"/>
                <a:ext cx="193766" cy="111205"/>
              </a:xfrm>
              <a:custGeom>
                <a:avLst/>
                <a:gdLst/>
                <a:ahLst/>
                <a:cxnLst/>
                <a:rect l="l" t="t" r="r" b="b"/>
                <a:pathLst>
                  <a:path w="2185" h="1254" extrusionOk="0">
                    <a:moveTo>
                      <a:pt x="1695" y="840"/>
                    </a:moveTo>
                    <a:lnTo>
                      <a:pt x="1713" y="787"/>
                    </a:lnTo>
                    <a:cubicBezTo>
                      <a:pt x="1778" y="584"/>
                      <a:pt x="1930" y="419"/>
                      <a:pt x="2129" y="338"/>
                    </a:cubicBezTo>
                    <a:cubicBezTo>
                      <a:pt x="2165" y="322"/>
                      <a:pt x="2185" y="282"/>
                      <a:pt x="2173" y="244"/>
                    </a:cubicBezTo>
                    <a:cubicBezTo>
                      <a:pt x="2125" y="86"/>
                      <a:pt x="1957" y="1"/>
                      <a:pt x="1802" y="53"/>
                    </a:cubicBezTo>
                    <a:lnTo>
                      <a:pt x="1693" y="100"/>
                    </a:lnTo>
                    <a:cubicBezTo>
                      <a:pt x="1522" y="174"/>
                      <a:pt x="1397" y="326"/>
                      <a:pt x="1360" y="509"/>
                    </a:cubicBezTo>
                    <a:lnTo>
                      <a:pt x="0" y="1254"/>
                    </a:lnTo>
                    <a:close/>
                  </a:path>
                </a:pathLst>
              </a:custGeom>
              <a:solidFill>
                <a:srgbClr val="EDC9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1"/>
              <p:cNvSpPr/>
              <p:nvPr/>
            </p:nvSpPr>
            <p:spPr>
              <a:xfrm flipH="1">
                <a:off x="7226266" y="2772974"/>
                <a:ext cx="636368" cy="1120738"/>
              </a:xfrm>
              <a:custGeom>
                <a:avLst/>
                <a:gdLst/>
                <a:ahLst/>
                <a:cxnLst/>
                <a:rect l="l" t="t" r="r" b="b"/>
                <a:pathLst>
                  <a:path w="7176" h="12638" extrusionOk="0">
                    <a:moveTo>
                      <a:pt x="1" y="12637"/>
                    </a:moveTo>
                    <a:lnTo>
                      <a:pt x="7175" y="12637"/>
                    </a:lnTo>
                    <a:lnTo>
                      <a:pt x="6403" y="1055"/>
                    </a:lnTo>
                    <a:lnTo>
                      <a:pt x="6390" y="850"/>
                    </a:lnTo>
                    <a:lnTo>
                      <a:pt x="6357" y="18"/>
                    </a:lnTo>
                    <a:lnTo>
                      <a:pt x="3180" y="3"/>
                    </a:lnTo>
                    <a:lnTo>
                      <a:pt x="2732" y="1"/>
                    </a:lnTo>
                    <a:cubicBezTo>
                      <a:pt x="2732" y="1"/>
                      <a:pt x="2304" y="504"/>
                      <a:pt x="1849" y="1231"/>
                    </a:cubicBezTo>
                    <a:cubicBezTo>
                      <a:pt x="1483" y="1815"/>
                      <a:pt x="1099" y="2547"/>
                      <a:pt x="906" y="3275"/>
                    </a:cubicBezTo>
                    <a:cubicBezTo>
                      <a:pt x="609" y="4394"/>
                      <a:pt x="555" y="10911"/>
                      <a:pt x="555" y="109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1"/>
              <p:cNvSpPr/>
              <p:nvPr/>
            </p:nvSpPr>
            <p:spPr>
              <a:xfrm flipH="1">
                <a:off x="7294729" y="2772974"/>
                <a:ext cx="403937" cy="109165"/>
              </a:xfrm>
              <a:custGeom>
                <a:avLst/>
                <a:gdLst/>
                <a:ahLst/>
                <a:cxnLst/>
                <a:rect l="l" t="t" r="r" b="b"/>
                <a:pathLst>
                  <a:path w="4555" h="1231" extrusionOk="0">
                    <a:moveTo>
                      <a:pt x="0" y="1231"/>
                    </a:moveTo>
                    <a:lnTo>
                      <a:pt x="4554" y="1055"/>
                    </a:lnTo>
                    <a:lnTo>
                      <a:pt x="4541" y="850"/>
                    </a:lnTo>
                    <a:lnTo>
                      <a:pt x="4508" y="18"/>
                    </a:lnTo>
                    <a:lnTo>
                      <a:pt x="1331" y="3"/>
                    </a:lnTo>
                    <a:lnTo>
                      <a:pt x="883" y="1"/>
                    </a:lnTo>
                    <a:cubicBezTo>
                      <a:pt x="883" y="1"/>
                      <a:pt x="455" y="504"/>
                      <a:pt x="0" y="123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1"/>
              <p:cNvSpPr/>
              <p:nvPr/>
            </p:nvSpPr>
            <p:spPr>
              <a:xfrm flipH="1">
                <a:off x="7579744" y="2772974"/>
                <a:ext cx="282889" cy="1120738"/>
              </a:xfrm>
              <a:custGeom>
                <a:avLst/>
                <a:gdLst/>
                <a:ahLst/>
                <a:cxnLst/>
                <a:rect l="l" t="t" r="r" b="b"/>
                <a:pathLst>
                  <a:path w="3190" h="12638" extrusionOk="0">
                    <a:moveTo>
                      <a:pt x="1" y="12637"/>
                    </a:moveTo>
                    <a:lnTo>
                      <a:pt x="789" y="12637"/>
                    </a:lnTo>
                    <a:lnTo>
                      <a:pt x="1849" y="10836"/>
                    </a:lnTo>
                    <a:cubicBezTo>
                      <a:pt x="1849" y="10836"/>
                      <a:pt x="491" y="3191"/>
                      <a:pt x="3190" y="69"/>
                    </a:cubicBezTo>
                    <a:lnTo>
                      <a:pt x="3180" y="3"/>
                    </a:lnTo>
                    <a:lnTo>
                      <a:pt x="2732" y="1"/>
                    </a:lnTo>
                    <a:cubicBezTo>
                      <a:pt x="2732" y="1"/>
                      <a:pt x="1340" y="1639"/>
                      <a:pt x="906" y="3275"/>
                    </a:cubicBezTo>
                    <a:cubicBezTo>
                      <a:pt x="609" y="4394"/>
                      <a:pt x="555" y="10911"/>
                      <a:pt x="555" y="109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1"/>
              <p:cNvSpPr/>
              <p:nvPr/>
            </p:nvSpPr>
            <p:spPr>
              <a:xfrm flipH="1">
                <a:off x="7228660" y="3829320"/>
                <a:ext cx="613400" cy="4434"/>
              </a:xfrm>
              <a:custGeom>
                <a:avLst/>
                <a:gdLst/>
                <a:ahLst/>
                <a:cxnLst/>
                <a:rect l="l" t="t" r="r" b="b"/>
                <a:pathLst>
                  <a:path w="6917" h="50" fill="none" extrusionOk="0">
                    <a:moveTo>
                      <a:pt x="6917" y="50"/>
                    </a:moveTo>
                    <a:lnTo>
                      <a:pt x="1" y="1"/>
                    </a:lnTo>
                  </a:path>
                </a:pathLst>
              </a:custGeom>
              <a:noFill/>
              <a:ln w="475" cap="flat" cmpd="sng">
                <a:solidFill>
                  <a:srgbClr val="5B414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1"/>
              <p:cNvSpPr/>
              <p:nvPr/>
            </p:nvSpPr>
            <p:spPr>
              <a:xfrm flipH="1">
                <a:off x="7304668" y="2777053"/>
                <a:ext cx="52499" cy="1117989"/>
              </a:xfrm>
              <a:custGeom>
                <a:avLst/>
                <a:gdLst/>
                <a:ahLst/>
                <a:cxnLst/>
                <a:rect l="l" t="t" r="r" b="b"/>
                <a:pathLst>
                  <a:path w="592" h="12607" fill="none" extrusionOk="0">
                    <a:moveTo>
                      <a:pt x="0" y="0"/>
                    </a:moveTo>
                    <a:cubicBezTo>
                      <a:pt x="116" y="5094"/>
                      <a:pt x="591" y="12606"/>
                      <a:pt x="591" y="12606"/>
                    </a:cubicBez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1"/>
              <p:cNvSpPr/>
              <p:nvPr/>
            </p:nvSpPr>
            <p:spPr>
              <a:xfrm flipH="1">
                <a:off x="7579745" y="2779093"/>
                <a:ext cx="239436" cy="1114619"/>
              </a:xfrm>
              <a:custGeom>
                <a:avLst/>
                <a:gdLst/>
                <a:ahLst/>
                <a:cxnLst/>
                <a:rect l="l" t="t" r="r" b="b"/>
                <a:pathLst>
                  <a:path w="2700" h="12569" fill="none" extrusionOk="0">
                    <a:moveTo>
                      <a:pt x="2700" y="0"/>
                    </a:moveTo>
                    <a:cubicBezTo>
                      <a:pt x="1" y="3122"/>
                      <a:pt x="1359" y="10767"/>
                      <a:pt x="1359" y="10767"/>
                    </a:cubicBezTo>
                    <a:lnTo>
                      <a:pt x="299" y="12568"/>
                    </a:ln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1"/>
              <p:cNvSpPr/>
              <p:nvPr/>
            </p:nvSpPr>
            <p:spPr>
              <a:xfrm flipH="1">
                <a:off x="7449832" y="2903865"/>
                <a:ext cx="201836" cy="206979"/>
              </a:xfrm>
              <a:custGeom>
                <a:avLst/>
                <a:gdLst/>
                <a:ahLst/>
                <a:cxnLst/>
                <a:rect l="l" t="t" r="r" b="b"/>
                <a:pathLst>
                  <a:path w="2276" h="2334" fill="none" extrusionOk="0">
                    <a:moveTo>
                      <a:pt x="2275" y="138"/>
                    </a:moveTo>
                    <a:lnTo>
                      <a:pt x="442" y="1"/>
                    </a:lnTo>
                    <a:lnTo>
                      <a:pt x="1" y="1675"/>
                    </a:lnTo>
                    <a:lnTo>
                      <a:pt x="765" y="2334"/>
                    </a:lnTo>
                    <a:lnTo>
                      <a:pt x="2049" y="1849"/>
                    </a:lnTo>
                    <a:close/>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1"/>
              <p:cNvSpPr/>
              <p:nvPr/>
            </p:nvSpPr>
            <p:spPr>
              <a:xfrm flipH="1">
                <a:off x="7481400" y="3186308"/>
                <a:ext cx="281470" cy="36004"/>
              </a:xfrm>
              <a:custGeom>
                <a:avLst/>
                <a:gdLst/>
                <a:ahLst/>
                <a:cxnLst/>
                <a:rect l="l" t="t" r="r" b="b"/>
                <a:pathLst>
                  <a:path w="3174" h="406" fill="none" extrusionOk="0">
                    <a:moveTo>
                      <a:pt x="0" y="0"/>
                    </a:moveTo>
                    <a:lnTo>
                      <a:pt x="3174" y="405"/>
                    </a:lnTo>
                  </a:path>
                </a:pathLst>
              </a:custGeom>
              <a:noFill/>
              <a:ln w="9525" cap="flat" cmpd="sng">
                <a:solidFill>
                  <a:schemeClr val="lt2"/>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1"/>
              <p:cNvSpPr/>
              <p:nvPr/>
            </p:nvSpPr>
            <p:spPr>
              <a:xfrm flipH="1">
                <a:off x="7504279" y="3717584"/>
                <a:ext cx="282712" cy="23766"/>
              </a:xfrm>
              <a:custGeom>
                <a:avLst/>
                <a:gdLst/>
                <a:ahLst/>
                <a:cxnLst/>
                <a:rect l="l" t="t" r="r" b="b"/>
                <a:pathLst>
                  <a:path w="3188" h="268" fill="none" extrusionOk="0">
                    <a:moveTo>
                      <a:pt x="0" y="267"/>
                    </a:moveTo>
                    <a:lnTo>
                      <a:pt x="3188" y="1"/>
                    </a:lnTo>
                  </a:path>
                </a:pathLst>
              </a:custGeom>
              <a:noFill/>
              <a:ln w="475" cap="flat" cmpd="sng">
                <a:solidFill>
                  <a:srgbClr val="5B414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1"/>
              <p:cNvSpPr/>
              <p:nvPr/>
            </p:nvSpPr>
            <p:spPr>
              <a:xfrm flipH="1">
                <a:off x="7319031" y="1695700"/>
                <a:ext cx="216113" cy="238372"/>
              </a:xfrm>
              <a:custGeom>
                <a:avLst/>
                <a:gdLst/>
                <a:ahLst/>
                <a:cxnLst/>
                <a:rect l="l" t="t" r="r" b="b"/>
                <a:pathLst>
                  <a:path w="2437" h="2688" extrusionOk="0">
                    <a:moveTo>
                      <a:pt x="785" y="2688"/>
                    </a:moveTo>
                    <a:cubicBezTo>
                      <a:pt x="1655" y="2442"/>
                      <a:pt x="2436" y="1599"/>
                      <a:pt x="2436" y="1599"/>
                    </a:cubicBezTo>
                    <a:cubicBezTo>
                      <a:pt x="1634" y="0"/>
                      <a:pt x="0" y="631"/>
                      <a:pt x="0" y="63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34" name="Google Shape;1434;p31"/>
          <p:cNvSpPr/>
          <p:nvPr/>
        </p:nvSpPr>
        <p:spPr>
          <a:xfrm flipH="1">
            <a:off x="991542" y="918499"/>
            <a:ext cx="5236480" cy="433223"/>
          </a:xfrm>
          <a:prstGeom prst="roundRect">
            <a:avLst>
              <a:gd name="adj" fmla="val 50000"/>
            </a:avLst>
          </a:prstGeom>
          <a:solidFill>
            <a:schemeClr val="accent4"/>
          </a:solidFill>
          <a:ln>
            <a:noFill/>
          </a:ln>
        </p:spPr>
        <p:txBody>
          <a:bodyPr spcFirstLastPara="1" wrap="square" lIns="0" tIns="91425" rIns="0"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2000"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To do</a:t>
            </a:r>
            <a:endParaRPr sz="2000"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6" name="TextBox 5"/>
          <p:cNvSpPr txBox="1"/>
          <p:nvPr/>
        </p:nvSpPr>
        <p:spPr>
          <a:xfrm>
            <a:off x="666962" y="4216457"/>
            <a:ext cx="4909990" cy="646331"/>
          </a:xfrm>
          <a:prstGeom prst="rect">
            <a:avLst/>
          </a:prstGeom>
          <a:noFill/>
        </p:spPr>
        <p:txBody>
          <a:bodyPr wrap="square" rtlCol="0">
            <a:spAutoFit/>
          </a:bodyPr>
          <a:lstStyle/>
          <a:p>
            <a:r>
              <a:rPr lang="en-IN" sz="1200" dirty="0"/>
              <a:t>    Scalable Recruitment Platform</a:t>
            </a:r>
          </a:p>
          <a:p>
            <a:r>
              <a:rPr lang="en-IN" sz="1200" dirty="0"/>
              <a:t>To implement an end-to-end recruitment platform using microservices, with application tracking and notifications. </a:t>
            </a:r>
          </a:p>
        </p:txBody>
      </p:sp>
      <p:grpSp>
        <p:nvGrpSpPr>
          <p:cNvPr id="8" name="Google Shape;1339;p31"/>
          <p:cNvGrpSpPr/>
          <p:nvPr/>
        </p:nvGrpSpPr>
        <p:grpSpPr>
          <a:xfrm>
            <a:off x="5961025" y="4288697"/>
            <a:ext cx="528335" cy="627886"/>
            <a:chOff x="5020347" y="3955827"/>
            <a:chExt cx="441436" cy="441224"/>
          </a:xfrm>
        </p:grpSpPr>
        <p:sp>
          <p:nvSpPr>
            <p:cNvPr id="9" name="Google Shape;1340;p31"/>
            <p:cNvSpPr/>
            <p:nvPr/>
          </p:nvSpPr>
          <p:spPr>
            <a:xfrm>
              <a:off x="5020347" y="3955827"/>
              <a:ext cx="441436" cy="4412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341;p31"/>
            <p:cNvSpPr/>
            <p:nvPr/>
          </p:nvSpPr>
          <p:spPr>
            <a:xfrm>
              <a:off x="5139915" y="4095220"/>
              <a:ext cx="202679" cy="162437"/>
            </a:xfrm>
            <a:custGeom>
              <a:avLst/>
              <a:gdLst/>
              <a:ahLst/>
              <a:cxnLst/>
              <a:rect l="l" t="t" r="r" b="b"/>
              <a:pathLst>
                <a:path w="1073" h="860" fill="none" extrusionOk="0">
                  <a:moveTo>
                    <a:pt x="0" y="429"/>
                  </a:moveTo>
                  <a:lnTo>
                    <a:pt x="406" y="859"/>
                  </a:lnTo>
                  <a:lnTo>
                    <a:pt x="1072" y="1"/>
                  </a:lnTo>
                </a:path>
              </a:pathLst>
            </a:custGeom>
            <a:solidFill>
              <a:schemeClr val="accent4"/>
            </a:solidFill>
            <a:ln w="285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Flowchart: Connector 1"/>
          <p:cNvSpPr/>
          <p:nvPr/>
        </p:nvSpPr>
        <p:spPr>
          <a:xfrm>
            <a:off x="814486" y="4328279"/>
            <a:ext cx="59635" cy="52891"/>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p:cNvPicPr>
            <a:picLocks noChangeAspect="1"/>
          </p:cNvPicPr>
          <p:nvPr/>
        </p:nvPicPr>
        <p:blipFill>
          <a:blip r:embed="rId3"/>
          <a:srcRect l="1773"/>
          <a:stretch>
            <a:fillRect/>
          </a:stretch>
        </p:blipFill>
        <p:spPr>
          <a:xfrm>
            <a:off x="41220" y="26886"/>
            <a:ext cx="1618615" cy="7759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p:nvPr/>
        </p:nvGraphicFramePr>
        <p:xfrm>
          <a:off x="205985" y="600075"/>
          <a:ext cx="8732030" cy="4689246"/>
        </p:xfrm>
        <a:graphic>
          <a:graphicData uri="http://schemas.openxmlformats.org/drawingml/2006/table">
            <a:tbl>
              <a:tblPr firstRow="1" bandRow="1">
                <a:tableStyleId>{BC89EF96-8CEA-46FF-86C4-4CE0E7609802}</a:tableStyleId>
              </a:tblPr>
              <a:tblGrid>
                <a:gridCol w="1370331">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60562">
                  <a:extLst>
                    <a:ext uri="{9D8B030D-6E8A-4147-A177-3AD203B41FA5}">
                      <a16:colId xmlns:a16="http://schemas.microsoft.com/office/drawing/2014/main" val="20002"/>
                    </a:ext>
                  </a:extLst>
                </a:gridCol>
                <a:gridCol w="2183641">
                  <a:extLst>
                    <a:ext uri="{9D8B030D-6E8A-4147-A177-3AD203B41FA5}">
                      <a16:colId xmlns:a16="http://schemas.microsoft.com/office/drawing/2014/main" val="20003"/>
                    </a:ext>
                  </a:extLst>
                </a:gridCol>
                <a:gridCol w="2045896">
                  <a:extLst>
                    <a:ext uri="{9D8B030D-6E8A-4147-A177-3AD203B41FA5}">
                      <a16:colId xmlns:a16="http://schemas.microsoft.com/office/drawing/2014/main" val="20004"/>
                    </a:ext>
                  </a:extLst>
                </a:gridCol>
              </a:tblGrid>
              <a:tr h="525780">
                <a:tc>
                  <a:txBody>
                    <a:bodyPr/>
                    <a:lstStyle/>
                    <a:p>
                      <a:pPr algn="ctr"/>
                      <a:r>
                        <a:rPr sz="1500" b="1" dirty="0">
                          <a:solidFill>
                            <a:schemeClr val="tx1"/>
                          </a:solidFill>
                          <a:latin typeface="Times New Roman" panose="02020603050405020304"/>
                        </a:rPr>
                        <a:t>Study</a:t>
                      </a:r>
                    </a:p>
                  </a:txBody>
                  <a:tcPr marL="68580" marR="68580" marT="34290" marB="34290">
                    <a:solidFill>
                      <a:schemeClr val="accent2"/>
                    </a:solidFill>
                  </a:tcPr>
                </a:tc>
                <a:tc>
                  <a:txBody>
                    <a:bodyPr/>
                    <a:lstStyle/>
                    <a:p>
                      <a:pPr algn="ctr"/>
                      <a:r>
                        <a:rPr sz="1500" b="1" dirty="0">
                          <a:solidFill>
                            <a:schemeClr val="tx1"/>
                          </a:solidFill>
                          <a:latin typeface="Times New Roman" panose="02020603050405020304"/>
                        </a:rPr>
                        <a:t>Year / Main Focus</a:t>
                      </a:r>
                    </a:p>
                  </a:txBody>
                  <a:tcPr marL="68580" marR="68580" marT="34290" marB="34290">
                    <a:solidFill>
                      <a:schemeClr val="accent1">
                        <a:lumMod val="60000"/>
                        <a:lumOff val="40000"/>
                      </a:schemeClr>
                    </a:solidFill>
                  </a:tcPr>
                </a:tc>
                <a:tc>
                  <a:txBody>
                    <a:bodyPr/>
                    <a:lstStyle/>
                    <a:p>
                      <a:pPr algn="ctr"/>
                      <a:r>
                        <a:rPr sz="1500" b="1" dirty="0">
                          <a:solidFill>
                            <a:schemeClr val="tx1"/>
                          </a:solidFill>
                          <a:latin typeface="Times New Roman" panose="02020603050405020304"/>
                        </a:rPr>
                        <a:t>Methodology</a:t>
                      </a:r>
                    </a:p>
                  </a:txBody>
                  <a:tcPr marL="68580" marR="68580" marT="34290" marB="34290">
                    <a:solidFill>
                      <a:schemeClr val="accent5">
                        <a:lumMod val="60000"/>
                        <a:lumOff val="40000"/>
                      </a:schemeClr>
                    </a:solidFill>
                  </a:tcPr>
                </a:tc>
                <a:tc>
                  <a:txBody>
                    <a:bodyPr/>
                    <a:lstStyle/>
                    <a:p>
                      <a:pPr algn="ctr"/>
                      <a:r>
                        <a:rPr sz="1500" b="1" dirty="0">
                          <a:solidFill>
                            <a:schemeClr val="tx1"/>
                          </a:solidFill>
                          <a:latin typeface="Times New Roman" panose="02020603050405020304"/>
                        </a:rPr>
                        <a:t>Inferences</a:t>
                      </a:r>
                    </a:p>
                  </a:txBody>
                  <a:tcPr marL="68580" marR="68580" marT="34290" marB="34290">
                    <a:solidFill>
                      <a:schemeClr val="accent6">
                        <a:lumMod val="75000"/>
                      </a:schemeClr>
                    </a:solidFill>
                  </a:tcPr>
                </a:tc>
                <a:tc>
                  <a:txBody>
                    <a:bodyPr/>
                    <a:lstStyle/>
                    <a:p>
                      <a:pPr algn="ctr"/>
                      <a:r>
                        <a:rPr sz="1500" b="1" dirty="0">
                          <a:solidFill>
                            <a:schemeClr val="tx1"/>
                          </a:solidFill>
                          <a:latin typeface="Times New Roman" panose="02020603050405020304"/>
                        </a:rPr>
                        <a:t>Limitation / Future Work</a:t>
                      </a:r>
                    </a:p>
                  </a:txBody>
                  <a:tcPr marL="68580" marR="68580" marT="34290" marB="34290">
                    <a:solidFill>
                      <a:schemeClr val="accent4">
                        <a:lumMod val="60000"/>
                        <a:lumOff val="40000"/>
                      </a:schemeClr>
                    </a:solidFill>
                  </a:tcPr>
                </a:tc>
                <a:extLst>
                  <a:ext uri="{0D108BD9-81ED-4DB2-BD59-A6C34878D82A}">
                    <a16:rowId xmlns:a16="http://schemas.microsoft.com/office/drawing/2014/main" val="10000"/>
                  </a:ext>
                </a:extLst>
              </a:tr>
              <a:tr h="1387822">
                <a:tc>
                  <a:txBody>
                    <a:bodyPr/>
                    <a:lstStyle/>
                    <a:p>
                      <a:pPr algn="l"/>
                      <a:r>
                        <a:rPr sz="1100" b="1" dirty="0">
                          <a:solidFill>
                            <a:schemeClr val="tx1"/>
                          </a:solidFill>
                          <a:latin typeface="Times New Roman" panose="02020603050405020304"/>
                        </a:rPr>
                        <a:t>LinkedIn Talent Search &amp; Recommendation</a:t>
                      </a:r>
                    </a:p>
                  </a:txBody>
                  <a:tcPr marL="68580" marR="68580" marT="34290" marB="34290"/>
                </a:tc>
                <a:tc>
                  <a:txBody>
                    <a:bodyPr/>
                    <a:lstStyle/>
                    <a:p>
                      <a:pPr algn="l"/>
                      <a:r>
                        <a:rPr sz="1100" b="0" dirty="0">
                          <a:solidFill>
                            <a:schemeClr val="tx1"/>
                          </a:solidFill>
                          <a:latin typeface="Times New Roman" panose="02020603050405020304"/>
                        </a:rPr>
                        <a:t>2018</a:t>
                      </a:r>
                    </a:p>
                    <a:p>
                      <a:pPr algn="l"/>
                      <a:r>
                        <a:rPr sz="1100" b="0" dirty="0">
                          <a:solidFill>
                            <a:schemeClr val="tx1"/>
                          </a:solidFill>
                          <a:latin typeface="Times New Roman" panose="02020603050405020304"/>
                        </a:rPr>
                        <a:t>Candidate retrieval, ranking &amp; recommendation</a:t>
                      </a:r>
                    </a:p>
                  </a:txBody>
                  <a:tcPr marL="68580" marR="68580" marT="34290" marB="34290"/>
                </a:tc>
                <a:tc>
                  <a:txBody>
                    <a:bodyPr/>
                    <a:lstStyle/>
                    <a:p>
                      <a:pPr algn="l"/>
                      <a:r>
                        <a:rPr sz="1100" b="0">
                          <a:solidFill>
                            <a:schemeClr val="tx1"/>
                          </a:solidFill>
                          <a:latin typeface="Times New Roman" panose="02020603050405020304"/>
                        </a:rPr>
                        <a:t>Candidate retrieval, ranking and recommendation mechanisms.</a:t>
                      </a:r>
                    </a:p>
                  </a:txBody>
                  <a:tcPr marL="68580" marR="68580" marT="34290" marB="34290"/>
                </a:tc>
                <a:tc>
                  <a:txBody>
                    <a:bodyPr/>
                    <a:lstStyle/>
                    <a:p>
                      <a:pPr algn="l"/>
                      <a:r>
                        <a:rPr sz="1100" b="0">
                          <a:solidFill>
                            <a:schemeClr val="tx1"/>
                          </a:solidFill>
                          <a:latin typeface="Times New Roman" panose="02020603050405020304"/>
                        </a:rPr>
                        <a:t>Retrieves and ranks relevant candidates for job openings and supports recommendations.</a:t>
                      </a:r>
                    </a:p>
                  </a:txBody>
                  <a:tcPr marL="68580" marR="68580" marT="34290" marB="34290"/>
                </a:tc>
                <a:tc>
                  <a:txBody>
                    <a:bodyPr/>
                    <a:lstStyle/>
                    <a:p>
                      <a:pPr algn="l"/>
                      <a:r>
                        <a:rPr sz="1100" b="0">
                          <a:solidFill>
                            <a:schemeClr val="tx1"/>
                          </a:solidFill>
                          <a:latin typeface="Times New Roman" panose="02020603050405020304"/>
                        </a:rPr>
                        <a:t>No explicit skill-gap analysis.</a:t>
                      </a:r>
                    </a:p>
                  </a:txBody>
                  <a:tcPr marL="68580" marR="68580" marT="34290" marB="34290"/>
                </a:tc>
                <a:extLst>
                  <a:ext uri="{0D108BD9-81ED-4DB2-BD59-A6C34878D82A}">
                    <a16:rowId xmlns:a16="http://schemas.microsoft.com/office/drawing/2014/main" val="10001"/>
                  </a:ext>
                </a:extLst>
              </a:tr>
              <a:tr h="1387822">
                <a:tc>
                  <a:txBody>
                    <a:bodyPr/>
                    <a:lstStyle/>
                    <a:p>
                      <a:pPr algn="l"/>
                      <a:r>
                        <a:rPr lang="en-US" altLang="en-US" sz="1100" b="1">
                          <a:solidFill>
                            <a:schemeClr val="tx1"/>
                          </a:solidFill>
                          <a:latin typeface="Times New Roman" panose="02020603050405020304"/>
                        </a:rPr>
                        <a:t>Jobindex Human-in-the-Loop Recommendation</a:t>
                      </a:r>
                    </a:p>
                  </a:txBody>
                  <a:tcPr marL="68580" marR="68580" marT="34290" marB="34290"/>
                </a:tc>
                <a:tc>
                  <a:txBody>
                    <a:bodyPr/>
                    <a:lstStyle/>
                    <a:p>
                      <a:pPr algn="l"/>
                      <a:r>
                        <a:rPr lang="en-US" altLang="en-US" sz="1100" b="0">
                          <a:solidFill>
                            <a:schemeClr val="tx1"/>
                          </a:solidFill>
                          <a:latin typeface="Times New Roman" panose="02020603050405020304"/>
                        </a:rPr>
                        <a:t>2026</a:t>
                      </a:r>
                    </a:p>
                    <a:p>
                      <a:pPr algn="l"/>
                      <a:r>
                        <a:rPr lang="en-US" altLang="en-US" sz="1100" b="0">
                          <a:solidFill>
                            <a:schemeClr val="tx1"/>
                          </a:solidFill>
                          <a:latin typeface="Times New Roman" panose="02020603050405020304"/>
                        </a:rPr>
                        <a:t>AI-based candidate recommendation with recruiter involvement and feedback</a:t>
                      </a:r>
                    </a:p>
                  </a:txBody>
                  <a:tcPr marL="68580" marR="68580" marT="34290" marB="34290"/>
                </a:tc>
                <a:tc>
                  <a:txBody>
                    <a:bodyPr/>
                    <a:lstStyle/>
                    <a:p>
                      <a:pPr algn="l"/>
                      <a:r>
                        <a:rPr lang="en-US" altLang="en-US" sz="1100" b="0">
                          <a:solidFill>
                            <a:schemeClr val="tx1"/>
                          </a:solidFill>
                          <a:latin typeface="Times New Roman" panose="02020603050405020304"/>
                        </a:rPr>
                        <a:t>AI-based candidate recommendation using recruiter feedback and human-in-the-loop interaction to improve candidate ranking and screening.</a:t>
                      </a:r>
                    </a:p>
                  </a:txBody>
                  <a:tcPr marL="68580" marR="68580" marT="34290" marB="34290"/>
                </a:tc>
                <a:tc>
                  <a:txBody>
                    <a:bodyPr/>
                    <a:lstStyle/>
                    <a:p>
                      <a:pPr algn="l"/>
                      <a:r>
                        <a:rPr lang="en-US" altLang="en-US" sz="1100" b="0">
                          <a:solidFill>
                            <a:schemeClr val="tx1"/>
                          </a:solidFill>
                          <a:latin typeface="Times New Roman" panose="02020603050405020304"/>
                        </a:rPr>
                        <a:t>Demonstrates that AI-based candidate recommendation can improve recruitment relevance and screening efficiency, while recruiter feedback can help refine the recommendation process.</a:t>
                      </a:r>
                    </a:p>
                  </a:txBody>
                  <a:tcPr marL="68580" marR="68580" marT="34290" marB="34290"/>
                </a:tc>
                <a:tc>
                  <a:txBody>
                    <a:bodyPr/>
                    <a:lstStyle/>
                    <a:p>
                      <a:pPr algn="l"/>
                      <a:r>
                        <a:rPr lang="en-US" altLang="en-US" sz="1100" b="0">
                          <a:solidFill>
                            <a:schemeClr val="tx1"/>
                          </a:solidFill>
                          <a:latin typeface="Times New Roman" panose="02020603050405020304"/>
                        </a:rPr>
                        <a:t>Does not provide a complete combination of skill-gap analysis and explainable recruitment</a:t>
                      </a:r>
                    </a:p>
                  </a:txBody>
                  <a:tcPr marL="68580" marR="68580" marT="34290" marB="34290"/>
                </a:tc>
                <a:extLst>
                  <a:ext uri="{0D108BD9-81ED-4DB2-BD59-A6C34878D82A}">
                    <a16:rowId xmlns:a16="http://schemas.microsoft.com/office/drawing/2014/main" val="10002"/>
                  </a:ext>
                </a:extLst>
              </a:tr>
              <a:tr h="1387822">
                <a:tc>
                  <a:txBody>
                    <a:bodyPr/>
                    <a:lstStyle/>
                    <a:p>
                      <a:pPr algn="l"/>
                      <a:r>
                        <a:rPr sz="1100" b="1">
                          <a:solidFill>
                            <a:schemeClr val="tx1"/>
                          </a:solidFill>
                          <a:latin typeface="Times New Roman" panose="02020603050405020304"/>
                        </a:rPr>
                        <a:t>Indeed Job Recommender</a:t>
                      </a:r>
                    </a:p>
                  </a:txBody>
                  <a:tcPr marL="68580" marR="68580" marT="34290" marB="34290"/>
                </a:tc>
                <a:tc>
                  <a:txBody>
                    <a:bodyPr/>
                    <a:lstStyle/>
                    <a:p>
                      <a:pPr algn="l"/>
                      <a:r>
                        <a:rPr sz="1100" b="0">
                          <a:solidFill>
                            <a:schemeClr val="tx1"/>
                          </a:solidFill>
                          <a:latin typeface="Times New Roman" panose="02020603050405020304"/>
                        </a:rPr>
                        <a:t>2019</a:t>
                      </a:r>
                    </a:p>
                    <a:p>
                      <a:pPr algn="l"/>
                      <a:r>
                        <a:rPr sz="1100" b="0">
                          <a:solidFill>
                            <a:schemeClr val="tx1"/>
                          </a:solidFill>
                          <a:latin typeface="Times New Roman" panose="02020603050405020304"/>
                        </a:rPr>
                        <a:t>Offline evaluation &amp; online recommendation</a:t>
                      </a:r>
                    </a:p>
                  </a:txBody>
                  <a:tcPr marL="68580" marR="68580" marT="34290" marB="34290"/>
                </a:tc>
                <a:tc>
                  <a:txBody>
                    <a:bodyPr/>
                    <a:lstStyle/>
                    <a:p>
                      <a:pPr algn="l"/>
                      <a:r>
                        <a:rPr sz="1100" b="0">
                          <a:solidFill>
                            <a:schemeClr val="tx1"/>
                          </a:solidFill>
                          <a:latin typeface="Times New Roman" panose="02020603050405020304"/>
                        </a:rPr>
                        <a:t>Offline evaluation combined with online recommendation.</a:t>
                      </a:r>
                    </a:p>
                  </a:txBody>
                  <a:tcPr marL="68580" marR="68580" marT="34290" marB="34290"/>
                </a:tc>
                <a:tc>
                  <a:txBody>
                    <a:bodyPr/>
                    <a:lstStyle/>
                    <a:p>
                      <a:pPr algn="l"/>
                      <a:r>
                        <a:rPr sz="1100" b="0">
                          <a:solidFill>
                            <a:schemeClr val="tx1"/>
                          </a:solidFill>
                          <a:latin typeface="Times New Roman" panose="02020603050405020304"/>
                        </a:rPr>
                        <a:t>Supports personalized job recommendations based on candidate/job relevance.</a:t>
                      </a:r>
                    </a:p>
                  </a:txBody>
                  <a:tcPr marL="68580" marR="68580" marT="34290" marB="34290"/>
                </a:tc>
                <a:tc>
                  <a:txBody>
                    <a:bodyPr/>
                    <a:lstStyle/>
                    <a:p>
                      <a:pPr algn="l"/>
                      <a:r>
                        <a:rPr sz="1100" b="0" dirty="0">
                          <a:solidFill>
                            <a:schemeClr val="tx1"/>
                          </a:solidFill>
                          <a:latin typeface="Times New Roman" panose="02020603050405020304"/>
                        </a:rPr>
                        <a:t>Focuses on job recommendation, not candidate matching.</a:t>
                      </a:r>
                    </a:p>
                  </a:txBody>
                  <a:tcPr marL="68580" marR="68580" marT="34290" marB="34290"/>
                </a:tc>
                <a:extLst>
                  <a:ext uri="{0D108BD9-81ED-4DB2-BD59-A6C34878D82A}">
                    <a16:rowId xmlns:a16="http://schemas.microsoft.com/office/drawing/2014/main" val="10003"/>
                  </a:ext>
                </a:extLst>
              </a:tr>
            </a:tbl>
          </a:graphicData>
        </a:graphic>
      </p:graphicFrame>
      <p:sp>
        <p:nvSpPr>
          <p:cNvPr id="2" name="TextBox 1"/>
          <p:cNvSpPr txBox="1"/>
          <p:nvPr/>
        </p:nvSpPr>
        <p:spPr>
          <a:xfrm>
            <a:off x="3420424" y="102394"/>
            <a:ext cx="2303151" cy="415498"/>
          </a:xfrm>
          <a:prstGeom prst="rect">
            <a:avLst/>
          </a:prstGeom>
          <a:noFill/>
        </p:spPr>
        <p:txBody>
          <a:bodyPr wrap="square" rtlCol="0">
            <a:spAutoFit/>
          </a:bodyPr>
          <a:lstStyle/>
          <a:p>
            <a:pPr algn="ctr"/>
            <a:r>
              <a:rPr lang="en-IN" sz="2100" b="1" dirty="0">
                <a:solidFill>
                  <a:srgbClr val="0064C8"/>
                </a:solidFill>
                <a:latin typeface="Times New Roman" panose="02020603050405020304" pitchFamily="18" charset="0"/>
                <a:ea typeface="Cambria" panose="02040503050406030204"/>
                <a:cs typeface="Times New Roman" panose="02020603050405020304" pitchFamily="18" charset="0"/>
              </a:rPr>
              <a:t>Literature Survey</a:t>
            </a:r>
            <a:endParaRPr lang="en-IN" sz="2100" b="1"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639234F-78F1-4984-9C4D-D4C7AB587871}" type="slidenum">
              <a:rPr lang="en-US" smtClean="0"/>
              <a:t>5</a:t>
            </a:fld>
            <a:endParaRPr lang="en-IN"/>
          </a:p>
        </p:txBody>
      </p:sp>
      <p:pic>
        <p:nvPicPr>
          <p:cNvPr id="6" name="Picture 5"/>
          <p:cNvPicPr>
            <a:picLocks noChangeAspect="1"/>
          </p:cNvPicPr>
          <p:nvPr/>
        </p:nvPicPr>
        <p:blipFill>
          <a:blip r:embed="rId3"/>
          <a:stretch>
            <a:fillRect/>
          </a:stretch>
        </p:blipFill>
        <p:spPr>
          <a:xfrm>
            <a:off x="7687035" y="0"/>
            <a:ext cx="1456965" cy="4669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7"/>
        <p:cNvGrpSpPr/>
        <p:nvPr/>
      </p:nvGrpSpPr>
      <p:grpSpPr>
        <a:xfrm>
          <a:off x="0" y="0"/>
          <a:ext cx="0" cy="0"/>
          <a:chOff x="0" y="0"/>
          <a:chExt cx="0" cy="0"/>
        </a:xfrm>
      </p:grpSpPr>
      <p:sp>
        <p:nvSpPr>
          <p:cNvPr id="1878" name="Google Shape;1878;p38"/>
          <p:cNvSpPr txBox="1">
            <a:spLocks noGrp="1"/>
          </p:cNvSpPr>
          <p:nvPr>
            <p:ph type="title"/>
          </p:nvPr>
        </p:nvSpPr>
        <p:spPr>
          <a:xfrm>
            <a:off x="567600" y="181521"/>
            <a:ext cx="7704000" cy="388500"/>
          </a:xfrm>
          <a:prstGeom prst="rect">
            <a:avLst/>
          </a:prstGeom>
        </p:spPr>
        <p:txBody>
          <a:bodyPr spcFirstLastPara="1" wrap="square" lIns="91425" tIns="91425" rIns="91425" bIns="91425" anchor="ctr" anchorCtr="0">
            <a:noAutofit/>
          </a:bodyPr>
          <a:lstStyle/>
          <a:p>
            <a:r>
              <a:rPr lang="en-IN" sz="3200" b="1" dirty="0">
                <a:solidFill>
                  <a:srgbClr val="000000"/>
                </a:solidFill>
                <a:latin typeface="Times New Roman" panose="02020603050405020304"/>
              </a:rPr>
              <a:t>Problem Gap Identification</a:t>
            </a:r>
          </a:p>
        </p:txBody>
      </p:sp>
      <p:sp>
        <p:nvSpPr>
          <p:cNvPr id="1879" name="Google Shape;1879;p38"/>
          <p:cNvSpPr/>
          <p:nvPr/>
        </p:nvSpPr>
        <p:spPr>
          <a:xfrm rot="5400000">
            <a:off x="-2301094" y="813388"/>
            <a:ext cx="3710100" cy="3710100"/>
          </a:xfrm>
          <a:prstGeom prst="blockArc">
            <a:avLst>
              <a:gd name="adj1" fmla="val 16195494"/>
              <a:gd name="adj2" fmla="val 18882832"/>
              <a:gd name="adj3" fmla="val 2326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8"/>
          <p:cNvSpPr/>
          <p:nvPr/>
        </p:nvSpPr>
        <p:spPr>
          <a:xfrm rot="5400000">
            <a:off x="-2297867" y="813388"/>
            <a:ext cx="3710100" cy="3710100"/>
          </a:xfrm>
          <a:prstGeom prst="blockArc">
            <a:avLst>
              <a:gd name="adj1" fmla="val 18890840"/>
              <a:gd name="adj2" fmla="val 11060"/>
              <a:gd name="adj3" fmla="val 23215"/>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8"/>
          <p:cNvSpPr/>
          <p:nvPr/>
        </p:nvSpPr>
        <p:spPr>
          <a:xfrm>
            <a:off x="-2297867" y="813388"/>
            <a:ext cx="3710100" cy="3710100"/>
          </a:xfrm>
          <a:prstGeom prst="blockArc">
            <a:avLst>
              <a:gd name="adj1" fmla="val 16195494"/>
              <a:gd name="adj2" fmla="val 18882832"/>
              <a:gd name="adj3" fmla="val 23269"/>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8"/>
          <p:cNvSpPr/>
          <p:nvPr/>
        </p:nvSpPr>
        <p:spPr>
          <a:xfrm>
            <a:off x="-2297867" y="813388"/>
            <a:ext cx="3710100" cy="3710100"/>
          </a:xfrm>
          <a:prstGeom prst="blockArc">
            <a:avLst>
              <a:gd name="adj1" fmla="val 18890840"/>
              <a:gd name="adj2" fmla="val 26806"/>
              <a:gd name="adj3" fmla="val 2322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8"/>
          <p:cNvSpPr/>
          <p:nvPr/>
        </p:nvSpPr>
        <p:spPr>
          <a:xfrm>
            <a:off x="1506599" y="772011"/>
            <a:ext cx="658500" cy="658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800" u="sng"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01</a:t>
            </a:r>
            <a:endParaRPr sz="1800" u="sng"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nvGrpSpPr>
          <p:cNvPr id="1884" name="Google Shape;1884;p38"/>
          <p:cNvGrpSpPr/>
          <p:nvPr/>
        </p:nvGrpSpPr>
        <p:grpSpPr>
          <a:xfrm>
            <a:off x="2086313" y="846104"/>
            <a:ext cx="7001148" cy="658500"/>
            <a:chOff x="3090206" y="1300977"/>
            <a:chExt cx="5400514" cy="658500"/>
          </a:xfrm>
        </p:grpSpPr>
        <p:sp>
          <p:nvSpPr>
            <p:cNvPr id="1885" name="Google Shape;1885;p38"/>
            <p:cNvSpPr/>
            <p:nvPr/>
          </p:nvSpPr>
          <p:spPr>
            <a:xfrm>
              <a:off x="4724072" y="1300977"/>
              <a:ext cx="3766648" cy="658500"/>
            </a:xfrm>
            <a:prstGeom prst="roundRect">
              <a:avLst>
                <a:gd name="adj" fmla="val 50000"/>
              </a:avLst>
            </a:prstGeom>
            <a:solidFill>
              <a:schemeClr val="accent4"/>
            </a:solidFill>
            <a:ln>
              <a:noFill/>
            </a:ln>
          </p:spPr>
          <p:txBody>
            <a:bodyPr spcFirstLastPara="1" wrap="square" lIns="91425" tIns="91425" rIns="0" bIns="91425" anchor="ctr" anchorCtr="0">
              <a:noAutofit/>
            </a:bodyPr>
            <a:lstStyle/>
            <a:p>
              <a:pPr>
                <a:buClr>
                  <a:schemeClr val="dk1"/>
                </a:buClr>
                <a:buSzPts val="1100"/>
              </a:pPr>
              <a:endParaRPr lang="en-IN" dirty="0"/>
            </a:p>
            <a:p>
              <a:pPr>
                <a:buClr>
                  <a:schemeClr val="dk1"/>
                </a:buClr>
                <a:buSzPts val="1100"/>
              </a:pPr>
              <a:r>
                <a:rPr lang="en-IN" dirty="0"/>
                <a:t>Systems retrieve and rank relevant candidates for job openings. </a:t>
              </a:r>
            </a:p>
            <a:p>
              <a:pPr marL="0" lvl="0" indent="0" rtl="0">
                <a:spcBef>
                  <a:spcPts val="0"/>
                </a:spcBef>
                <a:spcAft>
                  <a:spcPts val="0"/>
                </a:spcAft>
                <a:buClr>
                  <a:schemeClr val="dk1"/>
                </a:buClr>
                <a:buSzPts val="1100"/>
                <a:buFont typeface="Arial" panose="020B0604020202020204"/>
                <a:buNone/>
              </a:pPr>
              <a:endParaRPr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1886" name="Google Shape;1886;p38"/>
            <p:cNvSpPr txBox="1"/>
            <p:nvPr/>
          </p:nvSpPr>
          <p:spPr>
            <a:xfrm>
              <a:off x="3090206" y="1400488"/>
              <a:ext cx="1633866" cy="473400"/>
            </a:xfrm>
            <a:prstGeom prst="rect">
              <a:avLst/>
            </a:prstGeom>
            <a:noFill/>
            <a:ln>
              <a:noFill/>
            </a:ln>
          </p:spPr>
          <p:txBody>
            <a:bodyPr spcFirstLastPara="1" wrap="square" lIns="91425" tIns="91425" rIns="91425" bIns="91425" anchor="ctr" anchorCtr="0">
              <a:noAutofit/>
            </a:bodyPr>
            <a:lstStyle/>
            <a:p>
              <a:pPr lvl="0" algn="ctr"/>
              <a:r>
                <a:rPr lang="en-IN" sz="1600" b="1" dirty="0"/>
                <a:t>Candidate Search </a:t>
              </a:r>
            </a:p>
            <a:p>
              <a:pPr lvl="0" algn="ctr"/>
              <a:r>
                <a:rPr lang="en-IN" sz="1600" b="1" dirty="0"/>
                <a:t>&amp; Ranking</a:t>
              </a:r>
              <a:endParaRPr sz="16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sp>
        <p:nvSpPr>
          <p:cNvPr id="1887" name="Google Shape;1887;p38"/>
          <p:cNvSpPr/>
          <p:nvPr/>
        </p:nvSpPr>
        <p:spPr>
          <a:xfrm>
            <a:off x="1506599" y="1991971"/>
            <a:ext cx="658500" cy="658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800" u="sng">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02</a:t>
            </a:r>
            <a:endParaRPr sz="1800" u="sng">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nvGrpSpPr>
          <p:cNvPr id="1888" name="Google Shape;1888;p38"/>
          <p:cNvGrpSpPr/>
          <p:nvPr/>
        </p:nvGrpSpPr>
        <p:grpSpPr>
          <a:xfrm>
            <a:off x="2170165" y="1994877"/>
            <a:ext cx="6703902" cy="661632"/>
            <a:chOff x="3008538" y="2085524"/>
            <a:chExt cx="5122377" cy="661632"/>
          </a:xfrm>
        </p:grpSpPr>
        <p:sp>
          <p:nvSpPr>
            <p:cNvPr id="1889" name="Google Shape;1889;p38"/>
            <p:cNvSpPr/>
            <p:nvPr/>
          </p:nvSpPr>
          <p:spPr>
            <a:xfrm>
              <a:off x="4562900" y="2085524"/>
              <a:ext cx="3568015" cy="658500"/>
            </a:xfrm>
            <a:prstGeom prst="roundRect">
              <a:avLst>
                <a:gd name="adj" fmla="val 50000"/>
              </a:avLst>
            </a:prstGeom>
            <a:solidFill>
              <a:schemeClr val="accent1"/>
            </a:solidFill>
            <a:ln>
              <a:noFill/>
            </a:ln>
          </p:spPr>
          <p:txBody>
            <a:bodyPr spcFirstLastPara="1" wrap="square" lIns="91425" tIns="91425" rIns="0" bIns="91425" anchor="ctr" anchorCtr="0">
              <a:noAutofit/>
            </a:bodyPr>
            <a:lstStyle/>
            <a:p>
              <a:pPr lvl="0"/>
              <a:r>
                <a:rPr lang="en-IN" dirty="0"/>
                <a:t>AI/ML is used to recommend suitable jobs or candidates. </a:t>
              </a:r>
            </a:p>
          </p:txBody>
        </p:sp>
        <p:sp>
          <p:nvSpPr>
            <p:cNvPr id="1890" name="Google Shape;1890;p38"/>
            <p:cNvSpPr txBox="1"/>
            <p:nvPr/>
          </p:nvSpPr>
          <p:spPr>
            <a:xfrm>
              <a:off x="3008538" y="2273756"/>
              <a:ext cx="1618432" cy="473400"/>
            </a:xfrm>
            <a:prstGeom prst="rect">
              <a:avLst/>
            </a:prstGeom>
            <a:noFill/>
            <a:ln>
              <a:noFill/>
            </a:ln>
          </p:spPr>
          <p:txBody>
            <a:bodyPr spcFirstLastPara="1" wrap="square" lIns="91425" tIns="91425" rIns="91425" bIns="91425" anchor="ctr" anchorCtr="0">
              <a:noAutofit/>
            </a:bodyPr>
            <a:lstStyle/>
            <a:p>
              <a:pPr lvl="0" algn="ctr"/>
              <a:r>
                <a:rPr lang="en-IN" sz="1600" b="1" dirty="0"/>
                <a:t>Job &amp; Candidate Recommendations</a:t>
              </a:r>
              <a:br>
                <a:rPr lang="en-IN" sz="1600" dirty="0"/>
              </a:br>
              <a:endParaRPr sz="1600"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sp>
        <p:nvSpPr>
          <p:cNvPr id="1891" name="Google Shape;1891;p38"/>
          <p:cNvSpPr/>
          <p:nvPr/>
        </p:nvSpPr>
        <p:spPr>
          <a:xfrm>
            <a:off x="1513648" y="3122287"/>
            <a:ext cx="658500" cy="658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800" u="sng"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03</a:t>
            </a:r>
            <a:endParaRPr sz="1800" u="sng"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nvGrpSpPr>
          <p:cNvPr id="1892" name="Google Shape;1892;p38"/>
          <p:cNvGrpSpPr/>
          <p:nvPr/>
        </p:nvGrpSpPr>
        <p:grpSpPr>
          <a:xfrm>
            <a:off x="2236056" y="3082013"/>
            <a:ext cx="6638010" cy="710270"/>
            <a:chOff x="3024660" y="3014850"/>
            <a:chExt cx="5445890" cy="710270"/>
          </a:xfrm>
        </p:grpSpPr>
        <p:sp>
          <p:nvSpPr>
            <p:cNvPr id="1893" name="Google Shape;1893;p38"/>
            <p:cNvSpPr/>
            <p:nvPr/>
          </p:nvSpPr>
          <p:spPr>
            <a:xfrm>
              <a:off x="4708329" y="3014850"/>
              <a:ext cx="3762221" cy="658500"/>
            </a:xfrm>
            <a:prstGeom prst="roundRect">
              <a:avLst>
                <a:gd name="adj" fmla="val 50000"/>
              </a:avLst>
            </a:prstGeom>
            <a:solidFill>
              <a:schemeClr val="accent3"/>
            </a:solidFill>
            <a:ln>
              <a:noFill/>
            </a:ln>
          </p:spPr>
          <p:txBody>
            <a:bodyPr spcFirstLastPara="1" wrap="square" lIns="91425" tIns="91425" rIns="0" bIns="91425" anchor="ctr" anchorCtr="0">
              <a:noAutofit/>
            </a:bodyPr>
            <a:lstStyle/>
            <a:p>
              <a:pPr lvl="0"/>
              <a:r>
                <a:rPr lang="en-IN" dirty="0"/>
                <a:t>Recruiter interactions and human feedback are used to improve recommendations and screening. </a:t>
              </a:r>
            </a:p>
          </p:txBody>
        </p:sp>
        <p:sp>
          <p:nvSpPr>
            <p:cNvPr id="1894" name="Google Shape;1894;p38"/>
            <p:cNvSpPr txBox="1"/>
            <p:nvPr/>
          </p:nvSpPr>
          <p:spPr>
            <a:xfrm>
              <a:off x="3024660" y="3251720"/>
              <a:ext cx="1737727" cy="473400"/>
            </a:xfrm>
            <a:prstGeom prst="rect">
              <a:avLst/>
            </a:prstGeom>
            <a:noFill/>
            <a:ln>
              <a:noFill/>
            </a:ln>
          </p:spPr>
          <p:txBody>
            <a:bodyPr spcFirstLastPara="1" wrap="square" lIns="91425" tIns="91425" rIns="91425" bIns="91425" anchor="ctr" anchorCtr="0">
              <a:noAutofit/>
            </a:bodyPr>
            <a:lstStyle/>
            <a:p>
              <a:pPr lvl="0" algn="ctr">
                <a:buClr>
                  <a:schemeClr val="dk1"/>
                </a:buClr>
                <a:buSzPts val="1100"/>
              </a:pPr>
              <a:r>
                <a:rPr lang="en-IN" sz="1600" b="1" dirty="0"/>
                <a:t>Recruiter Feedback &amp; Screening</a:t>
              </a:r>
              <a:br>
                <a:rPr lang="en-IN" sz="1600" dirty="0"/>
              </a:br>
              <a:endParaRPr sz="1600"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sp>
        <p:nvSpPr>
          <p:cNvPr id="1895" name="Google Shape;1895;p38"/>
          <p:cNvSpPr/>
          <p:nvPr/>
        </p:nvSpPr>
        <p:spPr>
          <a:xfrm>
            <a:off x="1513648" y="4180139"/>
            <a:ext cx="658500" cy="6585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panose="020B0604020202020204"/>
              <a:buNone/>
            </a:pPr>
            <a:r>
              <a:rPr lang="en-GB" sz="1800" u="sng"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04</a:t>
            </a:r>
            <a:endParaRPr sz="1800" u="sng" dirty="0">
              <a:solidFill>
                <a:schemeClr val="dk1"/>
              </a:solidFill>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nvGrpSpPr>
          <p:cNvPr id="1896" name="Google Shape;1896;p38"/>
          <p:cNvGrpSpPr/>
          <p:nvPr/>
        </p:nvGrpSpPr>
        <p:grpSpPr>
          <a:xfrm>
            <a:off x="2170165" y="4168383"/>
            <a:ext cx="6669637" cy="670256"/>
            <a:chOff x="3313354" y="3731956"/>
            <a:chExt cx="5129085" cy="670256"/>
          </a:xfrm>
        </p:grpSpPr>
        <p:sp>
          <p:nvSpPr>
            <p:cNvPr id="1897" name="Google Shape;1897;p38"/>
            <p:cNvSpPr/>
            <p:nvPr/>
          </p:nvSpPr>
          <p:spPr>
            <a:xfrm>
              <a:off x="4877748" y="3731956"/>
              <a:ext cx="3564691" cy="658500"/>
            </a:xfrm>
            <a:prstGeom prst="roundRect">
              <a:avLst>
                <a:gd name="adj" fmla="val 50000"/>
              </a:avLst>
            </a:prstGeom>
            <a:solidFill>
              <a:schemeClr val="accent5"/>
            </a:solidFill>
            <a:ln>
              <a:noFill/>
            </a:ln>
          </p:spPr>
          <p:txBody>
            <a:bodyPr spcFirstLastPara="1" wrap="square" lIns="91425" tIns="91425" rIns="0" bIns="91425" anchor="ctr" anchorCtr="0">
              <a:noAutofit/>
            </a:bodyPr>
            <a:lstStyle/>
            <a:p>
              <a:pPr lvl="0">
                <a:buClr>
                  <a:schemeClr val="dk1"/>
                </a:buClr>
                <a:buSzPts val="1100"/>
              </a:pPr>
              <a:r>
                <a:rPr lang="en-IN" dirty="0"/>
                <a:t>Existing systems focus on individual recruitment functions rather than an integrated end-to-end workflow. </a:t>
              </a:r>
              <a:endParaRPr dirty="0">
                <a:solidFill>
                  <a:schemeClr val="dk1"/>
                </a:solidFill>
                <a:latin typeface="Roboto" panose="02000000000000000000"/>
                <a:ea typeface="Roboto" panose="02000000000000000000"/>
                <a:cs typeface="Roboto" panose="02000000000000000000"/>
                <a:sym typeface="Roboto" panose="02000000000000000000"/>
              </a:endParaRPr>
            </a:p>
          </p:txBody>
        </p:sp>
        <p:sp>
          <p:nvSpPr>
            <p:cNvPr id="1898" name="Google Shape;1898;p38"/>
            <p:cNvSpPr txBox="1"/>
            <p:nvPr/>
          </p:nvSpPr>
          <p:spPr>
            <a:xfrm>
              <a:off x="3313354" y="3928812"/>
              <a:ext cx="1511241" cy="473400"/>
            </a:xfrm>
            <a:prstGeom prst="rect">
              <a:avLst/>
            </a:prstGeom>
            <a:noFill/>
            <a:ln>
              <a:noFill/>
            </a:ln>
          </p:spPr>
          <p:txBody>
            <a:bodyPr spcFirstLastPara="1" wrap="square" lIns="91425" tIns="91425" rIns="91425" bIns="91425" anchor="ctr" anchorCtr="0">
              <a:noAutofit/>
            </a:bodyPr>
            <a:lstStyle/>
            <a:p>
              <a:pPr lvl="0" algn="ctr">
                <a:buClr>
                  <a:schemeClr val="dk1"/>
                </a:buClr>
                <a:buSzPts val="1100"/>
              </a:pPr>
              <a:r>
                <a:rPr lang="en-IN" sz="1600" b="1" dirty="0"/>
                <a:t>Limited End-to-End Support</a:t>
              </a:r>
              <a:br>
                <a:rPr lang="en-IN" sz="1600" dirty="0"/>
              </a:br>
              <a:endParaRPr sz="1600"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grpSp>
      <p:pic>
        <p:nvPicPr>
          <p:cNvPr id="3" name="Picture 2"/>
          <p:cNvPicPr>
            <a:picLocks noChangeAspect="1"/>
          </p:cNvPicPr>
          <p:nvPr/>
        </p:nvPicPr>
        <p:blipFill>
          <a:blip r:embed="rId3"/>
          <a:srcRect l="1773"/>
          <a:stretch>
            <a:fillRect/>
          </a:stretch>
        </p:blipFill>
        <p:spPr>
          <a:xfrm>
            <a:off x="1" y="5080"/>
            <a:ext cx="1587166" cy="7608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20"/>
          <p:cNvSpPr txBox="1">
            <a:spLocks noGrp="1"/>
          </p:cNvSpPr>
          <p:nvPr>
            <p:ph type="title"/>
          </p:nvPr>
        </p:nvSpPr>
        <p:spPr>
          <a:xfrm>
            <a:off x="665409" y="248602"/>
            <a:ext cx="7704000" cy="388500"/>
          </a:xfrm>
          <a:prstGeom prst="rect">
            <a:avLst/>
          </a:prstGeom>
        </p:spPr>
        <p:txBody>
          <a:bodyPr spcFirstLastPara="1" wrap="square" lIns="91425" tIns="91425" rIns="91425" bIns="91425" anchor="ctr" anchorCtr="0">
            <a:noAutofit/>
          </a:bodyPr>
          <a:lstStyle/>
          <a:p>
            <a:pPr lvl="0"/>
            <a:r>
              <a:rPr lang="en-IN" dirty="0"/>
              <a:t>INNOVATION &amp; NOVELTY</a:t>
            </a:r>
            <a:endParaRPr dirty="0"/>
          </a:p>
        </p:txBody>
      </p:sp>
      <p:sp>
        <p:nvSpPr>
          <p:cNvPr id="421" name="Google Shape;421;p20"/>
          <p:cNvSpPr/>
          <p:nvPr/>
        </p:nvSpPr>
        <p:spPr>
          <a:xfrm>
            <a:off x="-587453" y="4068203"/>
            <a:ext cx="2458718" cy="51800"/>
          </a:xfrm>
          <a:custGeom>
            <a:avLst/>
            <a:gdLst/>
            <a:ahLst/>
            <a:cxnLst/>
            <a:rect l="l" t="t" r="r" b="b"/>
            <a:pathLst>
              <a:path w="55489" h="1" fill="none" extrusionOk="0">
                <a:moveTo>
                  <a:pt x="55488" y="0"/>
                </a:moveTo>
                <a:lnTo>
                  <a:pt x="1" y="0"/>
                </a:lnTo>
              </a:path>
            </a:pathLst>
          </a:custGeom>
          <a:noFill/>
          <a:ln w="19050" cap="rnd" cmpd="sng">
            <a:solidFill>
              <a:schemeClr val="accent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423;p20"/>
          <p:cNvGrpSpPr/>
          <p:nvPr/>
        </p:nvGrpSpPr>
        <p:grpSpPr>
          <a:xfrm>
            <a:off x="-607283" y="1338065"/>
            <a:ext cx="2059615" cy="2728790"/>
            <a:chOff x="1002469" y="1874709"/>
            <a:chExt cx="2059615" cy="2728790"/>
          </a:xfrm>
        </p:grpSpPr>
        <p:sp>
          <p:nvSpPr>
            <p:cNvPr id="424" name="Google Shape;424;p20"/>
            <p:cNvSpPr/>
            <p:nvPr/>
          </p:nvSpPr>
          <p:spPr>
            <a:xfrm flipH="1">
              <a:off x="1247170" y="1874709"/>
              <a:ext cx="72733" cy="819386"/>
            </a:xfrm>
            <a:custGeom>
              <a:avLst/>
              <a:gdLst/>
              <a:ahLst/>
              <a:cxnLst/>
              <a:rect l="l" t="t" r="r" b="b"/>
              <a:pathLst>
                <a:path w="994" h="11198" extrusionOk="0">
                  <a:moveTo>
                    <a:pt x="472" y="1"/>
                  </a:moveTo>
                  <a:cubicBezTo>
                    <a:pt x="431" y="1"/>
                    <a:pt x="384" y="76"/>
                    <a:pt x="331" y="230"/>
                  </a:cubicBezTo>
                  <a:cubicBezTo>
                    <a:pt x="0" y="1184"/>
                    <a:pt x="331" y="11198"/>
                    <a:pt x="331" y="11198"/>
                  </a:cubicBezTo>
                  <a:lnTo>
                    <a:pt x="994" y="11198"/>
                  </a:lnTo>
                  <a:cubicBezTo>
                    <a:pt x="994" y="11198"/>
                    <a:pt x="987" y="9293"/>
                    <a:pt x="861" y="5327"/>
                  </a:cubicBezTo>
                  <a:cubicBezTo>
                    <a:pt x="756" y="2003"/>
                    <a:pt x="686" y="1"/>
                    <a:pt x="472" y="1"/>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0"/>
            <p:cNvSpPr/>
            <p:nvPr/>
          </p:nvSpPr>
          <p:spPr>
            <a:xfrm flipH="1">
              <a:off x="1323781" y="2298813"/>
              <a:ext cx="81221" cy="395278"/>
            </a:xfrm>
            <a:custGeom>
              <a:avLst/>
              <a:gdLst/>
              <a:ahLst/>
              <a:cxnLst/>
              <a:rect l="l" t="t" r="r" b="b"/>
              <a:pathLst>
                <a:path w="1110" h="5402" extrusionOk="0">
                  <a:moveTo>
                    <a:pt x="165" y="1"/>
                  </a:moveTo>
                  <a:cubicBezTo>
                    <a:pt x="1" y="1"/>
                    <a:pt x="109" y="2091"/>
                    <a:pt x="660" y="5402"/>
                  </a:cubicBezTo>
                  <a:lnTo>
                    <a:pt x="1110" y="5402"/>
                  </a:lnTo>
                  <a:cubicBezTo>
                    <a:pt x="661" y="1606"/>
                    <a:pt x="308" y="1"/>
                    <a:pt x="165" y="1"/>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0"/>
            <p:cNvSpPr/>
            <p:nvPr/>
          </p:nvSpPr>
          <p:spPr>
            <a:xfrm flipH="1">
              <a:off x="1210437" y="2145445"/>
              <a:ext cx="72148" cy="548647"/>
            </a:xfrm>
            <a:custGeom>
              <a:avLst/>
              <a:gdLst/>
              <a:ahLst/>
              <a:cxnLst/>
              <a:rect l="l" t="t" r="r" b="b"/>
              <a:pathLst>
                <a:path w="986" h="7498" extrusionOk="0">
                  <a:moveTo>
                    <a:pt x="773" y="0"/>
                  </a:moveTo>
                  <a:cubicBezTo>
                    <a:pt x="678" y="0"/>
                    <a:pt x="533" y="436"/>
                    <a:pt x="335" y="1220"/>
                  </a:cubicBezTo>
                  <a:cubicBezTo>
                    <a:pt x="0" y="2548"/>
                    <a:pt x="481" y="7498"/>
                    <a:pt x="481" y="7498"/>
                  </a:cubicBezTo>
                  <a:lnTo>
                    <a:pt x="727" y="7498"/>
                  </a:lnTo>
                  <a:cubicBezTo>
                    <a:pt x="953" y="2178"/>
                    <a:pt x="986" y="0"/>
                    <a:pt x="773" y="0"/>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0"/>
            <p:cNvSpPr/>
            <p:nvPr/>
          </p:nvSpPr>
          <p:spPr>
            <a:xfrm flipH="1">
              <a:off x="1283316" y="2094810"/>
              <a:ext cx="111808" cy="599283"/>
            </a:xfrm>
            <a:custGeom>
              <a:avLst/>
              <a:gdLst/>
              <a:ahLst/>
              <a:cxnLst/>
              <a:rect l="l" t="t" r="r" b="b"/>
              <a:pathLst>
                <a:path w="1528" h="8190" extrusionOk="0">
                  <a:moveTo>
                    <a:pt x="760" y="1"/>
                  </a:moveTo>
                  <a:cubicBezTo>
                    <a:pt x="636" y="1"/>
                    <a:pt x="1" y="1017"/>
                    <a:pt x="898" y="8190"/>
                  </a:cubicBezTo>
                  <a:lnTo>
                    <a:pt x="1528" y="8190"/>
                  </a:lnTo>
                  <a:cubicBezTo>
                    <a:pt x="1528" y="8190"/>
                    <a:pt x="873" y="131"/>
                    <a:pt x="775" y="7"/>
                  </a:cubicBezTo>
                  <a:cubicBezTo>
                    <a:pt x="771" y="3"/>
                    <a:pt x="766" y="1"/>
                    <a:pt x="760" y="1"/>
                  </a:cubicBez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0"/>
            <p:cNvSpPr/>
            <p:nvPr/>
          </p:nvSpPr>
          <p:spPr>
            <a:xfrm flipH="1">
              <a:off x="1076311" y="2694160"/>
              <a:ext cx="409400" cy="404205"/>
            </a:xfrm>
            <a:custGeom>
              <a:avLst/>
              <a:gdLst/>
              <a:ahLst/>
              <a:cxnLst/>
              <a:rect l="l" t="t" r="r" b="b"/>
              <a:pathLst>
                <a:path w="5595" h="5524" extrusionOk="0">
                  <a:moveTo>
                    <a:pt x="1465" y="0"/>
                  </a:moveTo>
                  <a:cubicBezTo>
                    <a:pt x="1465" y="1575"/>
                    <a:pt x="489" y="2128"/>
                    <a:pt x="148" y="3127"/>
                  </a:cubicBezTo>
                  <a:cubicBezTo>
                    <a:pt x="89" y="3295"/>
                    <a:pt x="49" y="3474"/>
                    <a:pt x="35" y="3674"/>
                  </a:cubicBezTo>
                  <a:cubicBezTo>
                    <a:pt x="1" y="4150"/>
                    <a:pt x="110" y="4734"/>
                    <a:pt x="467" y="5524"/>
                  </a:cubicBezTo>
                  <a:lnTo>
                    <a:pt x="5013" y="5524"/>
                  </a:lnTo>
                  <a:cubicBezTo>
                    <a:pt x="5449" y="4781"/>
                    <a:pt x="5594" y="4182"/>
                    <a:pt x="5569" y="3673"/>
                  </a:cubicBezTo>
                  <a:cubicBezTo>
                    <a:pt x="5560" y="3476"/>
                    <a:pt x="5524" y="3294"/>
                    <a:pt x="5469" y="3121"/>
                  </a:cubicBezTo>
                  <a:cubicBezTo>
                    <a:pt x="5114" y="1966"/>
                    <a:pt x="3931" y="1248"/>
                    <a:pt x="3931" y="0"/>
                  </a:cubicBezTo>
                  <a:close/>
                </a:path>
              </a:pathLst>
            </a:custGeom>
            <a:solidFill>
              <a:srgbClr val="ECE8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0"/>
            <p:cNvSpPr/>
            <p:nvPr/>
          </p:nvSpPr>
          <p:spPr>
            <a:xfrm flipH="1">
              <a:off x="1159508" y="2694160"/>
              <a:ext cx="326203" cy="404205"/>
            </a:xfrm>
            <a:custGeom>
              <a:avLst/>
              <a:gdLst/>
              <a:ahLst/>
              <a:cxnLst/>
              <a:rect l="l" t="t" r="r" b="b"/>
              <a:pathLst>
                <a:path w="4458" h="5524" extrusionOk="0">
                  <a:moveTo>
                    <a:pt x="1465" y="0"/>
                  </a:moveTo>
                  <a:cubicBezTo>
                    <a:pt x="1465" y="1575"/>
                    <a:pt x="489" y="2128"/>
                    <a:pt x="147" y="3127"/>
                  </a:cubicBezTo>
                  <a:cubicBezTo>
                    <a:pt x="89" y="3295"/>
                    <a:pt x="49" y="3474"/>
                    <a:pt x="35" y="3674"/>
                  </a:cubicBezTo>
                  <a:cubicBezTo>
                    <a:pt x="1" y="4150"/>
                    <a:pt x="110" y="4734"/>
                    <a:pt x="467" y="5524"/>
                  </a:cubicBezTo>
                  <a:lnTo>
                    <a:pt x="3877" y="5524"/>
                  </a:lnTo>
                  <a:cubicBezTo>
                    <a:pt x="4313" y="4781"/>
                    <a:pt x="4458" y="4182"/>
                    <a:pt x="4433" y="3673"/>
                  </a:cubicBezTo>
                  <a:cubicBezTo>
                    <a:pt x="4422" y="3476"/>
                    <a:pt x="4388" y="3294"/>
                    <a:pt x="4333" y="3121"/>
                  </a:cubicBezTo>
                  <a:cubicBezTo>
                    <a:pt x="3978" y="1966"/>
                    <a:pt x="2794" y="1248"/>
                    <a:pt x="27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0"/>
            <p:cNvSpPr/>
            <p:nvPr/>
          </p:nvSpPr>
          <p:spPr>
            <a:xfrm flipH="1">
              <a:off x="1107410" y="2010296"/>
              <a:ext cx="150077" cy="683797"/>
            </a:xfrm>
            <a:custGeom>
              <a:avLst/>
              <a:gdLst/>
              <a:ahLst/>
              <a:cxnLst/>
              <a:rect l="l" t="t" r="r" b="b"/>
              <a:pathLst>
                <a:path w="2051" h="9345" extrusionOk="0">
                  <a:moveTo>
                    <a:pt x="1813" y="0"/>
                  </a:moveTo>
                  <a:cubicBezTo>
                    <a:pt x="1701" y="0"/>
                    <a:pt x="1460" y="746"/>
                    <a:pt x="1107" y="2318"/>
                  </a:cubicBezTo>
                  <a:cubicBezTo>
                    <a:pt x="0" y="7237"/>
                    <a:pt x="246" y="9345"/>
                    <a:pt x="246" y="9345"/>
                  </a:cubicBezTo>
                  <a:lnTo>
                    <a:pt x="621" y="9345"/>
                  </a:lnTo>
                  <a:cubicBezTo>
                    <a:pt x="1704" y="3377"/>
                    <a:pt x="2051" y="0"/>
                    <a:pt x="1813" y="0"/>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0"/>
            <p:cNvSpPr/>
            <p:nvPr/>
          </p:nvSpPr>
          <p:spPr>
            <a:xfrm flipH="1">
              <a:off x="1327146" y="2451010"/>
              <a:ext cx="127320" cy="243079"/>
            </a:xfrm>
            <a:custGeom>
              <a:avLst/>
              <a:gdLst/>
              <a:ahLst/>
              <a:cxnLst/>
              <a:rect l="l" t="t" r="r" b="b"/>
              <a:pathLst>
                <a:path w="1740" h="3322" extrusionOk="0">
                  <a:moveTo>
                    <a:pt x="329" y="1"/>
                  </a:moveTo>
                  <a:cubicBezTo>
                    <a:pt x="0" y="1"/>
                    <a:pt x="409" y="1094"/>
                    <a:pt x="1259" y="3322"/>
                  </a:cubicBezTo>
                  <a:lnTo>
                    <a:pt x="1526" y="3322"/>
                  </a:lnTo>
                  <a:cubicBezTo>
                    <a:pt x="1526" y="3322"/>
                    <a:pt x="1740" y="1009"/>
                    <a:pt x="774" y="248"/>
                  </a:cubicBezTo>
                  <a:cubicBezTo>
                    <a:pt x="566" y="83"/>
                    <a:pt x="420" y="1"/>
                    <a:pt x="329" y="1"/>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0"/>
            <p:cNvSpPr/>
            <p:nvPr/>
          </p:nvSpPr>
          <p:spPr>
            <a:xfrm flipH="1">
              <a:off x="1120801" y="2485328"/>
              <a:ext cx="126442" cy="208761"/>
            </a:xfrm>
            <a:custGeom>
              <a:avLst/>
              <a:gdLst/>
              <a:ahLst/>
              <a:cxnLst/>
              <a:rect l="l" t="t" r="r" b="b"/>
              <a:pathLst>
                <a:path w="1728" h="2853" extrusionOk="0">
                  <a:moveTo>
                    <a:pt x="1533" y="0"/>
                  </a:moveTo>
                  <a:cubicBezTo>
                    <a:pt x="1330" y="0"/>
                    <a:pt x="667" y="1004"/>
                    <a:pt x="1" y="2853"/>
                  </a:cubicBezTo>
                  <a:lnTo>
                    <a:pt x="481" y="2853"/>
                  </a:lnTo>
                  <a:cubicBezTo>
                    <a:pt x="1506" y="906"/>
                    <a:pt x="1727" y="0"/>
                    <a:pt x="1533" y="0"/>
                  </a:cubicBez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0"/>
            <p:cNvSpPr/>
            <p:nvPr/>
          </p:nvSpPr>
          <p:spPr>
            <a:xfrm flipH="1">
              <a:off x="1078213" y="2862968"/>
              <a:ext cx="404937" cy="101929"/>
            </a:xfrm>
            <a:custGeom>
              <a:avLst/>
              <a:gdLst/>
              <a:ahLst/>
              <a:cxnLst/>
              <a:rect l="l" t="t" r="r" b="b"/>
              <a:pathLst>
                <a:path w="5534" h="1393" extrusionOk="0">
                  <a:moveTo>
                    <a:pt x="1491" y="0"/>
                  </a:moveTo>
                  <a:cubicBezTo>
                    <a:pt x="1034" y="0"/>
                    <a:pt x="801" y="305"/>
                    <a:pt x="632" y="528"/>
                  </a:cubicBezTo>
                  <a:cubicBezTo>
                    <a:pt x="466" y="746"/>
                    <a:pt x="381" y="836"/>
                    <a:pt x="216" y="836"/>
                  </a:cubicBezTo>
                  <a:cubicBezTo>
                    <a:pt x="177" y="836"/>
                    <a:pt x="144" y="830"/>
                    <a:pt x="112" y="821"/>
                  </a:cubicBezTo>
                  <a:cubicBezTo>
                    <a:pt x="54" y="988"/>
                    <a:pt x="14" y="1167"/>
                    <a:pt x="1" y="1367"/>
                  </a:cubicBezTo>
                  <a:cubicBezTo>
                    <a:pt x="66" y="1383"/>
                    <a:pt x="138" y="1392"/>
                    <a:pt x="216" y="1392"/>
                  </a:cubicBezTo>
                  <a:cubicBezTo>
                    <a:pt x="673" y="1392"/>
                    <a:pt x="906" y="1088"/>
                    <a:pt x="1076" y="865"/>
                  </a:cubicBezTo>
                  <a:cubicBezTo>
                    <a:pt x="1241" y="646"/>
                    <a:pt x="1326" y="557"/>
                    <a:pt x="1491" y="557"/>
                  </a:cubicBezTo>
                  <a:cubicBezTo>
                    <a:pt x="1655" y="557"/>
                    <a:pt x="1739" y="646"/>
                    <a:pt x="1906" y="865"/>
                  </a:cubicBezTo>
                  <a:cubicBezTo>
                    <a:pt x="2076" y="1088"/>
                    <a:pt x="2308" y="1392"/>
                    <a:pt x="2764" y="1392"/>
                  </a:cubicBezTo>
                  <a:cubicBezTo>
                    <a:pt x="3220" y="1392"/>
                    <a:pt x="3453" y="1088"/>
                    <a:pt x="3623" y="865"/>
                  </a:cubicBezTo>
                  <a:cubicBezTo>
                    <a:pt x="3788" y="646"/>
                    <a:pt x="3874" y="557"/>
                    <a:pt x="4038" y="557"/>
                  </a:cubicBezTo>
                  <a:cubicBezTo>
                    <a:pt x="4202" y="557"/>
                    <a:pt x="4286" y="646"/>
                    <a:pt x="4454" y="865"/>
                  </a:cubicBezTo>
                  <a:cubicBezTo>
                    <a:pt x="4623" y="1088"/>
                    <a:pt x="4856" y="1392"/>
                    <a:pt x="5312" y="1392"/>
                  </a:cubicBezTo>
                  <a:cubicBezTo>
                    <a:pt x="5393" y="1392"/>
                    <a:pt x="5467" y="1383"/>
                    <a:pt x="5534" y="1366"/>
                  </a:cubicBezTo>
                  <a:cubicBezTo>
                    <a:pt x="5524" y="1169"/>
                    <a:pt x="5489" y="987"/>
                    <a:pt x="5434" y="814"/>
                  </a:cubicBezTo>
                  <a:cubicBezTo>
                    <a:pt x="5398" y="829"/>
                    <a:pt x="5358" y="836"/>
                    <a:pt x="5312" y="836"/>
                  </a:cubicBezTo>
                  <a:cubicBezTo>
                    <a:pt x="5148" y="836"/>
                    <a:pt x="5063" y="746"/>
                    <a:pt x="4896" y="528"/>
                  </a:cubicBezTo>
                  <a:cubicBezTo>
                    <a:pt x="4728" y="305"/>
                    <a:pt x="4495" y="0"/>
                    <a:pt x="4038" y="0"/>
                  </a:cubicBezTo>
                  <a:cubicBezTo>
                    <a:pt x="3581" y="0"/>
                    <a:pt x="3348" y="305"/>
                    <a:pt x="3180" y="528"/>
                  </a:cubicBezTo>
                  <a:cubicBezTo>
                    <a:pt x="3013" y="746"/>
                    <a:pt x="2929" y="836"/>
                    <a:pt x="2764" y="836"/>
                  </a:cubicBezTo>
                  <a:cubicBezTo>
                    <a:pt x="2599" y="836"/>
                    <a:pt x="2516" y="746"/>
                    <a:pt x="2349" y="528"/>
                  </a:cubicBezTo>
                  <a:cubicBezTo>
                    <a:pt x="2179" y="305"/>
                    <a:pt x="1947" y="0"/>
                    <a:pt x="1491" y="0"/>
                  </a:cubicBezTo>
                  <a:close/>
                </a:path>
              </a:pathLst>
            </a:custGeom>
            <a:solidFill>
              <a:srgbClr val="EBE2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0"/>
            <p:cNvSpPr/>
            <p:nvPr/>
          </p:nvSpPr>
          <p:spPr>
            <a:xfrm flipH="1">
              <a:off x="1002469" y="3088337"/>
              <a:ext cx="610990" cy="69368"/>
            </a:xfrm>
            <a:custGeom>
              <a:avLst/>
              <a:gdLst/>
              <a:ahLst/>
              <a:cxnLst/>
              <a:rect l="l" t="t" r="r" b="b"/>
              <a:pathLst>
                <a:path w="8350" h="948" extrusionOk="0">
                  <a:moveTo>
                    <a:pt x="0" y="1"/>
                  </a:moveTo>
                  <a:lnTo>
                    <a:pt x="0" y="947"/>
                  </a:lnTo>
                  <a:lnTo>
                    <a:pt x="8349" y="947"/>
                  </a:lnTo>
                  <a:lnTo>
                    <a:pt x="8349" y="1"/>
                  </a:lnTo>
                  <a:close/>
                </a:path>
              </a:pathLst>
            </a:custGeom>
            <a:solidFill>
              <a:srgbClr val="C19E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0"/>
            <p:cNvSpPr/>
            <p:nvPr/>
          </p:nvSpPr>
          <p:spPr>
            <a:xfrm>
              <a:off x="1604128" y="3677140"/>
              <a:ext cx="248055" cy="914949"/>
            </a:xfrm>
            <a:custGeom>
              <a:avLst/>
              <a:gdLst/>
              <a:ahLst/>
              <a:cxnLst/>
              <a:rect l="l" t="t" r="r" b="b"/>
              <a:pathLst>
                <a:path w="3390" h="12504" fill="none" extrusionOk="0">
                  <a:moveTo>
                    <a:pt x="3390" y="1"/>
                  </a:moveTo>
                  <a:lnTo>
                    <a:pt x="0" y="12504"/>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0"/>
            <p:cNvSpPr/>
            <p:nvPr/>
          </p:nvSpPr>
          <p:spPr>
            <a:xfrm>
              <a:off x="2075430" y="3677140"/>
              <a:ext cx="38855" cy="914949"/>
            </a:xfrm>
            <a:custGeom>
              <a:avLst/>
              <a:gdLst/>
              <a:ahLst/>
              <a:cxnLst/>
              <a:rect l="l" t="t" r="r" b="b"/>
              <a:pathLst>
                <a:path w="531" h="12504" fill="none" extrusionOk="0">
                  <a:moveTo>
                    <a:pt x="530" y="1"/>
                  </a:moveTo>
                  <a:lnTo>
                    <a:pt x="0" y="12504"/>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0"/>
            <p:cNvSpPr/>
            <p:nvPr/>
          </p:nvSpPr>
          <p:spPr>
            <a:xfrm>
              <a:off x="2617708" y="3677140"/>
              <a:ext cx="38928" cy="914949"/>
            </a:xfrm>
            <a:custGeom>
              <a:avLst/>
              <a:gdLst/>
              <a:ahLst/>
              <a:cxnLst/>
              <a:rect l="l" t="t" r="r" b="b"/>
              <a:pathLst>
                <a:path w="532" h="12504" fill="none" extrusionOk="0">
                  <a:moveTo>
                    <a:pt x="532" y="1"/>
                  </a:moveTo>
                  <a:lnTo>
                    <a:pt x="0" y="12504"/>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0"/>
            <p:cNvSpPr/>
            <p:nvPr/>
          </p:nvSpPr>
          <p:spPr>
            <a:xfrm>
              <a:off x="1714252" y="4111123"/>
              <a:ext cx="922047" cy="74563"/>
            </a:xfrm>
            <a:custGeom>
              <a:avLst/>
              <a:gdLst/>
              <a:ahLst/>
              <a:cxnLst/>
              <a:rect l="l" t="t" r="r" b="b"/>
              <a:pathLst>
                <a:path w="12601" h="1019" fill="none" extrusionOk="0">
                  <a:moveTo>
                    <a:pt x="1" y="1018"/>
                  </a:moveTo>
                  <a:lnTo>
                    <a:pt x="1" y="1018"/>
                  </a:lnTo>
                  <a:cubicBezTo>
                    <a:pt x="164" y="418"/>
                    <a:pt x="710" y="1"/>
                    <a:pt x="1332" y="1"/>
                  </a:cubicBezTo>
                  <a:lnTo>
                    <a:pt x="3917" y="1"/>
                  </a:lnTo>
                  <a:cubicBezTo>
                    <a:pt x="4523" y="1"/>
                    <a:pt x="5047" y="425"/>
                    <a:pt x="5172" y="1018"/>
                  </a:cubicBezTo>
                  <a:lnTo>
                    <a:pt x="5199" y="924"/>
                  </a:lnTo>
                  <a:cubicBezTo>
                    <a:pt x="5358" y="377"/>
                    <a:pt x="5860" y="1"/>
                    <a:pt x="6429" y="1"/>
                  </a:cubicBezTo>
                  <a:lnTo>
                    <a:pt x="11608" y="1"/>
                  </a:lnTo>
                  <a:cubicBezTo>
                    <a:pt x="12161" y="1"/>
                    <a:pt x="12601" y="466"/>
                    <a:pt x="12570" y="1018"/>
                  </a:cubicBez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0"/>
            <p:cNvSpPr/>
            <p:nvPr/>
          </p:nvSpPr>
          <p:spPr>
            <a:xfrm>
              <a:off x="1652861" y="2080018"/>
              <a:ext cx="940998" cy="1597722"/>
            </a:xfrm>
            <a:custGeom>
              <a:avLst/>
              <a:gdLst/>
              <a:ahLst/>
              <a:cxnLst/>
              <a:rect l="l" t="t" r="r" b="b"/>
              <a:pathLst>
                <a:path w="12860" h="21835" fill="none" extrusionOk="0">
                  <a:moveTo>
                    <a:pt x="2724" y="21828"/>
                  </a:moveTo>
                  <a:cubicBezTo>
                    <a:pt x="1" y="6251"/>
                    <a:pt x="4713" y="0"/>
                    <a:pt x="12859" y="21835"/>
                  </a:cubicBezTo>
                  <a:close/>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0"/>
            <p:cNvSpPr/>
            <p:nvPr/>
          </p:nvSpPr>
          <p:spPr>
            <a:xfrm>
              <a:off x="1815669" y="2851177"/>
              <a:ext cx="388107" cy="0"/>
            </a:xfrm>
            <a:custGeom>
              <a:avLst/>
              <a:gdLst/>
              <a:ahLst/>
              <a:cxnLst/>
              <a:rect l="l" t="t" r="r" b="b"/>
              <a:pathLst>
                <a:path w="5304" fill="none" extrusionOk="0">
                  <a:moveTo>
                    <a:pt x="5304" y="0"/>
                  </a:moveTo>
                  <a:lnTo>
                    <a:pt x="0" y="0"/>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0"/>
            <p:cNvSpPr/>
            <p:nvPr/>
          </p:nvSpPr>
          <p:spPr>
            <a:xfrm>
              <a:off x="1795693" y="3073692"/>
              <a:ext cx="538184" cy="73"/>
            </a:xfrm>
            <a:custGeom>
              <a:avLst/>
              <a:gdLst/>
              <a:ahLst/>
              <a:cxnLst/>
              <a:rect l="l" t="t" r="r" b="b"/>
              <a:pathLst>
                <a:path w="7355" h="1" fill="none" extrusionOk="0">
                  <a:moveTo>
                    <a:pt x="7354" y="1"/>
                  </a:moveTo>
                  <a:lnTo>
                    <a:pt x="0" y="1"/>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0"/>
            <p:cNvSpPr/>
            <p:nvPr/>
          </p:nvSpPr>
          <p:spPr>
            <a:xfrm>
              <a:off x="1803303" y="3296281"/>
              <a:ext cx="636381" cy="73"/>
            </a:xfrm>
            <a:custGeom>
              <a:avLst/>
              <a:gdLst/>
              <a:ahLst/>
              <a:cxnLst/>
              <a:rect l="l" t="t" r="r" b="b"/>
              <a:pathLst>
                <a:path w="8697" h="1" fill="none" extrusionOk="0">
                  <a:moveTo>
                    <a:pt x="8696" y="1"/>
                  </a:moveTo>
                  <a:lnTo>
                    <a:pt x="0" y="1"/>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0"/>
            <p:cNvSpPr/>
            <p:nvPr/>
          </p:nvSpPr>
          <p:spPr>
            <a:xfrm>
              <a:off x="1827376" y="3518870"/>
              <a:ext cx="705456" cy="73"/>
            </a:xfrm>
            <a:custGeom>
              <a:avLst/>
              <a:gdLst/>
              <a:ahLst/>
              <a:cxnLst/>
              <a:rect l="l" t="t" r="r" b="b"/>
              <a:pathLst>
                <a:path w="9641" h="1" fill="none" extrusionOk="0">
                  <a:moveTo>
                    <a:pt x="9641" y="1"/>
                  </a:moveTo>
                  <a:lnTo>
                    <a:pt x="1" y="1"/>
                  </a:lnTo>
                </a:path>
              </a:pathLst>
            </a:custGeom>
            <a:noFill/>
            <a:ln w="19050" cap="flat" cmpd="sng">
              <a:solidFill>
                <a:schemeClr val="dk1"/>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0"/>
            <p:cNvSpPr/>
            <p:nvPr/>
          </p:nvSpPr>
          <p:spPr>
            <a:xfrm>
              <a:off x="1837767" y="3622627"/>
              <a:ext cx="1053757" cy="59197"/>
            </a:xfrm>
            <a:custGeom>
              <a:avLst/>
              <a:gdLst/>
              <a:ahLst/>
              <a:cxnLst/>
              <a:rect l="l" t="t" r="r" b="b"/>
              <a:pathLst>
                <a:path w="14401" h="809" extrusionOk="0">
                  <a:moveTo>
                    <a:pt x="0" y="1"/>
                  </a:moveTo>
                  <a:lnTo>
                    <a:pt x="144" y="809"/>
                  </a:lnTo>
                  <a:lnTo>
                    <a:pt x="14401" y="809"/>
                  </a:lnTo>
                  <a:lnTo>
                    <a:pt x="14256" y="1"/>
                  </a:lnTo>
                  <a:close/>
                </a:path>
              </a:pathLst>
            </a:custGeom>
            <a:solidFill>
              <a:srgbClr val="9566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0"/>
            <p:cNvSpPr/>
            <p:nvPr/>
          </p:nvSpPr>
          <p:spPr>
            <a:xfrm>
              <a:off x="2198725" y="3622627"/>
              <a:ext cx="692797" cy="59197"/>
            </a:xfrm>
            <a:custGeom>
              <a:avLst/>
              <a:gdLst/>
              <a:ahLst/>
              <a:cxnLst/>
              <a:rect l="l" t="t" r="r" b="b"/>
              <a:pathLst>
                <a:path w="9468" h="809" extrusionOk="0">
                  <a:moveTo>
                    <a:pt x="0" y="1"/>
                  </a:moveTo>
                  <a:lnTo>
                    <a:pt x="145" y="809"/>
                  </a:lnTo>
                  <a:lnTo>
                    <a:pt x="9468" y="809"/>
                  </a:lnTo>
                  <a:lnTo>
                    <a:pt x="9323" y="1"/>
                  </a:lnTo>
                  <a:close/>
                </a:path>
              </a:pathLst>
            </a:custGeom>
            <a:solidFill>
              <a:srgbClr val="5739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0"/>
            <p:cNvSpPr/>
            <p:nvPr/>
          </p:nvSpPr>
          <p:spPr>
            <a:xfrm>
              <a:off x="2268604" y="3420307"/>
              <a:ext cx="435596" cy="988048"/>
            </a:xfrm>
            <a:custGeom>
              <a:avLst/>
              <a:gdLst/>
              <a:ahLst/>
              <a:cxnLst/>
              <a:rect l="l" t="t" r="r" b="b"/>
              <a:pathLst>
                <a:path w="5953" h="13503" extrusionOk="0">
                  <a:moveTo>
                    <a:pt x="3809" y="0"/>
                  </a:moveTo>
                  <a:cubicBezTo>
                    <a:pt x="3270" y="543"/>
                    <a:pt x="2925" y="1379"/>
                    <a:pt x="2443" y="2255"/>
                  </a:cubicBezTo>
                  <a:cubicBezTo>
                    <a:pt x="1" y="6676"/>
                    <a:pt x="1721" y="11324"/>
                    <a:pt x="1197" y="13130"/>
                  </a:cubicBezTo>
                  <a:lnTo>
                    <a:pt x="2096" y="13502"/>
                  </a:lnTo>
                  <a:lnTo>
                    <a:pt x="5376" y="3161"/>
                  </a:lnTo>
                  <a:lnTo>
                    <a:pt x="5639" y="2335"/>
                  </a:lnTo>
                  <a:cubicBezTo>
                    <a:pt x="5952" y="1345"/>
                    <a:pt x="5336" y="302"/>
                    <a:pt x="4317" y="101"/>
                  </a:cubicBezTo>
                  <a:lnTo>
                    <a:pt x="3809"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0"/>
            <p:cNvSpPr/>
            <p:nvPr/>
          </p:nvSpPr>
          <p:spPr>
            <a:xfrm>
              <a:off x="2270360" y="4240198"/>
              <a:ext cx="260494" cy="363301"/>
            </a:xfrm>
            <a:custGeom>
              <a:avLst/>
              <a:gdLst/>
              <a:ahLst/>
              <a:cxnLst/>
              <a:rect l="l" t="t" r="r" b="b"/>
              <a:pathLst>
                <a:path w="3560" h="4965" extrusionOk="0">
                  <a:moveTo>
                    <a:pt x="2094" y="1"/>
                  </a:moveTo>
                  <a:cubicBezTo>
                    <a:pt x="187" y="703"/>
                    <a:pt x="1" y="1953"/>
                    <a:pt x="1" y="1953"/>
                  </a:cubicBezTo>
                  <a:cubicBezTo>
                    <a:pt x="1222" y="2815"/>
                    <a:pt x="1611" y="4964"/>
                    <a:pt x="1611" y="4964"/>
                  </a:cubicBezTo>
                  <a:lnTo>
                    <a:pt x="3559" y="4964"/>
                  </a:lnTo>
                  <a:lnTo>
                    <a:pt x="2416" y="4572"/>
                  </a:lnTo>
                  <a:lnTo>
                    <a:pt x="2094" y="1"/>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0"/>
            <p:cNvSpPr/>
            <p:nvPr/>
          </p:nvSpPr>
          <p:spPr>
            <a:xfrm>
              <a:off x="2254409" y="4296394"/>
              <a:ext cx="276446" cy="307105"/>
            </a:xfrm>
            <a:custGeom>
              <a:avLst/>
              <a:gdLst/>
              <a:ahLst/>
              <a:cxnLst/>
              <a:rect l="l" t="t" r="r" b="b"/>
              <a:pathLst>
                <a:path w="3778" h="4197" extrusionOk="0">
                  <a:moveTo>
                    <a:pt x="978" y="1"/>
                  </a:moveTo>
                  <a:cubicBezTo>
                    <a:pt x="0" y="436"/>
                    <a:pt x="219" y="1185"/>
                    <a:pt x="219" y="1185"/>
                  </a:cubicBezTo>
                  <a:cubicBezTo>
                    <a:pt x="1360" y="2134"/>
                    <a:pt x="1829" y="4196"/>
                    <a:pt x="1829" y="4196"/>
                  </a:cubicBezTo>
                  <a:lnTo>
                    <a:pt x="3777" y="4196"/>
                  </a:lnTo>
                  <a:lnTo>
                    <a:pt x="2634" y="3804"/>
                  </a:lnTo>
                  <a:lnTo>
                    <a:pt x="978" y="1"/>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0"/>
            <p:cNvSpPr/>
            <p:nvPr/>
          </p:nvSpPr>
          <p:spPr>
            <a:xfrm>
              <a:off x="2270360" y="4383102"/>
              <a:ext cx="31976" cy="220396"/>
            </a:xfrm>
            <a:custGeom>
              <a:avLst/>
              <a:gdLst/>
              <a:ahLst/>
              <a:cxnLst/>
              <a:rect l="l" t="t" r="r" b="b"/>
              <a:pathLst>
                <a:path w="437" h="3012" extrusionOk="0">
                  <a:moveTo>
                    <a:pt x="1" y="0"/>
                  </a:moveTo>
                  <a:lnTo>
                    <a:pt x="221" y="3011"/>
                  </a:lnTo>
                  <a:lnTo>
                    <a:pt x="381" y="3011"/>
                  </a:lnTo>
                  <a:lnTo>
                    <a:pt x="436" y="0"/>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0"/>
            <p:cNvSpPr/>
            <p:nvPr/>
          </p:nvSpPr>
          <p:spPr>
            <a:xfrm>
              <a:off x="2581268" y="3460405"/>
              <a:ext cx="368570" cy="955121"/>
            </a:xfrm>
            <a:custGeom>
              <a:avLst/>
              <a:gdLst/>
              <a:ahLst/>
              <a:cxnLst/>
              <a:rect l="l" t="t" r="r" b="b"/>
              <a:pathLst>
                <a:path w="5037" h="13053" extrusionOk="0">
                  <a:moveTo>
                    <a:pt x="1247" y="0"/>
                  </a:moveTo>
                  <a:cubicBezTo>
                    <a:pt x="1083" y="0"/>
                    <a:pt x="914" y="24"/>
                    <a:pt x="747" y="74"/>
                  </a:cubicBezTo>
                  <a:lnTo>
                    <a:pt x="251" y="223"/>
                  </a:lnTo>
                  <a:cubicBezTo>
                    <a:pt x="30" y="953"/>
                    <a:pt x="114" y="1854"/>
                    <a:pt x="96" y="2854"/>
                  </a:cubicBezTo>
                  <a:cubicBezTo>
                    <a:pt x="1" y="7905"/>
                    <a:pt x="3692" y="11211"/>
                    <a:pt x="4071" y="13053"/>
                  </a:cubicBezTo>
                  <a:lnTo>
                    <a:pt x="5037" y="12998"/>
                  </a:lnTo>
                  <a:lnTo>
                    <a:pt x="3114" y="2286"/>
                  </a:lnTo>
                  <a:lnTo>
                    <a:pt x="2959" y="1432"/>
                  </a:lnTo>
                  <a:cubicBezTo>
                    <a:pt x="2805" y="582"/>
                    <a:pt x="2065" y="0"/>
                    <a:pt x="1247" y="0"/>
                  </a:cubicBez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0"/>
            <p:cNvSpPr/>
            <p:nvPr/>
          </p:nvSpPr>
          <p:spPr>
            <a:xfrm>
              <a:off x="2780150" y="4240198"/>
              <a:ext cx="281934" cy="363301"/>
            </a:xfrm>
            <a:custGeom>
              <a:avLst/>
              <a:gdLst/>
              <a:ahLst/>
              <a:cxnLst/>
              <a:rect l="l" t="t" r="r" b="b"/>
              <a:pathLst>
                <a:path w="3853" h="4965" extrusionOk="0">
                  <a:moveTo>
                    <a:pt x="1907" y="1"/>
                  </a:moveTo>
                  <a:cubicBezTo>
                    <a:pt x="0" y="703"/>
                    <a:pt x="295" y="1953"/>
                    <a:pt x="295" y="1953"/>
                  </a:cubicBezTo>
                  <a:cubicBezTo>
                    <a:pt x="1515" y="2815"/>
                    <a:pt x="1905" y="4964"/>
                    <a:pt x="1905" y="4964"/>
                  </a:cubicBezTo>
                  <a:lnTo>
                    <a:pt x="3853" y="4964"/>
                  </a:lnTo>
                  <a:lnTo>
                    <a:pt x="2710" y="4572"/>
                  </a:lnTo>
                  <a:lnTo>
                    <a:pt x="1907"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0"/>
            <p:cNvSpPr/>
            <p:nvPr/>
          </p:nvSpPr>
          <p:spPr>
            <a:xfrm>
              <a:off x="2754174" y="4301662"/>
              <a:ext cx="307910" cy="301837"/>
            </a:xfrm>
            <a:custGeom>
              <a:avLst/>
              <a:gdLst/>
              <a:ahLst/>
              <a:cxnLst/>
              <a:rect l="l" t="t" r="r" b="b"/>
              <a:pathLst>
                <a:path w="4208" h="4125" extrusionOk="0">
                  <a:moveTo>
                    <a:pt x="978" y="1"/>
                  </a:moveTo>
                  <a:cubicBezTo>
                    <a:pt x="1" y="438"/>
                    <a:pt x="650" y="1113"/>
                    <a:pt x="650" y="1113"/>
                  </a:cubicBezTo>
                  <a:cubicBezTo>
                    <a:pt x="1791" y="2062"/>
                    <a:pt x="2260" y="4124"/>
                    <a:pt x="2260" y="4124"/>
                  </a:cubicBezTo>
                  <a:lnTo>
                    <a:pt x="4208" y="4124"/>
                  </a:lnTo>
                  <a:lnTo>
                    <a:pt x="3065" y="3732"/>
                  </a:lnTo>
                  <a:lnTo>
                    <a:pt x="978" y="1"/>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0"/>
            <p:cNvSpPr/>
            <p:nvPr/>
          </p:nvSpPr>
          <p:spPr>
            <a:xfrm>
              <a:off x="2801736" y="4383102"/>
              <a:ext cx="31903" cy="220396"/>
            </a:xfrm>
            <a:custGeom>
              <a:avLst/>
              <a:gdLst/>
              <a:ahLst/>
              <a:cxnLst/>
              <a:rect l="l" t="t" r="r" b="b"/>
              <a:pathLst>
                <a:path w="436" h="3012" extrusionOk="0">
                  <a:moveTo>
                    <a:pt x="0" y="0"/>
                  </a:moveTo>
                  <a:lnTo>
                    <a:pt x="221" y="3011"/>
                  </a:lnTo>
                  <a:lnTo>
                    <a:pt x="380" y="3011"/>
                  </a:lnTo>
                  <a:lnTo>
                    <a:pt x="436" y="0"/>
                  </a:lnTo>
                  <a:close/>
                </a:path>
              </a:pathLst>
            </a:custGeom>
            <a:solidFill>
              <a:srgbClr val="2323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0"/>
            <p:cNvSpPr/>
            <p:nvPr/>
          </p:nvSpPr>
          <p:spPr>
            <a:xfrm>
              <a:off x="2343898" y="2645930"/>
              <a:ext cx="355472" cy="641650"/>
            </a:xfrm>
            <a:custGeom>
              <a:avLst/>
              <a:gdLst/>
              <a:ahLst/>
              <a:cxnLst/>
              <a:rect l="l" t="t" r="r" b="b"/>
              <a:pathLst>
                <a:path w="4858" h="8769" extrusionOk="0">
                  <a:moveTo>
                    <a:pt x="2881" y="1"/>
                  </a:moveTo>
                  <a:lnTo>
                    <a:pt x="1" y="1294"/>
                  </a:lnTo>
                  <a:lnTo>
                    <a:pt x="1933" y="7745"/>
                  </a:lnTo>
                  <a:cubicBezTo>
                    <a:pt x="2123" y="8381"/>
                    <a:pt x="2703" y="8769"/>
                    <a:pt x="3311" y="8769"/>
                  </a:cubicBezTo>
                  <a:cubicBezTo>
                    <a:pt x="3558" y="8769"/>
                    <a:pt x="3809" y="8705"/>
                    <a:pt x="4041" y="8568"/>
                  </a:cubicBezTo>
                  <a:cubicBezTo>
                    <a:pt x="4590" y="8241"/>
                    <a:pt x="4858" y="7589"/>
                    <a:pt x="4697" y="6971"/>
                  </a:cubicBezTo>
                  <a:lnTo>
                    <a:pt x="2881" y="1"/>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0"/>
            <p:cNvSpPr/>
            <p:nvPr/>
          </p:nvSpPr>
          <p:spPr>
            <a:xfrm>
              <a:off x="2372655" y="2860177"/>
              <a:ext cx="181395" cy="473426"/>
            </a:xfrm>
            <a:custGeom>
              <a:avLst/>
              <a:gdLst/>
              <a:ahLst/>
              <a:cxnLst/>
              <a:rect l="l" t="t" r="r" b="b"/>
              <a:pathLst>
                <a:path w="2479" h="6470" extrusionOk="0">
                  <a:moveTo>
                    <a:pt x="1" y="0"/>
                  </a:moveTo>
                  <a:lnTo>
                    <a:pt x="1" y="6470"/>
                  </a:lnTo>
                  <a:lnTo>
                    <a:pt x="2478" y="6470"/>
                  </a:lnTo>
                  <a:lnTo>
                    <a:pt x="2478" y="0"/>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0"/>
            <p:cNvSpPr/>
            <p:nvPr/>
          </p:nvSpPr>
          <p:spPr>
            <a:xfrm>
              <a:off x="1936696" y="3091400"/>
              <a:ext cx="893290" cy="565111"/>
            </a:xfrm>
            <a:custGeom>
              <a:avLst/>
              <a:gdLst/>
              <a:ahLst/>
              <a:cxnLst/>
              <a:rect l="l" t="t" r="r" b="b"/>
              <a:pathLst>
                <a:path w="12208" h="7723" extrusionOk="0">
                  <a:moveTo>
                    <a:pt x="2505" y="0"/>
                  </a:moveTo>
                  <a:lnTo>
                    <a:pt x="2504" y="1"/>
                  </a:lnTo>
                  <a:lnTo>
                    <a:pt x="1068" y="2784"/>
                  </a:lnTo>
                  <a:cubicBezTo>
                    <a:pt x="1" y="4851"/>
                    <a:pt x="1502" y="7314"/>
                    <a:pt x="3828" y="7314"/>
                  </a:cubicBezTo>
                  <a:lnTo>
                    <a:pt x="5564" y="7314"/>
                  </a:lnTo>
                  <a:lnTo>
                    <a:pt x="6043" y="7722"/>
                  </a:lnTo>
                  <a:lnTo>
                    <a:pt x="12207" y="7722"/>
                  </a:lnTo>
                  <a:lnTo>
                    <a:pt x="12079" y="6377"/>
                  </a:lnTo>
                  <a:cubicBezTo>
                    <a:pt x="11951" y="5046"/>
                    <a:pt x="10969" y="3958"/>
                    <a:pt x="9659" y="3692"/>
                  </a:cubicBezTo>
                  <a:lnTo>
                    <a:pt x="7991" y="3258"/>
                  </a:lnTo>
                  <a:lnTo>
                    <a:pt x="7311" y="3082"/>
                  </a:lnTo>
                  <a:lnTo>
                    <a:pt x="6386" y="0"/>
                  </a:lnTo>
                  <a:close/>
                </a:path>
              </a:pathLst>
            </a:custGeom>
            <a:solidFill>
              <a:srgbClr val="718A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0"/>
            <p:cNvSpPr/>
            <p:nvPr/>
          </p:nvSpPr>
          <p:spPr>
            <a:xfrm>
              <a:off x="2119918" y="3091400"/>
              <a:ext cx="408010" cy="290568"/>
            </a:xfrm>
            <a:custGeom>
              <a:avLst/>
              <a:gdLst/>
              <a:ahLst/>
              <a:cxnLst/>
              <a:rect l="l" t="t" r="r" b="b"/>
              <a:pathLst>
                <a:path w="5576" h="3971" extrusionOk="0">
                  <a:moveTo>
                    <a:pt x="0" y="0"/>
                  </a:moveTo>
                  <a:lnTo>
                    <a:pt x="0" y="1"/>
                  </a:lnTo>
                  <a:lnTo>
                    <a:pt x="939" y="2632"/>
                  </a:lnTo>
                  <a:lnTo>
                    <a:pt x="2835" y="3910"/>
                  </a:lnTo>
                  <a:lnTo>
                    <a:pt x="5575" y="3970"/>
                  </a:lnTo>
                  <a:lnTo>
                    <a:pt x="5487" y="3258"/>
                  </a:lnTo>
                  <a:lnTo>
                    <a:pt x="4807" y="3082"/>
                  </a:lnTo>
                  <a:lnTo>
                    <a:pt x="3882" y="0"/>
                  </a:ln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0"/>
            <p:cNvSpPr/>
            <p:nvPr/>
          </p:nvSpPr>
          <p:spPr>
            <a:xfrm>
              <a:off x="1936769" y="3091327"/>
              <a:ext cx="541330" cy="565184"/>
            </a:xfrm>
            <a:custGeom>
              <a:avLst/>
              <a:gdLst/>
              <a:ahLst/>
              <a:cxnLst/>
              <a:rect l="l" t="t" r="r" b="b"/>
              <a:pathLst>
                <a:path w="7398" h="7724" extrusionOk="0">
                  <a:moveTo>
                    <a:pt x="2503" y="0"/>
                  </a:moveTo>
                  <a:lnTo>
                    <a:pt x="1066" y="2786"/>
                  </a:lnTo>
                  <a:cubicBezTo>
                    <a:pt x="1" y="4853"/>
                    <a:pt x="1501" y="7315"/>
                    <a:pt x="3826" y="7315"/>
                  </a:cubicBezTo>
                  <a:lnTo>
                    <a:pt x="5562" y="7315"/>
                  </a:lnTo>
                  <a:lnTo>
                    <a:pt x="6041" y="7723"/>
                  </a:lnTo>
                  <a:lnTo>
                    <a:pt x="7397" y="7723"/>
                  </a:lnTo>
                  <a:lnTo>
                    <a:pt x="7086" y="6427"/>
                  </a:lnTo>
                  <a:lnTo>
                    <a:pt x="5350" y="6427"/>
                  </a:lnTo>
                  <a:cubicBezTo>
                    <a:pt x="3024" y="6427"/>
                    <a:pt x="1525" y="3965"/>
                    <a:pt x="2590" y="1898"/>
                  </a:cubicBezTo>
                  <a:lnTo>
                    <a:pt x="3569" y="0"/>
                  </a:lnTo>
                  <a:close/>
                </a:path>
              </a:pathLst>
            </a:custGeom>
            <a:solidFill>
              <a:srgbClr val="4C5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0"/>
            <p:cNvSpPr/>
            <p:nvPr/>
          </p:nvSpPr>
          <p:spPr>
            <a:xfrm>
              <a:off x="2159724" y="3343477"/>
              <a:ext cx="293934" cy="51806"/>
            </a:xfrm>
            <a:custGeom>
              <a:avLst/>
              <a:gdLst/>
              <a:ahLst/>
              <a:cxnLst/>
              <a:rect l="l" t="t" r="r" b="b"/>
              <a:pathLst>
                <a:path w="4017" h="708" fill="none" extrusionOk="0">
                  <a:moveTo>
                    <a:pt x="4016" y="1"/>
                  </a:moveTo>
                  <a:lnTo>
                    <a:pt x="0" y="707"/>
                  </a:lnTo>
                </a:path>
              </a:pathLst>
            </a:custGeom>
            <a:noFill/>
            <a:ln w="475" cap="flat" cmpd="sng">
              <a:solidFill>
                <a:srgbClr val="BAA9B6"/>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0"/>
            <p:cNvSpPr/>
            <p:nvPr/>
          </p:nvSpPr>
          <p:spPr>
            <a:xfrm>
              <a:off x="2061673" y="3230134"/>
              <a:ext cx="416425" cy="426376"/>
            </a:xfrm>
            <a:custGeom>
              <a:avLst/>
              <a:gdLst/>
              <a:ahLst/>
              <a:cxnLst/>
              <a:rect l="l" t="t" r="r" b="b"/>
              <a:pathLst>
                <a:path w="5691" h="5827" fill="none" extrusionOk="0">
                  <a:moveTo>
                    <a:pt x="883" y="1"/>
                  </a:moveTo>
                  <a:lnTo>
                    <a:pt x="718" y="456"/>
                  </a:lnTo>
                  <a:cubicBezTo>
                    <a:pt x="1" y="2438"/>
                    <a:pt x="1468" y="4530"/>
                    <a:pt x="3576" y="4530"/>
                  </a:cubicBezTo>
                  <a:lnTo>
                    <a:pt x="5379" y="4530"/>
                  </a:lnTo>
                  <a:lnTo>
                    <a:pt x="5690" y="5826"/>
                  </a:lnTo>
                </a:path>
              </a:pathLst>
            </a:custGeom>
            <a:noFill/>
            <a:ln w="475" cap="flat" cmpd="sng">
              <a:solidFill>
                <a:srgbClr val="4C5F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0"/>
            <p:cNvSpPr/>
            <p:nvPr/>
          </p:nvSpPr>
          <p:spPr>
            <a:xfrm>
              <a:off x="2453583" y="3373916"/>
              <a:ext cx="189956" cy="165004"/>
            </a:xfrm>
            <a:custGeom>
              <a:avLst/>
              <a:gdLst/>
              <a:ahLst/>
              <a:cxnLst/>
              <a:rect l="l" t="t" r="r" b="b"/>
              <a:pathLst>
                <a:path w="2596" h="2255" fill="none" extrusionOk="0">
                  <a:moveTo>
                    <a:pt x="2595" y="2254"/>
                  </a:moveTo>
                  <a:lnTo>
                    <a:pt x="2595" y="2254"/>
                  </a:lnTo>
                  <a:cubicBezTo>
                    <a:pt x="2595" y="1250"/>
                    <a:pt x="1888" y="385"/>
                    <a:pt x="903" y="184"/>
                  </a:cubicBezTo>
                  <a:lnTo>
                    <a:pt x="0" y="1"/>
                  </a:lnTo>
                </a:path>
              </a:pathLst>
            </a:custGeom>
            <a:noFill/>
            <a:ln w="475" cap="flat" cmpd="sng">
              <a:solidFill>
                <a:srgbClr val="4C5F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0"/>
            <p:cNvSpPr/>
            <p:nvPr/>
          </p:nvSpPr>
          <p:spPr>
            <a:xfrm>
              <a:off x="2343825" y="3524577"/>
              <a:ext cx="166541" cy="102076"/>
            </a:xfrm>
            <a:custGeom>
              <a:avLst/>
              <a:gdLst/>
              <a:ahLst/>
              <a:cxnLst/>
              <a:rect l="l" t="t" r="r" b="b"/>
              <a:pathLst>
                <a:path w="2276" h="1395" fill="none" extrusionOk="0">
                  <a:moveTo>
                    <a:pt x="0" y="1394"/>
                  </a:moveTo>
                  <a:lnTo>
                    <a:pt x="2275" y="1"/>
                  </a:lnTo>
                </a:path>
              </a:pathLst>
            </a:custGeom>
            <a:noFill/>
            <a:ln w="475" cap="flat" cmpd="sng">
              <a:solidFill>
                <a:srgbClr val="4C5F39"/>
              </a:solidFill>
              <a:prstDash val="solid"/>
              <a:miter lim="114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0"/>
            <p:cNvSpPr/>
            <p:nvPr/>
          </p:nvSpPr>
          <p:spPr>
            <a:xfrm>
              <a:off x="1987477" y="2565587"/>
              <a:ext cx="550257" cy="562916"/>
            </a:xfrm>
            <a:custGeom>
              <a:avLst/>
              <a:gdLst/>
              <a:ahLst/>
              <a:cxnLst/>
              <a:rect l="l" t="t" r="r" b="b"/>
              <a:pathLst>
                <a:path w="7520" h="7693" extrusionOk="0">
                  <a:moveTo>
                    <a:pt x="4977" y="0"/>
                  </a:moveTo>
                  <a:lnTo>
                    <a:pt x="2602" y="398"/>
                  </a:lnTo>
                  <a:cubicBezTo>
                    <a:pt x="2564" y="406"/>
                    <a:pt x="2520" y="413"/>
                    <a:pt x="2478" y="423"/>
                  </a:cubicBezTo>
                  <a:cubicBezTo>
                    <a:pt x="889" y="766"/>
                    <a:pt x="1" y="2514"/>
                    <a:pt x="712" y="4002"/>
                  </a:cubicBezTo>
                  <a:cubicBezTo>
                    <a:pt x="889" y="4374"/>
                    <a:pt x="1093" y="4709"/>
                    <a:pt x="1320" y="5015"/>
                  </a:cubicBezTo>
                  <a:cubicBezTo>
                    <a:pt x="1379" y="5095"/>
                    <a:pt x="1439" y="5173"/>
                    <a:pt x="1502" y="5251"/>
                  </a:cubicBezTo>
                  <a:cubicBezTo>
                    <a:pt x="2407" y="6369"/>
                    <a:pt x="3581" y="7071"/>
                    <a:pt x="4581" y="7693"/>
                  </a:cubicBezTo>
                  <a:lnTo>
                    <a:pt x="5496" y="5852"/>
                  </a:lnTo>
                  <a:lnTo>
                    <a:pt x="5865" y="5107"/>
                  </a:lnTo>
                  <a:lnTo>
                    <a:pt x="5920" y="4999"/>
                  </a:lnTo>
                  <a:lnTo>
                    <a:pt x="6948" y="2931"/>
                  </a:lnTo>
                  <a:lnTo>
                    <a:pt x="7519" y="1780"/>
                  </a:lnTo>
                  <a:cubicBezTo>
                    <a:pt x="7516" y="1028"/>
                    <a:pt x="7117" y="569"/>
                    <a:pt x="6280" y="291"/>
                  </a:cubicBezTo>
                  <a:cubicBezTo>
                    <a:pt x="6227" y="272"/>
                    <a:pt x="6173" y="256"/>
                    <a:pt x="6114" y="246"/>
                  </a:cubicBezTo>
                  <a:lnTo>
                    <a:pt x="49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0"/>
            <p:cNvSpPr/>
            <p:nvPr/>
          </p:nvSpPr>
          <p:spPr>
            <a:xfrm>
              <a:off x="2168724" y="2549269"/>
              <a:ext cx="309373" cy="217322"/>
            </a:xfrm>
            <a:custGeom>
              <a:avLst/>
              <a:gdLst/>
              <a:ahLst/>
              <a:cxnLst/>
              <a:rect l="l" t="t" r="r" b="b"/>
              <a:pathLst>
                <a:path w="4228" h="2970" extrusionOk="0">
                  <a:moveTo>
                    <a:pt x="2746" y="0"/>
                  </a:moveTo>
                  <a:lnTo>
                    <a:pt x="1" y="646"/>
                  </a:lnTo>
                  <a:lnTo>
                    <a:pt x="876" y="2969"/>
                  </a:lnTo>
                  <a:cubicBezTo>
                    <a:pt x="1373" y="2651"/>
                    <a:pt x="2435" y="2428"/>
                    <a:pt x="3284" y="2354"/>
                  </a:cubicBezTo>
                  <a:cubicBezTo>
                    <a:pt x="3483" y="2336"/>
                    <a:pt x="3670" y="2327"/>
                    <a:pt x="3835" y="2327"/>
                  </a:cubicBezTo>
                  <a:cubicBezTo>
                    <a:pt x="3901" y="2327"/>
                    <a:pt x="3963" y="2328"/>
                    <a:pt x="4021" y="2331"/>
                  </a:cubicBezTo>
                  <a:cubicBezTo>
                    <a:pt x="4097" y="2334"/>
                    <a:pt x="4167" y="2342"/>
                    <a:pt x="4227" y="2350"/>
                  </a:cubicBezTo>
                  <a:lnTo>
                    <a:pt x="2746"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0"/>
            <p:cNvSpPr/>
            <p:nvPr/>
          </p:nvSpPr>
          <p:spPr>
            <a:xfrm>
              <a:off x="2369582" y="2549269"/>
              <a:ext cx="93441" cy="172321"/>
            </a:xfrm>
            <a:custGeom>
              <a:avLst/>
              <a:gdLst/>
              <a:ahLst/>
              <a:cxnLst/>
              <a:rect l="l" t="t" r="r" b="b"/>
              <a:pathLst>
                <a:path w="1277" h="2355" extrusionOk="0">
                  <a:moveTo>
                    <a:pt x="1" y="0"/>
                  </a:moveTo>
                  <a:lnTo>
                    <a:pt x="539" y="2354"/>
                  </a:lnTo>
                  <a:cubicBezTo>
                    <a:pt x="737" y="2336"/>
                    <a:pt x="924" y="2327"/>
                    <a:pt x="1090" y="2327"/>
                  </a:cubicBezTo>
                  <a:cubicBezTo>
                    <a:pt x="1156" y="2327"/>
                    <a:pt x="1218" y="2328"/>
                    <a:pt x="1276" y="2331"/>
                  </a:cubicBezTo>
                  <a:lnTo>
                    <a:pt x="1"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0"/>
            <p:cNvSpPr/>
            <p:nvPr/>
          </p:nvSpPr>
          <p:spPr>
            <a:xfrm>
              <a:off x="2052966" y="2937300"/>
              <a:ext cx="436401" cy="227932"/>
            </a:xfrm>
            <a:custGeom>
              <a:avLst/>
              <a:gdLst/>
              <a:ahLst/>
              <a:cxnLst/>
              <a:rect l="l" t="t" r="r" b="b"/>
              <a:pathLst>
                <a:path w="5964" h="3115" extrusionOk="0">
                  <a:moveTo>
                    <a:pt x="5786" y="0"/>
                  </a:moveTo>
                  <a:lnTo>
                    <a:pt x="4970" y="27"/>
                  </a:lnTo>
                  <a:lnTo>
                    <a:pt x="4340" y="48"/>
                  </a:lnTo>
                  <a:lnTo>
                    <a:pt x="3718" y="69"/>
                  </a:lnTo>
                  <a:lnTo>
                    <a:pt x="2686" y="102"/>
                  </a:lnTo>
                  <a:lnTo>
                    <a:pt x="607" y="171"/>
                  </a:lnTo>
                  <a:lnTo>
                    <a:pt x="392" y="178"/>
                  </a:lnTo>
                  <a:lnTo>
                    <a:pt x="65" y="2307"/>
                  </a:lnTo>
                  <a:cubicBezTo>
                    <a:pt x="1" y="2733"/>
                    <a:pt x="329" y="3114"/>
                    <a:pt x="759" y="3114"/>
                  </a:cubicBezTo>
                  <a:cubicBezTo>
                    <a:pt x="761" y="3114"/>
                    <a:pt x="762" y="3114"/>
                    <a:pt x="763" y="3114"/>
                  </a:cubicBezTo>
                  <a:lnTo>
                    <a:pt x="4784" y="3100"/>
                  </a:lnTo>
                  <a:cubicBezTo>
                    <a:pt x="5443" y="3095"/>
                    <a:pt x="5963" y="2535"/>
                    <a:pt x="5919" y="1875"/>
                  </a:cubicBezTo>
                  <a:lnTo>
                    <a:pt x="5855" y="952"/>
                  </a:lnTo>
                  <a:lnTo>
                    <a:pt x="5786" y="0"/>
                  </a:lnTo>
                  <a:close/>
                </a:path>
              </a:pathLst>
            </a:custGeom>
            <a:solidFill>
              <a:srgbClr val="ECCE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0"/>
            <p:cNvSpPr/>
            <p:nvPr/>
          </p:nvSpPr>
          <p:spPr>
            <a:xfrm>
              <a:off x="2365630" y="2766517"/>
              <a:ext cx="189151" cy="264738"/>
            </a:xfrm>
            <a:custGeom>
              <a:avLst/>
              <a:gdLst/>
              <a:ahLst/>
              <a:cxnLst/>
              <a:rect l="l" t="t" r="r" b="b"/>
              <a:pathLst>
                <a:path w="2585" h="3618" extrusionOk="0">
                  <a:moveTo>
                    <a:pt x="1678" y="0"/>
                  </a:moveTo>
                  <a:lnTo>
                    <a:pt x="21" y="2176"/>
                  </a:lnTo>
                  <a:lnTo>
                    <a:pt x="1" y="2201"/>
                  </a:lnTo>
                  <a:lnTo>
                    <a:pt x="16" y="2241"/>
                  </a:lnTo>
                  <a:lnTo>
                    <a:pt x="55" y="2349"/>
                  </a:lnTo>
                  <a:lnTo>
                    <a:pt x="67" y="2382"/>
                  </a:lnTo>
                  <a:lnTo>
                    <a:pt x="328" y="3106"/>
                  </a:lnTo>
                  <a:lnTo>
                    <a:pt x="505" y="3599"/>
                  </a:lnTo>
                  <a:cubicBezTo>
                    <a:pt x="564" y="3612"/>
                    <a:pt x="626" y="3618"/>
                    <a:pt x="688" y="3618"/>
                  </a:cubicBezTo>
                  <a:cubicBezTo>
                    <a:pt x="975" y="3618"/>
                    <a:pt x="1291" y="3488"/>
                    <a:pt x="1582" y="3286"/>
                  </a:cubicBezTo>
                  <a:cubicBezTo>
                    <a:pt x="1604" y="3271"/>
                    <a:pt x="1624" y="3255"/>
                    <a:pt x="1647" y="3239"/>
                  </a:cubicBezTo>
                  <a:cubicBezTo>
                    <a:pt x="1650" y="3234"/>
                    <a:pt x="1654" y="3232"/>
                    <a:pt x="1658" y="3228"/>
                  </a:cubicBezTo>
                  <a:cubicBezTo>
                    <a:pt x="1670" y="3219"/>
                    <a:pt x="1681" y="3210"/>
                    <a:pt x="1693" y="3201"/>
                  </a:cubicBezTo>
                  <a:cubicBezTo>
                    <a:pt x="1792" y="3126"/>
                    <a:pt x="1887" y="3040"/>
                    <a:pt x="1974" y="2947"/>
                  </a:cubicBezTo>
                  <a:cubicBezTo>
                    <a:pt x="1976" y="2945"/>
                    <a:pt x="1979" y="2943"/>
                    <a:pt x="1981" y="2940"/>
                  </a:cubicBezTo>
                  <a:cubicBezTo>
                    <a:pt x="2229" y="2682"/>
                    <a:pt x="2429" y="2379"/>
                    <a:pt x="2524" y="2081"/>
                  </a:cubicBezTo>
                  <a:cubicBezTo>
                    <a:pt x="2546" y="2011"/>
                    <a:pt x="2562" y="1941"/>
                    <a:pt x="2572" y="1874"/>
                  </a:cubicBezTo>
                  <a:cubicBezTo>
                    <a:pt x="2580" y="1820"/>
                    <a:pt x="2584" y="1767"/>
                    <a:pt x="2584" y="1716"/>
                  </a:cubicBezTo>
                  <a:cubicBezTo>
                    <a:pt x="2584" y="1300"/>
                    <a:pt x="2111" y="751"/>
                    <a:pt x="1780" y="185"/>
                  </a:cubicBezTo>
                  <a:cubicBezTo>
                    <a:pt x="1744" y="122"/>
                    <a:pt x="1710" y="63"/>
                    <a:pt x="16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0"/>
            <p:cNvSpPr/>
            <p:nvPr/>
          </p:nvSpPr>
          <p:spPr>
            <a:xfrm>
              <a:off x="2053039" y="2752102"/>
              <a:ext cx="497280" cy="413132"/>
            </a:xfrm>
            <a:custGeom>
              <a:avLst/>
              <a:gdLst/>
              <a:ahLst/>
              <a:cxnLst/>
              <a:rect l="l" t="t" r="r" b="b"/>
              <a:pathLst>
                <a:path w="6796" h="5646" extrusionOk="0">
                  <a:moveTo>
                    <a:pt x="2864" y="0"/>
                  </a:moveTo>
                  <a:lnTo>
                    <a:pt x="762" y="2888"/>
                  </a:lnTo>
                  <a:lnTo>
                    <a:pt x="64" y="4838"/>
                  </a:lnTo>
                  <a:cubicBezTo>
                    <a:pt x="1" y="5264"/>
                    <a:pt x="329" y="5645"/>
                    <a:pt x="760" y="5645"/>
                  </a:cubicBezTo>
                  <a:cubicBezTo>
                    <a:pt x="761" y="5645"/>
                    <a:pt x="761" y="5645"/>
                    <a:pt x="762" y="5645"/>
                  </a:cubicBezTo>
                  <a:lnTo>
                    <a:pt x="4782" y="5631"/>
                  </a:lnTo>
                  <a:cubicBezTo>
                    <a:pt x="5442" y="5626"/>
                    <a:pt x="5962" y="5067"/>
                    <a:pt x="5918" y="4406"/>
                  </a:cubicBezTo>
                  <a:lnTo>
                    <a:pt x="5854" y="3483"/>
                  </a:lnTo>
                  <a:cubicBezTo>
                    <a:pt x="5876" y="3468"/>
                    <a:pt x="5896" y="3452"/>
                    <a:pt x="5919" y="3436"/>
                  </a:cubicBezTo>
                  <a:cubicBezTo>
                    <a:pt x="5922" y="3431"/>
                    <a:pt x="5926" y="3429"/>
                    <a:pt x="5930" y="3425"/>
                  </a:cubicBezTo>
                  <a:cubicBezTo>
                    <a:pt x="5942" y="3416"/>
                    <a:pt x="5953" y="3407"/>
                    <a:pt x="5965" y="3398"/>
                  </a:cubicBezTo>
                  <a:cubicBezTo>
                    <a:pt x="6047" y="3331"/>
                    <a:pt x="6144" y="3243"/>
                    <a:pt x="6246" y="3144"/>
                  </a:cubicBezTo>
                  <a:cubicBezTo>
                    <a:pt x="6248" y="3142"/>
                    <a:pt x="6251" y="3140"/>
                    <a:pt x="6253" y="3137"/>
                  </a:cubicBezTo>
                  <a:cubicBezTo>
                    <a:pt x="6501" y="2879"/>
                    <a:pt x="6701" y="2576"/>
                    <a:pt x="6796" y="2278"/>
                  </a:cubicBezTo>
                  <a:cubicBezTo>
                    <a:pt x="6547" y="2230"/>
                    <a:pt x="6284" y="2209"/>
                    <a:pt x="6018" y="2209"/>
                  </a:cubicBezTo>
                  <a:cubicBezTo>
                    <a:pt x="5412" y="2209"/>
                    <a:pt x="4791" y="2315"/>
                    <a:pt x="4288" y="2438"/>
                  </a:cubicBezTo>
                  <a:cubicBezTo>
                    <a:pt x="4072" y="2491"/>
                    <a:pt x="3880" y="2547"/>
                    <a:pt x="3717" y="2600"/>
                  </a:cubicBezTo>
                  <a:cubicBezTo>
                    <a:pt x="3609" y="825"/>
                    <a:pt x="2864" y="0"/>
                    <a:pt x="2864" y="0"/>
                  </a:cubicBezTo>
                  <a:close/>
                </a:path>
              </a:pathLst>
            </a:custGeom>
            <a:solidFill>
              <a:srgbClr val="ECE7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0"/>
            <p:cNvSpPr/>
            <p:nvPr/>
          </p:nvSpPr>
          <p:spPr>
            <a:xfrm>
              <a:off x="2143626" y="2084043"/>
              <a:ext cx="121247" cy="112466"/>
            </a:xfrm>
            <a:custGeom>
              <a:avLst/>
              <a:gdLst/>
              <a:ahLst/>
              <a:cxnLst/>
              <a:rect l="l" t="t" r="r" b="b"/>
              <a:pathLst>
                <a:path w="1657" h="1537" extrusionOk="0">
                  <a:moveTo>
                    <a:pt x="826" y="0"/>
                  </a:moveTo>
                  <a:cubicBezTo>
                    <a:pt x="459" y="0"/>
                    <a:pt x="134" y="266"/>
                    <a:pt x="71" y="641"/>
                  </a:cubicBezTo>
                  <a:cubicBezTo>
                    <a:pt x="1" y="1060"/>
                    <a:pt x="282" y="1456"/>
                    <a:pt x="702" y="1526"/>
                  </a:cubicBezTo>
                  <a:cubicBezTo>
                    <a:pt x="745" y="1533"/>
                    <a:pt x="788" y="1537"/>
                    <a:pt x="831" y="1537"/>
                  </a:cubicBezTo>
                  <a:cubicBezTo>
                    <a:pt x="1199" y="1537"/>
                    <a:pt x="1523" y="1271"/>
                    <a:pt x="1586" y="896"/>
                  </a:cubicBezTo>
                  <a:cubicBezTo>
                    <a:pt x="1656" y="478"/>
                    <a:pt x="1375" y="81"/>
                    <a:pt x="955" y="11"/>
                  </a:cubicBezTo>
                  <a:cubicBezTo>
                    <a:pt x="912" y="4"/>
                    <a:pt x="869" y="0"/>
                    <a:pt x="826"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0"/>
            <p:cNvSpPr/>
            <p:nvPr/>
          </p:nvSpPr>
          <p:spPr>
            <a:xfrm>
              <a:off x="2058820" y="2115360"/>
              <a:ext cx="142686" cy="132515"/>
            </a:xfrm>
            <a:custGeom>
              <a:avLst/>
              <a:gdLst/>
              <a:ahLst/>
              <a:cxnLst/>
              <a:rect l="l" t="t" r="r" b="b"/>
              <a:pathLst>
                <a:path w="1950" h="1811" extrusionOk="0">
                  <a:moveTo>
                    <a:pt x="975" y="1"/>
                  </a:moveTo>
                  <a:cubicBezTo>
                    <a:pt x="541" y="1"/>
                    <a:pt x="157" y="314"/>
                    <a:pt x="83" y="756"/>
                  </a:cubicBezTo>
                  <a:cubicBezTo>
                    <a:pt x="1" y="1249"/>
                    <a:pt x="332" y="1715"/>
                    <a:pt x="825" y="1798"/>
                  </a:cubicBezTo>
                  <a:cubicBezTo>
                    <a:pt x="876" y="1806"/>
                    <a:pt x="927" y="1811"/>
                    <a:pt x="977" y="1811"/>
                  </a:cubicBezTo>
                  <a:cubicBezTo>
                    <a:pt x="1410" y="1811"/>
                    <a:pt x="1793" y="1497"/>
                    <a:pt x="1867" y="1056"/>
                  </a:cubicBezTo>
                  <a:cubicBezTo>
                    <a:pt x="1950" y="563"/>
                    <a:pt x="1618" y="97"/>
                    <a:pt x="1126" y="13"/>
                  </a:cubicBezTo>
                  <a:cubicBezTo>
                    <a:pt x="1075" y="5"/>
                    <a:pt x="1025" y="1"/>
                    <a:pt x="975" y="1"/>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0"/>
            <p:cNvSpPr/>
            <p:nvPr/>
          </p:nvSpPr>
          <p:spPr>
            <a:xfrm>
              <a:off x="2146773" y="2156703"/>
              <a:ext cx="141150" cy="88173"/>
            </a:xfrm>
            <a:custGeom>
              <a:avLst/>
              <a:gdLst/>
              <a:ahLst/>
              <a:cxnLst/>
              <a:rect l="l" t="t" r="r" b="b"/>
              <a:pathLst>
                <a:path w="1929" h="1205" extrusionOk="0">
                  <a:moveTo>
                    <a:pt x="1180" y="0"/>
                  </a:moveTo>
                  <a:cubicBezTo>
                    <a:pt x="1156" y="0"/>
                    <a:pt x="1133" y="1"/>
                    <a:pt x="1109" y="3"/>
                  </a:cubicBezTo>
                  <a:cubicBezTo>
                    <a:pt x="815" y="21"/>
                    <a:pt x="531" y="154"/>
                    <a:pt x="328" y="367"/>
                  </a:cubicBezTo>
                  <a:cubicBezTo>
                    <a:pt x="119" y="588"/>
                    <a:pt x="0" y="917"/>
                    <a:pt x="101" y="1204"/>
                  </a:cubicBezTo>
                  <a:lnTo>
                    <a:pt x="1929" y="268"/>
                  </a:lnTo>
                  <a:cubicBezTo>
                    <a:pt x="1720" y="95"/>
                    <a:pt x="1450" y="0"/>
                    <a:pt x="1180" y="0"/>
                  </a:cubicBezTo>
                  <a:close/>
                </a:path>
              </a:pathLst>
            </a:custGeom>
            <a:solidFill>
              <a:srgbClr val="E7C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a:off x="2193822" y="2403218"/>
              <a:ext cx="175834" cy="201590"/>
            </a:xfrm>
            <a:custGeom>
              <a:avLst/>
              <a:gdLst/>
              <a:ahLst/>
              <a:cxnLst/>
              <a:rect l="l" t="t" r="r" b="b"/>
              <a:pathLst>
                <a:path w="2403" h="2755" extrusionOk="0">
                  <a:moveTo>
                    <a:pt x="119" y="0"/>
                  </a:moveTo>
                  <a:lnTo>
                    <a:pt x="1" y="2574"/>
                  </a:lnTo>
                  <a:lnTo>
                    <a:pt x="2403" y="2754"/>
                  </a:lnTo>
                  <a:lnTo>
                    <a:pt x="2403" y="41"/>
                  </a:lnTo>
                  <a:lnTo>
                    <a:pt x="119"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2078796" y="2087994"/>
              <a:ext cx="379546" cy="364106"/>
            </a:xfrm>
            <a:custGeom>
              <a:avLst/>
              <a:gdLst/>
              <a:ahLst/>
              <a:cxnLst/>
              <a:rect l="l" t="t" r="r" b="b"/>
              <a:pathLst>
                <a:path w="5187" h="4976" extrusionOk="0">
                  <a:moveTo>
                    <a:pt x="3685" y="1"/>
                  </a:moveTo>
                  <a:cubicBezTo>
                    <a:pt x="3242" y="1"/>
                    <a:pt x="2689" y="315"/>
                    <a:pt x="2300" y="1119"/>
                  </a:cubicBezTo>
                  <a:cubicBezTo>
                    <a:pt x="1295" y="1150"/>
                    <a:pt x="1172" y="2000"/>
                    <a:pt x="1172" y="2000"/>
                  </a:cubicBezTo>
                  <a:cubicBezTo>
                    <a:pt x="18" y="2123"/>
                    <a:pt x="1" y="3334"/>
                    <a:pt x="1123" y="3630"/>
                  </a:cubicBezTo>
                  <a:cubicBezTo>
                    <a:pt x="563" y="3893"/>
                    <a:pt x="675" y="4529"/>
                    <a:pt x="1202" y="4884"/>
                  </a:cubicBezTo>
                  <a:cubicBezTo>
                    <a:pt x="1293" y="4946"/>
                    <a:pt x="1397" y="4976"/>
                    <a:pt x="1501" y="4976"/>
                  </a:cubicBezTo>
                  <a:cubicBezTo>
                    <a:pt x="1654" y="4976"/>
                    <a:pt x="1806" y="4910"/>
                    <a:pt x="1912" y="4785"/>
                  </a:cubicBezTo>
                  <a:lnTo>
                    <a:pt x="5014" y="1103"/>
                  </a:lnTo>
                  <a:cubicBezTo>
                    <a:pt x="5187" y="737"/>
                    <a:pt x="5081" y="614"/>
                    <a:pt x="4890" y="614"/>
                  </a:cubicBezTo>
                  <a:cubicBezTo>
                    <a:pt x="4750" y="614"/>
                    <a:pt x="4563" y="681"/>
                    <a:pt x="4408" y="767"/>
                  </a:cubicBezTo>
                  <a:cubicBezTo>
                    <a:pt x="4459" y="314"/>
                    <a:pt x="4127" y="1"/>
                    <a:pt x="3685" y="1"/>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a:off x="2231652" y="2406219"/>
              <a:ext cx="138003" cy="143125"/>
            </a:xfrm>
            <a:custGeom>
              <a:avLst/>
              <a:gdLst/>
              <a:ahLst/>
              <a:cxnLst/>
              <a:rect l="l" t="t" r="r" b="b"/>
              <a:pathLst>
                <a:path w="1886" h="1956" extrusionOk="0">
                  <a:moveTo>
                    <a:pt x="35" y="0"/>
                  </a:moveTo>
                  <a:lnTo>
                    <a:pt x="18" y="713"/>
                  </a:lnTo>
                  <a:cubicBezTo>
                    <a:pt x="0" y="1372"/>
                    <a:pt x="524" y="1922"/>
                    <a:pt x="1184" y="1938"/>
                  </a:cubicBezTo>
                  <a:lnTo>
                    <a:pt x="1886" y="1955"/>
                  </a:lnTo>
                  <a:lnTo>
                    <a:pt x="1886"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a:off x="2202310" y="2150776"/>
              <a:ext cx="301544" cy="340325"/>
            </a:xfrm>
            <a:custGeom>
              <a:avLst/>
              <a:gdLst/>
              <a:ahLst/>
              <a:cxnLst/>
              <a:rect l="l" t="t" r="r" b="b"/>
              <a:pathLst>
                <a:path w="4121" h="4651" extrusionOk="0">
                  <a:moveTo>
                    <a:pt x="2266" y="0"/>
                  </a:moveTo>
                  <a:cubicBezTo>
                    <a:pt x="2119" y="0"/>
                    <a:pt x="1965" y="9"/>
                    <a:pt x="1806" y="23"/>
                  </a:cubicBezTo>
                  <a:cubicBezTo>
                    <a:pt x="1378" y="63"/>
                    <a:pt x="992" y="244"/>
                    <a:pt x="688" y="515"/>
                  </a:cubicBezTo>
                  <a:cubicBezTo>
                    <a:pt x="456" y="720"/>
                    <a:pt x="273" y="980"/>
                    <a:pt x="153" y="1270"/>
                  </a:cubicBezTo>
                  <a:cubicBezTo>
                    <a:pt x="83" y="1444"/>
                    <a:pt x="35" y="1628"/>
                    <a:pt x="15" y="1821"/>
                  </a:cubicBezTo>
                  <a:cubicBezTo>
                    <a:pt x="4" y="1915"/>
                    <a:pt x="0" y="2011"/>
                    <a:pt x="3" y="2109"/>
                  </a:cubicBezTo>
                  <a:lnTo>
                    <a:pt x="92" y="4651"/>
                  </a:lnTo>
                  <a:lnTo>
                    <a:pt x="2540" y="4566"/>
                  </a:lnTo>
                  <a:cubicBezTo>
                    <a:pt x="3426" y="4535"/>
                    <a:pt x="4120" y="3791"/>
                    <a:pt x="4089" y="2905"/>
                  </a:cubicBezTo>
                  <a:lnTo>
                    <a:pt x="4056" y="1969"/>
                  </a:lnTo>
                  <a:cubicBezTo>
                    <a:pt x="4053" y="1870"/>
                    <a:pt x="4033" y="1776"/>
                    <a:pt x="4025" y="1682"/>
                  </a:cubicBezTo>
                  <a:cubicBezTo>
                    <a:pt x="3960" y="924"/>
                    <a:pt x="3710" y="483"/>
                    <a:pt x="3326" y="245"/>
                  </a:cubicBezTo>
                  <a:cubicBezTo>
                    <a:pt x="3040" y="66"/>
                    <a:pt x="2679" y="0"/>
                    <a:pt x="2266" y="0"/>
                  </a:cubicBez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2160383" y="2188166"/>
              <a:ext cx="143784" cy="168297"/>
            </a:xfrm>
            <a:custGeom>
              <a:avLst/>
              <a:gdLst/>
              <a:ahLst/>
              <a:cxnLst/>
              <a:rect l="l" t="t" r="r" b="b"/>
              <a:pathLst>
                <a:path w="1965" h="2300" extrusionOk="0">
                  <a:moveTo>
                    <a:pt x="912" y="0"/>
                  </a:moveTo>
                  <a:cubicBezTo>
                    <a:pt x="663" y="0"/>
                    <a:pt x="1" y="185"/>
                    <a:pt x="284" y="2226"/>
                  </a:cubicBezTo>
                  <a:lnTo>
                    <a:pt x="992" y="2299"/>
                  </a:lnTo>
                  <a:cubicBezTo>
                    <a:pt x="1964" y="2070"/>
                    <a:pt x="1003" y="9"/>
                    <a:pt x="1003" y="9"/>
                  </a:cubicBezTo>
                  <a:cubicBezTo>
                    <a:pt x="1003" y="9"/>
                    <a:pt x="968" y="0"/>
                    <a:pt x="912"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2128480" y="2315485"/>
              <a:ext cx="128564" cy="124613"/>
            </a:xfrm>
            <a:custGeom>
              <a:avLst/>
              <a:gdLst/>
              <a:ahLst/>
              <a:cxnLst/>
              <a:rect l="l" t="t" r="r" b="b"/>
              <a:pathLst>
                <a:path w="1757" h="1703" extrusionOk="0">
                  <a:moveTo>
                    <a:pt x="774" y="0"/>
                  </a:moveTo>
                  <a:cubicBezTo>
                    <a:pt x="653" y="0"/>
                    <a:pt x="541" y="38"/>
                    <a:pt x="438" y="97"/>
                  </a:cubicBezTo>
                  <a:cubicBezTo>
                    <a:pt x="1" y="346"/>
                    <a:pt x="11" y="1195"/>
                    <a:pt x="527" y="1567"/>
                  </a:cubicBezTo>
                  <a:cubicBezTo>
                    <a:pt x="656" y="1661"/>
                    <a:pt x="800" y="1703"/>
                    <a:pt x="944" y="1703"/>
                  </a:cubicBezTo>
                  <a:cubicBezTo>
                    <a:pt x="1300" y="1703"/>
                    <a:pt x="1647" y="1440"/>
                    <a:pt x="1719" y="1050"/>
                  </a:cubicBezTo>
                  <a:lnTo>
                    <a:pt x="1757" y="848"/>
                  </a:lnTo>
                  <a:cubicBezTo>
                    <a:pt x="1388" y="212"/>
                    <a:pt x="1059" y="0"/>
                    <a:pt x="774" y="0"/>
                  </a:cubicBez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2403533" y="2288631"/>
              <a:ext cx="54514" cy="107637"/>
            </a:xfrm>
            <a:custGeom>
              <a:avLst/>
              <a:gdLst/>
              <a:ahLst/>
              <a:cxnLst/>
              <a:rect l="l" t="t" r="r" b="b"/>
              <a:pathLst>
                <a:path w="745" h="1471" extrusionOk="0">
                  <a:moveTo>
                    <a:pt x="153" y="0"/>
                  </a:moveTo>
                  <a:lnTo>
                    <a:pt x="1" y="68"/>
                  </a:lnTo>
                  <a:cubicBezTo>
                    <a:pt x="131" y="365"/>
                    <a:pt x="291" y="559"/>
                    <a:pt x="444" y="726"/>
                  </a:cubicBezTo>
                  <a:cubicBezTo>
                    <a:pt x="568" y="860"/>
                    <a:pt x="549" y="1019"/>
                    <a:pt x="492" y="1124"/>
                  </a:cubicBezTo>
                  <a:cubicBezTo>
                    <a:pt x="441" y="1217"/>
                    <a:pt x="339" y="1305"/>
                    <a:pt x="193" y="1305"/>
                  </a:cubicBezTo>
                  <a:cubicBezTo>
                    <a:pt x="172" y="1305"/>
                    <a:pt x="150" y="1303"/>
                    <a:pt x="126" y="1299"/>
                  </a:cubicBezTo>
                  <a:lnTo>
                    <a:pt x="98" y="1462"/>
                  </a:lnTo>
                  <a:cubicBezTo>
                    <a:pt x="129" y="1468"/>
                    <a:pt x="160" y="1471"/>
                    <a:pt x="192" y="1471"/>
                  </a:cubicBezTo>
                  <a:cubicBezTo>
                    <a:pt x="198" y="1471"/>
                    <a:pt x="204" y="1470"/>
                    <a:pt x="210" y="1470"/>
                  </a:cubicBezTo>
                  <a:cubicBezTo>
                    <a:pt x="387" y="1465"/>
                    <a:pt x="548" y="1366"/>
                    <a:pt x="637" y="1204"/>
                  </a:cubicBezTo>
                  <a:cubicBezTo>
                    <a:pt x="745" y="1008"/>
                    <a:pt x="717" y="777"/>
                    <a:pt x="567" y="614"/>
                  </a:cubicBezTo>
                  <a:cubicBezTo>
                    <a:pt x="423" y="457"/>
                    <a:pt x="273" y="276"/>
                    <a:pt x="153" y="0"/>
                  </a:cubicBez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2181529" y="2370584"/>
              <a:ext cx="37318" cy="35708"/>
            </a:xfrm>
            <a:custGeom>
              <a:avLst/>
              <a:gdLst/>
              <a:ahLst/>
              <a:cxnLst/>
              <a:rect l="l" t="t" r="r" b="b"/>
              <a:pathLst>
                <a:path w="510" h="488" extrusionOk="0">
                  <a:moveTo>
                    <a:pt x="113" y="0"/>
                  </a:moveTo>
                  <a:lnTo>
                    <a:pt x="1" y="123"/>
                  </a:lnTo>
                  <a:lnTo>
                    <a:pt x="397" y="487"/>
                  </a:lnTo>
                  <a:lnTo>
                    <a:pt x="509" y="365"/>
                  </a:lnTo>
                  <a:lnTo>
                    <a:pt x="113" y="0"/>
                  </a:ln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0"/>
            <p:cNvSpPr/>
            <p:nvPr/>
          </p:nvSpPr>
          <p:spPr>
            <a:xfrm>
              <a:off x="2425485" y="2229216"/>
              <a:ext cx="73392" cy="23635"/>
            </a:xfrm>
            <a:custGeom>
              <a:avLst/>
              <a:gdLst/>
              <a:ahLst/>
              <a:cxnLst/>
              <a:rect l="l" t="t" r="r" b="b"/>
              <a:pathLst>
                <a:path w="1003" h="323" extrusionOk="0">
                  <a:moveTo>
                    <a:pt x="398" y="1"/>
                  </a:moveTo>
                  <a:cubicBezTo>
                    <a:pt x="387" y="1"/>
                    <a:pt x="375" y="1"/>
                    <a:pt x="364" y="2"/>
                  </a:cubicBezTo>
                  <a:cubicBezTo>
                    <a:pt x="0" y="24"/>
                    <a:pt x="2" y="277"/>
                    <a:pt x="471" y="318"/>
                  </a:cubicBezTo>
                  <a:cubicBezTo>
                    <a:pt x="507" y="321"/>
                    <a:pt x="540" y="323"/>
                    <a:pt x="569" y="323"/>
                  </a:cubicBezTo>
                  <a:cubicBezTo>
                    <a:pt x="1003" y="323"/>
                    <a:pt x="748" y="1"/>
                    <a:pt x="398" y="1"/>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2298092" y="2232801"/>
              <a:ext cx="65124" cy="26415"/>
            </a:xfrm>
            <a:custGeom>
              <a:avLst/>
              <a:gdLst/>
              <a:ahLst/>
              <a:cxnLst/>
              <a:rect l="l" t="t" r="r" b="b"/>
              <a:pathLst>
                <a:path w="890" h="361" extrusionOk="0">
                  <a:moveTo>
                    <a:pt x="510" y="0"/>
                  </a:moveTo>
                  <a:cubicBezTo>
                    <a:pt x="429" y="0"/>
                    <a:pt x="336" y="19"/>
                    <a:pt x="248" y="65"/>
                  </a:cubicBezTo>
                  <a:cubicBezTo>
                    <a:pt x="0" y="194"/>
                    <a:pt x="5" y="361"/>
                    <a:pt x="223" y="361"/>
                  </a:cubicBezTo>
                  <a:cubicBezTo>
                    <a:pt x="289" y="361"/>
                    <a:pt x="373" y="346"/>
                    <a:pt x="476" y="310"/>
                  </a:cubicBezTo>
                  <a:cubicBezTo>
                    <a:pt x="890" y="168"/>
                    <a:pt x="751" y="0"/>
                    <a:pt x="510"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0"/>
            <p:cNvSpPr/>
            <p:nvPr/>
          </p:nvSpPr>
          <p:spPr>
            <a:xfrm>
              <a:off x="2357801" y="2397950"/>
              <a:ext cx="50270" cy="27367"/>
            </a:xfrm>
            <a:custGeom>
              <a:avLst/>
              <a:gdLst/>
              <a:ahLst/>
              <a:cxnLst/>
              <a:rect l="l" t="t" r="r" b="b"/>
              <a:pathLst>
                <a:path w="687" h="374" extrusionOk="0">
                  <a:moveTo>
                    <a:pt x="155" y="0"/>
                  </a:moveTo>
                  <a:lnTo>
                    <a:pt x="0" y="63"/>
                  </a:lnTo>
                  <a:cubicBezTo>
                    <a:pt x="53" y="190"/>
                    <a:pt x="159" y="294"/>
                    <a:pt x="287" y="342"/>
                  </a:cubicBezTo>
                  <a:cubicBezTo>
                    <a:pt x="343" y="363"/>
                    <a:pt x="404" y="374"/>
                    <a:pt x="464" y="374"/>
                  </a:cubicBezTo>
                  <a:cubicBezTo>
                    <a:pt x="541" y="374"/>
                    <a:pt x="618" y="357"/>
                    <a:pt x="686" y="324"/>
                  </a:cubicBezTo>
                  <a:lnTo>
                    <a:pt x="613" y="174"/>
                  </a:lnTo>
                  <a:cubicBezTo>
                    <a:pt x="567" y="196"/>
                    <a:pt x="516" y="208"/>
                    <a:pt x="464" y="208"/>
                  </a:cubicBezTo>
                  <a:cubicBezTo>
                    <a:pt x="424" y="208"/>
                    <a:pt x="383" y="201"/>
                    <a:pt x="346" y="187"/>
                  </a:cubicBezTo>
                  <a:cubicBezTo>
                    <a:pt x="261" y="155"/>
                    <a:pt x="189" y="85"/>
                    <a:pt x="155" y="0"/>
                  </a:cubicBezTo>
                  <a:close/>
                </a:path>
              </a:pathLst>
            </a:custGeom>
            <a:solidFill>
              <a:srgbClr val="AB4A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2252653" y="2150776"/>
              <a:ext cx="193029" cy="44855"/>
            </a:xfrm>
            <a:custGeom>
              <a:avLst/>
              <a:gdLst/>
              <a:ahLst/>
              <a:cxnLst/>
              <a:rect l="l" t="t" r="r" b="b"/>
              <a:pathLst>
                <a:path w="2638" h="613" extrusionOk="0">
                  <a:moveTo>
                    <a:pt x="1578" y="0"/>
                  </a:moveTo>
                  <a:cubicBezTo>
                    <a:pt x="1431" y="0"/>
                    <a:pt x="1277" y="9"/>
                    <a:pt x="1118" y="23"/>
                  </a:cubicBezTo>
                  <a:cubicBezTo>
                    <a:pt x="690" y="63"/>
                    <a:pt x="304" y="244"/>
                    <a:pt x="0" y="515"/>
                  </a:cubicBezTo>
                  <a:lnTo>
                    <a:pt x="77" y="613"/>
                  </a:lnTo>
                  <a:lnTo>
                    <a:pt x="2638" y="245"/>
                  </a:lnTo>
                  <a:cubicBezTo>
                    <a:pt x="2352" y="66"/>
                    <a:pt x="1991" y="0"/>
                    <a:pt x="1578"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2218993" y="2177191"/>
              <a:ext cx="100027" cy="100685"/>
            </a:xfrm>
            <a:custGeom>
              <a:avLst/>
              <a:gdLst/>
              <a:ahLst/>
              <a:cxnLst/>
              <a:rect l="l" t="t" r="r" b="b"/>
              <a:pathLst>
                <a:path w="1367" h="1376" extrusionOk="0">
                  <a:moveTo>
                    <a:pt x="981" y="0"/>
                  </a:moveTo>
                  <a:lnTo>
                    <a:pt x="1" y="162"/>
                  </a:lnTo>
                  <a:lnTo>
                    <a:pt x="139" y="1355"/>
                  </a:lnTo>
                  <a:cubicBezTo>
                    <a:pt x="222" y="1369"/>
                    <a:pt x="297" y="1375"/>
                    <a:pt x="366" y="1375"/>
                  </a:cubicBezTo>
                  <a:cubicBezTo>
                    <a:pt x="1367" y="1375"/>
                    <a:pt x="981" y="1"/>
                    <a:pt x="981" y="0"/>
                  </a:cubicBezTo>
                  <a:close/>
                </a:path>
              </a:pathLst>
            </a:custGeom>
            <a:solidFill>
              <a:srgbClr val="362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2447144" y="2294485"/>
              <a:ext cx="28976" cy="42879"/>
            </a:xfrm>
            <a:custGeom>
              <a:avLst/>
              <a:gdLst/>
              <a:ahLst/>
              <a:cxnLst/>
              <a:rect l="l" t="t" r="r" b="b"/>
              <a:pathLst>
                <a:path w="396" h="586" extrusionOk="0">
                  <a:moveTo>
                    <a:pt x="194" y="0"/>
                  </a:moveTo>
                  <a:cubicBezTo>
                    <a:pt x="193" y="0"/>
                    <a:pt x="191" y="0"/>
                    <a:pt x="190" y="0"/>
                  </a:cubicBezTo>
                  <a:cubicBezTo>
                    <a:pt x="83" y="2"/>
                    <a:pt x="0" y="136"/>
                    <a:pt x="5" y="299"/>
                  </a:cubicBezTo>
                  <a:cubicBezTo>
                    <a:pt x="9" y="458"/>
                    <a:pt x="98" y="585"/>
                    <a:pt x="203" y="585"/>
                  </a:cubicBezTo>
                  <a:cubicBezTo>
                    <a:pt x="204" y="585"/>
                    <a:pt x="205" y="585"/>
                    <a:pt x="206" y="585"/>
                  </a:cubicBezTo>
                  <a:cubicBezTo>
                    <a:pt x="314" y="582"/>
                    <a:pt x="396" y="448"/>
                    <a:pt x="391" y="287"/>
                  </a:cubicBezTo>
                  <a:cubicBezTo>
                    <a:pt x="387" y="127"/>
                    <a:pt x="299" y="0"/>
                    <a:pt x="19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2335776" y="2304583"/>
              <a:ext cx="29123" cy="42879"/>
            </a:xfrm>
            <a:custGeom>
              <a:avLst/>
              <a:gdLst/>
              <a:ahLst/>
              <a:cxnLst/>
              <a:rect l="l" t="t" r="r" b="b"/>
              <a:pathLst>
                <a:path w="398" h="586" extrusionOk="0">
                  <a:moveTo>
                    <a:pt x="195" y="0"/>
                  </a:moveTo>
                  <a:cubicBezTo>
                    <a:pt x="193" y="0"/>
                    <a:pt x="192" y="0"/>
                    <a:pt x="190" y="0"/>
                  </a:cubicBezTo>
                  <a:cubicBezTo>
                    <a:pt x="84" y="4"/>
                    <a:pt x="1" y="138"/>
                    <a:pt x="5" y="299"/>
                  </a:cubicBezTo>
                  <a:cubicBezTo>
                    <a:pt x="11" y="458"/>
                    <a:pt x="98" y="586"/>
                    <a:pt x="203" y="586"/>
                  </a:cubicBezTo>
                  <a:cubicBezTo>
                    <a:pt x="205" y="586"/>
                    <a:pt x="206" y="586"/>
                    <a:pt x="208" y="586"/>
                  </a:cubicBezTo>
                  <a:cubicBezTo>
                    <a:pt x="314" y="582"/>
                    <a:pt x="397" y="450"/>
                    <a:pt x="393" y="287"/>
                  </a:cubicBezTo>
                  <a:cubicBezTo>
                    <a:pt x="388" y="128"/>
                    <a:pt x="300" y="0"/>
                    <a:pt x="1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1972038" y="2943812"/>
              <a:ext cx="273592" cy="457035"/>
            </a:xfrm>
            <a:custGeom>
              <a:avLst/>
              <a:gdLst/>
              <a:ahLst/>
              <a:cxnLst/>
              <a:rect l="l" t="t" r="r" b="b"/>
              <a:pathLst>
                <a:path w="3739" h="6246" extrusionOk="0">
                  <a:moveTo>
                    <a:pt x="1340" y="1"/>
                  </a:moveTo>
                  <a:lnTo>
                    <a:pt x="0" y="6246"/>
                  </a:lnTo>
                  <a:lnTo>
                    <a:pt x="3738" y="6246"/>
                  </a:lnTo>
                  <a:lnTo>
                    <a:pt x="3236" y="818"/>
                  </a:lnTo>
                  <a:lnTo>
                    <a:pt x="1340" y="1"/>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1868645" y="2537342"/>
              <a:ext cx="474743" cy="627747"/>
            </a:xfrm>
            <a:custGeom>
              <a:avLst/>
              <a:gdLst/>
              <a:ahLst/>
              <a:cxnLst/>
              <a:rect l="l" t="t" r="r" b="b"/>
              <a:pathLst>
                <a:path w="6488" h="8579" extrusionOk="0">
                  <a:moveTo>
                    <a:pt x="4494" y="1"/>
                  </a:moveTo>
                  <a:lnTo>
                    <a:pt x="3953" y="131"/>
                  </a:lnTo>
                  <a:lnTo>
                    <a:pt x="2753" y="1263"/>
                  </a:lnTo>
                  <a:lnTo>
                    <a:pt x="982" y="1196"/>
                  </a:lnTo>
                  <a:cubicBezTo>
                    <a:pt x="978" y="1195"/>
                    <a:pt x="974" y="1195"/>
                    <a:pt x="970" y="1195"/>
                  </a:cubicBezTo>
                  <a:cubicBezTo>
                    <a:pt x="851" y="1195"/>
                    <a:pt x="740" y="1263"/>
                    <a:pt x="697" y="1375"/>
                  </a:cubicBezTo>
                  <a:cubicBezTo>
                    <a:pt x="0" y="3234"/>
                    <a:pt x="3638" y="8578"/>
                    <a:pt x="3638" y="8578"/>
                  </a:cubicBezTo>
                  <a:cubicBezTo>
                    <a:pt x="6285" y="6924"/>
                    <a:pt x="6488" y="4519"/>
                    <a:pt x="4445" y="741"/>
                  </a:cubicBezTo>
                  <a:lnTo>
                    <a:pt x="4494" y="1"/>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2440485" y="3109912"/>
              <a:ext cx="261592" cy="321886"/>
            </a:xfrm>
            <a:custGeom>
              <a:avLst/>
              <a:gdLst/>
              <a:ahLst/>
              <a:cxnLst/>
              <a:rect l="l" t="t" r="r" b="b"/>
              <a:pathLst>
                <a:path w="3575" h="4399" extrusionOk="0">
                  <a:moveTo>
                    <a:pt x="2048" y="0"/>
                  </a:moveTo>
                  <a:cubicBezTo>
                    <a:pt x="1433" y="0"/>
                    <a:pt x="901" y="331"/>
                    <a:pt x="711" y="970"/>
                  </a:cubicBezTo>
                  <a:lnTo>
                    <a:pt x="1" y="4399"/>
                  </a:lnTo>
                  <a:cubicBezTo>
                    <a:pt x="1" y="4399"/>
                    <a:pt x="1527" y="3843"/>
                    <a:pt x="3021" y="1851"/>
                  </a:cubicBezTo>
                  <a:cubicBezTo>
                    <a:pt x="3575" y="1111"/>
                    <a:pt x="3075" y="219"/>
                    <a:pt x="2563" y="74"/>
                  </a:cubicBezTo>
                  <a:cubicBezTo>
                    <a:pt x="2389" y="25"/>
                    <a:pt x="2215" y="0"/>
                    <a:pt x="2048" y="0"/>
                  </a:cubicBez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0"/>
            <p:cNvSpPr/>
            <p:nvPr/>
          </p:nvSpPr>
          <p:spPr>
            <a:xfrm>
              <a:off x="1985574" y="3134205"/>
              <a:ext cx="462231" cy="297593"/>
            </a:xfrm>
            <a:custGeom>
              <a:avLst/>
              <a:gdLst/>
              <a:ahLst/>
              <a:cxnLst/>
              <a:rect l="l" t="t" r="r" b="b"/>
              <a:pathLst>
                <a:path w="6317" h="4067" extrusionOk="0">
                  <a:moveTo>
                    <a:pt x="1600" y="1"/>
                  </a:moveTo>
                  <a:lnTo>
                    <a:pt x="0" y="2451"/>
                  </a:lnTo>
                  <a:cubicBezTo>
                    <a:pt x="2380" y="3567"/>
                    <a:pt x="5795" y="4067"/>
                    <a:pt x="5795" y="4067"/>
                  </a:cubicBezTo>
                  <a:lnTo>
                    <a:pt x="6316" y="3059"/>
                  </a:lnTo>
                  <a:lnTo>
                    <a:pt x="1600"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0"/>
            <p:cNvSpPr/>
            <p:nvPr/>
          </p:nvSpPr>
          <p:spPr>
            <a:xfrm>
              <a:off x="1916793" y="2669198"/>
              <a:ext cx="277104" cy="682407"/>
            </a:xfrm>
            <a:custGeom>
              <a:avLst/>
              <a:gdLst/>
              <a:ahLst/>
              <a:cxnLst/>
              <a:rect l="l" t="t" r="r" b="b"/>
              <a:pathLst>
                <a:path w="3787" h="9326" extrusionOk="0">
                  <a:moveTo>
                    <a:pt x="1479" y="0"/>
                  </a:moveTo>
                  <a:cubicBezTo>
                    <a:pt x="1414" y="0"/>
                    <a:pt x="1349" y="5"/>
                    <a:pt x="1283" y="15"/>
                  </a:cubicBezTo>
                  <a:cubicBezTo>
                    <a:pt x="724" y="103"/>
                    <a:pt x="293" y="554"/>
                    <a:pt x="230" y="1116"/>
                  </a:cubicBezTo>
                  <a:lnTo>
                    <a:pt x="31" y="6944"/>
                  </a:lnTo>
                  <a:cubicBezTo>
                    <a:pt x="1" y="7871"/>
                    <a:pt x="414" y="8756"/>
                    <a:pt x="1146" y="9325"/>
                  </a:cubicBezTo>
                  <a:cubicBezTo>
                    <a:pt x="3787" y="7482"/>
                    <a:pt x="3347" y="3685"/>
                    <a:pt x="2694" y="946"/>
                  </a:cubicBezTo>
                  <a:cubicBezTo>
                    <a:pt x="2559" y="381"/>
                    <a:pt x="2046" y="0"/>
                    <a:pt x="1479" y="0"/>
                  </a:cubicBez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0"/>
            <p:cNvSpPr/>
            <p:nvPr/>
          </p:nvSpPr>
          <p:spPr>
            <a:xfrm>
              <a:off x="2445534" y="3315891"/>
              <a:ext cx="180151" cy="65343"/>
            </a:xfrm>
            <a:custGeom>
              <a:avLst/>
              <a:gdLst/>
              <a:ahLst/>
              <a:cxnLst/>
              <a:rect l="l" t="t" r="r" b="b"/>
              <a:pathLst>
                <a:path w="2462" h="893" extrusionOk="0">
                  <a:moveTo>
                    <a:pt x="1238" y="0"/>
                  </a:moveTo>
                  <a:cubicBezTo>
                    <a:pt x="1184" y="0"/>
                    <a:pt x="1129" y="7"/>
                    <a:pt x="1075" y="21"/>
                  </a:cubicBezTo>
                  <a:lnTo>
                    <a:pt x="1" y="297"/>
                  </a:lnTo>
                  <a:lnTo>
                    <a:pt x="2202" y="891"/>
                  </a:lnTo>
                  <a:cubicBezTo>
                    <a:pt x="2210" y="892"/>
                    <a:pt x="2218" y="892"/>
                    <a:pt x="2226" y="892"/>
                  </a:cubicBezTo>
                  <a:cubicBezTo>
                    <a:pt x="2265" y="892"/>
                    <a:pt x="2303" y="881"/>
                    <a:pt x="2335" y="859"/>
                  </a:cubicBezTo>
                  <a:cubicBezTo>
                    <a:pt x="2462" y="776"/>
                    <a:pt x="2455" y="587"/>
                    <a:pt x="2322" y="513"/>
                  </a:cubicBezTo>
                  <a:lnTo>
                    <a:pt x="1558" y="84"/>
                  </a:lnTo>
                  <a:cubicBezTo>
                    <a:pt x="1459" y="29"/>
                    <a:pt x="1349" y="0"/>
                    <a:pt x="1238" y="0"/>
                  </a:cubicBezTo>
                  <a:close/>
                </a:path>
              </a:pathLst>
            </a:custGeom>
            <a:solidFill>
              <a:srgbClr val="B764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0"/>
            <p:cNvSpPr/>
            <p:nvPr/>
          </p:nvSpPr>
          <p:spPr>
            <a:xfrm>
              <a:off x="2347118" y="3334038"/>
              <a:ext cx="212859" cy="152126"/>
            </a:xfrm>
            <a:custGeom>
              <a:avLst/>
              <a:gdLst/>
              <a:ahLst/>
              <a:cxnLst/>
              <a:rect l="l" t="t" r="r" b="b"/>
              <a:pathLst>
                <a:path w="2909" h="2079" extrusionOk="0">
                  <a:moveTo>
                    <a:pt x="847" y="1"/>
                  </a:moveTo>
                  <a:lnTo>
                    <a:pt x="0" y="1176"/>
                  </a:lnTo>
                  <a:lnTo>
                    <a:pt x="1375" y="2079"/>
                  </a:lnTo>
                  <a:lnTo>
                    <a:pt x="2908" y="197"/>
                  </a:lnTo>
                  <a:lnTo>
                    <a:pt x="847"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0"/>
            <p:cNvSpPr/>
            <p:nvPr/>
          </p:nvSpPr>
          <p:spPr>
            <a:xfrm>
              <a:off x="2500340" y="3348452"/>
              <a:ext cx="139759" cy="83417"/>
            </a:xfrm>
            <a:custGeom>
              <a:avLst/>
              <a:gdLst/>
              <a:ahLst/>
              <a:cxnLst/>
              <a:rect l="l" t="t" r="r" b="b"/>
              <a:pathLst>
                <a:path w="1910" h="1140" extrusionOk="0">
                  <a:moveTo>
                    <a:pt x="814" y="0"/>
                  </a:moveTo>
                  <a:lnTo>
                    <a:pt x="0" y="804"/>
                  </a:lnTo>
                  <a:lnTo>
                    <a:pt x="922" y="746"/>
                  </a:lnTo>
                  <a:lnTo>
                    <a:pt x="1565" y="1117"/>
                  </a:lnTo>
                  <a:cubicBezTo>
                    <a:pt x="1595" y="1132"/>
                    <a:pt x="1627" y="1139"/>
                    <a:pt x="1658" y="1139"/>
                  </a:cubicBezTo>
                  <a:cubicBezTo>
                    <a:pt x="1676" y="1139"/>
                    <a:pt x="1694" y="1137"/>
                    <a:pt x="1712" y="1132"/>
                  </a:cubicBezTo>
                  <a:cubicBezTo>
                    <a:pt x="1869" y="1087"/>
                    <a:pt x="1909" y="884"/>
                    <a:pt x="1781" y="783"/>
                  </a:cubicBezTo>
                  <a:lnTo>
                    <a:pt x="814"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0"/>
            <p:cNvSpPr/>
            <p:nvPr/>
          </p:nvSpPr>
          <p:spPr>
            <a:xfrm>
              <a:off x="2499243" y="3381892"/>
              <a:ext cx="101637" cy="62562"/>
            </a:xfrm>
            <a:custGeom>
              <a:avLst/>
              <a:gdLst/>
              <a:ahLst/>
              <a:cxnLst/>
              <a:rect l="l" t="t" r="r" b="b"/>
              <a:pathLst>
                <a:path w="1389" h="855" extrusionOk="0">
                  <a:moveTo>
                    <a:pt x="393" y="0"/>
                  </a:moveTo>
                  <a:lnTo>
                    <a:pt x="0" y="567"/>
                  </a:lnTo>
                  <a:lnTo>
                    <a:pt x="978" y="844"/>
                  </a:lnTo>
                  <a:cubicBezTo>
                    <a:pt x="1004" y="851"/>
                    <a:pt x="1030" y="855"/>
                    <a:pt x="1056" y="855"/>
                  </a:cubicBezTo>
                  <a:cubicBezTo>
                    <a:pt x="1164" y="855"/>
                    <a:pt x="1266" y="794"/>
                    <a:pt x="1316" y="692"/>
                  </a:cubicBezTo>
                  <a:cubicBezTo>
                    <a:pt x="1388" y="540"/>
                    <a:pt x="1317" y="359"/>
                    <a:pt x="1161" y="299"/>
                  </a:cubicBezTo>
                  <a:lnTo>
                    <a:pt x="393"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0"/>
            <p:cNvSpPr/>
            <p:nvPr/>
          </p:nvSpPr>
          <p:spPr>
            <a:xfrm>
              <a:off x="2473120" y="3414380"/>
              <a:ext cx="101710" cy="62562"/>
            </a:xfrm>
            <a:custGeom>
              <a:avLst/>
              <a:gdLst/>
              <a:ahLst/>
              <a:cxnLst/>
              <a:rect l="l" t="t" r="r" b="b"/>
              <a:pathLst>
                <a:path w="1390" h="855" extrusionOk="0">
                  <a:moveTo>
                    <a:pt x="393" y="0"/>
                  </a:moveTo>
                  <a:lnTo>
                    <a:pt x="1" y="567"/>
                  </a:lnTo>
                  <a:lnTo>
                    <a:pt x="979" y="844"/>
                  </a:lnTo>
                  <a:cubicBezTo>
                    <a:pt x="1005" y="851"/>
                    <a:pt x="1031" y="854"/>
                    <a:pt x="1057" y="854"/>
                  </a:cubicBezTo>
                  <a:cubicBezTo>
                    <a:pt x="1165" y="854"/>
                    <a:pt x="1268" y="793"/>
                    <a:pt x="1317" y="692"/>
                  </a:cubicBezTo>
                  <a:cubicBezTo>
                    <a:pt x="1390" y="541"/>
                    <a:pt x="1318" y="359"/>
                    <a:pt x="1161" y="298"/>
                  </a:cubicBezTo>
                  <a:lnTo>
                    <a:pt x="393" y="0"/>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0"/>
            <p:cNvSpPr/>
            <p:nvPr/>
          </p:nvSpPr>
          <p:spPr>
            <a:xfrm>
              <a:off x="2447729" y="3444600"/>
              <a:ext cx="101710" cy="62636"/>
            </a:xfrm>
            <a:custGeom>
              <a:avLst/>
              <a:gdLst/>
              <a:ahLst/>
              <a:cxnLst/>
              <a:rect l="l" t="t" r="r" b="b"/>
              <a:pathLst>
                <a:path w="1390" h="856" extrusionOk="0">
                  <a:moveTo>
                    <a:pt x="392" y="1"/>
                  </a:moveTo>
                  <a:lnTo>
                    <a:pt x="0" y="568"/>
                  </a:lnTo>
                  <a:lnTo>
                    <a:pt x="979" y="845"/>
                  </a:lnTo>
                  <a:cubicBezTo>
                    <a:pt x="1005" y="852"/>
                    <a:pt x="1031" y="855"/>
                    <a:pt x="1057" y="855"/>
                  </a:cubicBezTo>
                  <a:cubicBezTo>
                    <a:pt x="1165" y="855"/>
                    <a:pt x="1267" y="794"/>
                    <a:pt x="1316" y="692"/>
                  </a:cubicBezTo>
                  <a:cubicBezTo>
                    <a:pt x="1389" y="542"/>
                    <a:pt x="1317" y="360"/>
                    <a:pt x="1162" y="299"/>
                  </a:cubicBezTo>
                  <a:lnTo>
                    <a:pt x="392" y="1"/>
                  </a:lnTo>
                  <a:close/>
                </a:path>
              </a:pathLst>
            </a:custGeom>
            <a:solidFill>
              <a:srgbClr val="C88F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0"/>
            <p:cNvSpPr/>
            <p:nvPr/>
          </p:nvSpPr>
          <p:spPr>
            <a:xfrm>
              <a:off x="2369582" y="2549269"/>
              <a:ext cx="262323" cy="324886"/>
            </a:xfrm>
            <a:custGeom>
              <a:avLst/>
              <a:gdLst/>
              <a:ahLst/>
              <a:cxnLst/>
              <a:rect l="l" t="t" r="r" b="b"/>
              <a:pathLst>
                <a:path w="3585" h="4440" extrusionOk="0">
                  <a:moveTo>
                    <a:pt x="1" y="0"/>
                  </a:moveTo>
                  <a:lnTo>
                    <a:pt x="1726" y="3154"/>
                  </a:lnTo>
                  <a:lnTo>
                    <a:pt x="2493" y="4439"/>
                  </a:lnTo>
                  <a:lnTo>
                    <a:pt x="3150" y="3434"/>
                  </a:lnTo>
                  <a:cubicBezTo>
                    <a:pt x="3584" y="2487"/>
                    <a:pt x="3171" y="557"/>
                    <a:pt x="2830" y="483"/>
                  </a:cubicBezTo>
                  <a:cubicBezTo>
                    <a:pt x="2686" y="451"/>
                    <a:pt x="2264" y="447"/>
                    <a:pt x="1907" y="447"/>
                  </a:cubicBezTo>
                  <a:cubicBezTo>
                    <a:pt x="1782" y="447"/>
                    <a:pt x="1666" y="447"/>
                    <a:pt x="1573" y="447"/>
                  </a:cubicBezTo>
                  <a:cubicBezTo>
                    <a:pt x="1453" y="447"/>
                    <a:pt x="1371" y="446"/>
                    <a:pt x="1355" y="443"/>
                  </a:cubicBezTo>
                  <a:lnTo>
                    <a:pt x="1" y="0"/>
                  </a:lnTo>
                  <a:close/>
                </a:path>
              </a:pathLst>
            </a:custGeom>
            <a:solidFill>
              <a:srgbClr val="333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0"/>
            <p:cNvSpPr/>
            <p:nvPr/>
          </p:nvSpPr>
          <p:spPr>
            <a:xfrm>
              <a:off x="2329890" y="2281138"/>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0"/>
            <p:cNvSpPr/>
            <p:nvPr/>
          </p:nvSpPr>
          <p:spPr>
            <a:xfrm>
              <a:off x="2415388" y="3290200"/>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0"/>
            <p:cNvSpPr/>
            <p:nvPr/>
          </p:nvSpPr>
          <p:spPr>
            <a:xfrm>
              <a:off x="2788603" y="4336500"/>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0"/>
            <p:cNvSpPr/>
            <p:nvPr/>
          </p:nvSpPr>
          <p:spPr>
            <a:xfrm>
              <a:off x="2436275" y="2658450"/>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0"/>
            <p:cNvSpPr/>
            <p:nvPr/>
          </p:nvSpPr>
          <p:spPr>
            <a:xfrm>
              <a:off x="2353388" y="2897425"/>
              <a:ext cx="170700" cy="170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04" name="Google Shape;504;p20"/>
          <p:cNvCxnSpPr>
            <a:stCxn id="499" idx="6"/>
            <a:endCxn id="505" idx="1"/>
          </p:cNvCxnSpPr>
          <p:nvPr/>
        </p:nvCxnSpPr>
        <p:spPr>
          <a:xfrm flipV="1">
            <a:off x="890838" y="1210683"/>
            <a:ext cx="1102441" cy="619161"/>
          </a:xfrm>
          <a:prstGeom prst="bentConnector3">
            <a:avLst>
              <a:gd name="adj1" fmla="val 50000"/>
            </a:avLst>
          </a:prstGeom>
          <a:noFill/>
          <a:ln w="19050" cap="rnd" cmpd="sng">
            <a:solidFill>
              <a:schemeClr val="accent6"/>
            </a:solidFill>
            <a:prstDash val="solid"/>
            <a:round/>
            <a:headEnd type="oval" w="med" len="med"/>
            <a:tailEnd type="none" w="med" len="med"/>
          </a:ln>
        </p:spPr>
      </p:cxnSp>
      <p:cxnSp>
        <p:nvCxnSpPr>
          <p:cNvPr id="506" name="Google Shape;506;p20"/>
          <p:cNvCxnSpPr>
            <a:stCxn id="503" idx="6"/>
            <a:endCxn id="507" idx="1"/>
          </p:cNvCxnSpPr>
          <p:nvPr/>
        </p:nvCxnSpPr>
        <p:spPr>
          <a:xfrm>
            <a:off x="914336" y="2446131"/>
            <a:ext cx="1133599" cy="565503"/>
          </a:xfrm>
          <a:prstGeom prst="bentConnector3">
            <a:avLst>
              <a:gd name="adj1" fmla="val 50000"/>
            </a:avLst>
          </a:prstGeom>
          <a:noFill/>
          <a:ln w="19050" cap="rnd" cmpd="sng">
            <a:solidFill>
              <a:schemeClr val="accent6"/>
            </a:solidFill>
            <a:prstDash val="solid"/>
            <a:round/>
            <a:headEnd type="oval" w="med" len="med"/>
            <a:tailEnd type="none" w="med" len="med"/>
          </a:ln>
        </p:spPr>
      </p:cxnSp>
      <p:cxnSp>
        <p:nvCxnSpPr>
          <p:cNvPr id="508" name="Google Shape;508;p20"/>
          <p:cNvCxnSpPr>
            <a:stCxn id="500" idx="6"/>
            <a:endCxn id="509" idx="1"/>
          </p:cNvCxnSpPr>
          <p:nvPr/>
        </p:nvCxnSpPr>
        <p:spPr>
          <a:xfrm>
            <a:off x="976336" y="2838906"/>
            <a:ext cx="1071599" cy="1109240"/>
          </a:xfrm>
          <a:prstGeom prst="bentConnector3">
            <a:avLst>
              <a:gd name="adj1" fmla="val 50000"/>
            </a:avLst>
          </a:prstGeom>
          <a:noFill/>
          <a:ln w="19050" cap="rnd" cmpd="sng">
            <a:solidFill>
              <a:schemeClr val="accent6"/>
            </a:solidFill>
            <a:prstDash val="solid"/>
            <a:round/>
            <a:headEnd type="oval" w="med" len="med"/>
            <a:tailEnd type="none" w="med" len="med"/>
          </a:ln>
        </p:spPr>
      </p:cxnSp>
      <p:cxnSp>
        <p:nvCxnSpPr>
          <p:cNvPr id="510" name="Google Shape;510;p20"/>
          <p:cNvCxnSpPr>
            <a:stCxn id="501" idx="6"/>
            <a:endCxn id="511" idx="1"/>
          </p:cNvCxnSpPr>
          <p:nvPr/>
        </p:nvCxnSpPr>
        <p:spPr>
          <a:xfrm>
            <a:off x="1349551" y="3885206"/>
            <a:ext cx="698399" cy="845432"/>
          </a:xfrm>
          <a:prstGeom prst="bentConnector3">
            <a:avLst>
              <a:gd name="adj1" fmla="val 50000"/>
            </a:avLst>
          </a:prstGeom>
          <a:noFill/>
          <a:ln w="19050" cap="rnd" cmpd="sng">
            <a:solidFill>
              <a:schemeClr val="accent6"/>
            </a:solidFill>
            <a:prstDash val="solid"/>
            <a:round/>
            <a:headEnd type="oval" w="med" len="med"/>
            <a:tailEnd type="none" w="med" len="med"/>
          </a:ln>
        </p:spPr>
      </p:cxnSp>
      <p:cxnSp>
        <p:nvCxnSpPr>
          <p:cNvPr id="512" name="Google Shape;512;p20"/>
          <p:cNvCxnSpPr>
            <a:stCxn id="502" idx="6"/>
            <a:endCxn id="513" idx="1"/>
          </p:cNvCxnSpPr>
          <p:nvPr/>
        </p:nvCxnSpPr>
        <p:spPr>
          <a:xfrm flipV="1">
            <a:off x="997223" y="1992507"/>
            <a:ext cx="995983" cy="214649"/>
          </a:xfrm>
          <a:prstGeom prst="bentConnector3">
            <a:avLst>
              <a:gd name="adj1" fmla="val 50000"/>
            </a:avLst>
          </a:prstGeom>
          <a:noFill/>
          <a:ln w="19050" cap="rnd" cmpd="sng">
            <a:solidFill>
              <a:schemeClr val="accent6"/>
            </a:solidFill>
            <a:prstDash val="solid"/>
            <a:round/>
            <a:headEnd type="oval" w="med" len="med"/>
            <a:tailEnd type="none" w="med" len="med"/>
          </a:ln>
        </p:spPr>
      </p:cxnSp>
      <p:sp>
        <p:nvSpPr>
          <p:cNvPr id="514" name="Google Shape;514;p20"/>
          <p:cNvSpPr/>
          <p:nvPr/>
        </p:nvSpPr>
        <p:spPr>
          <a:xfrm flipH="1">
            <a:off x="2381406" y="987607"/>
            <a:ext cx="1897225" cy="441600"/>
          </a:xfrm>
          <a:prstGeom prst="roundRect">
            <a:avLst>
              <a:gd name="adj" fmla="val 50000"/>
            </a:avLst>
          </a:prstGeom>
          <a:solidFill>
            <a:schemeClr val="accent4"/>
          </a:solidFill>
          <a:ln>
            <a:noFill/>
          </a:ln>
        </p:spPr>
        <p:txBody>
          <a:bodyPr spcFirstLastPara="1" wrap="square" lIns="0" tIns="91425" rIns="0" bIns="91425" anchor="ctr" anchorCtr="0">
            <a:noAutofit/>
          </a:bodyPr>
          <a:lstStyle/>
          <a:p>
            <a:pPr lvl="0" algn="ctr">
              <a:lnSpc>
                <a:spcPct val="115000"/>
              </a:lnSpc>
            </a:pPr>
            <a:r>
              <a:rPr lang="en-IN" dirty="0"/>
              <a:t>Semantic AI Matching</a:t>
            </a:r>
            <a:endParaRPr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505" name="Google Shape;505;p20"/>
          <p:cNvSpPr txBox="1"/>
          <p:nvPr/>
        </p:nvSpPr>
        <p:spPr>
          <a:xfrm>
            <a:off x="1993279" y="979833"/>
            <a:ext cx="388200" cy="461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GB"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01</a:t>
            </a:r>
            <a:endParaRPr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515" name="Google Shape;515;p20"/>
          <p:cNvSpPr/>
          <p:nvPr/>
        </p:nvSpPr>
        <p:spPr>
          <a:xfrm flipH="1">
            <a:off x="2381333" y="1770001"/>
            <a:ext cx="1897225" cy="441600"/>
          </a:xfrm>
          <a:prstGeom prst="roundRect">
            <a:avLst>
              <a:gd name="adj" fmla="val 50000"/>
            </a:avLst>
          </a:prstGeom>
          <a:solidFill>
            <a:schemeClr val="accent1"/>
          </a:solidFill>
          <a:ln>
            <a:noFill/>
          </a:ln>
        </p:spPr>
        <p:txBody>
          <a:bodyPr spcFirstLastPara="1" wrap="square" lIns="0" tIns="91425" rIns="0" bIns="91425" anchor="ctr" anchorCtr="0">
            <a:noAutofit/>
          </a:bodyPr>
          <a:lstStyle/>
          <a:p>
            <a:pPr lvl="0" algn="ctr">
              <a:lnSpc>
                <a:spcPct val="115000"/>
              </a:lnSpc>
              <a:buClr>
                <a:schemeClr val="dk1"/>
              </a:buClr>
              <a:buSzPts val="1100"/>
            </a:pPr>
            <a:r>
              <a:rPr lang="en-IN" dirty="0"/>
              <a:t>Skill-Gap Analysis</a:t>
            </a:r>
            <a:endParaRPr lang="en-US" dirty="0">
              <a:solidFill>
                <a:schemeClr val="dk1"/>
              </a:solidFill>
              <a:latin typeface="Roboto" panose="02000000000000000000"/>
              <a:ea typeface="Roboto" panose="02000000000000000000"/>
              <a:cs typeface="Roboto" panose="02000000000000000000"/>
              <a:sym typeface="Roboto" panose="02000000000000000000"/>
            </a:endParaRPr>
          </a:p>
        </p:txBody>
      </p:sp>
      <p:sp>
        <p:nvSpPr>
          <p:cNvPr id="513" name="Google Shape;513;p20"/>
          <p:cNvSpPr txBox="1"/>
          <p:nvPr/>
        </p:nvSpPr>
        <p:spPr>
          <a:xfrm>
            <a:off x="1993206" y="1761657"/>
            <a:ext cx="388200" cy="461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GB"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02</a:t>
            </a:r>
            <a:endParaRPr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516" name="Google Shape;516;p20"/>
          <p:cNvSpPr/>
          <p:nvPr/>
        </p:nvSpPr>
        <p:spPr>
          <a:xfrm flipH="1">
            <a:off x="2436062" y="2789697"/>
            <a:ext cx="1897225" cy="441600"/>
          </a:xfrm>
          <a:prstGeom prst="roundRect">
            <a:avLst>
              <a:gd name="adj" fmla="val 50000"/>
            </a:avLst>
          </a:prstGeom>
          <a:solidFill>
            <a:schemeClr val="accent3"/>
          </a:solidFill>
          <a:ln>
            <a:noFill/>
          </a:ln>
        </p:spPr>
        <p:txBody>
          <a:bodyPr spcFirstLastPara="1" wrap="square" lIns="0" tIns="91425" rIns="0" bIns="91425" anchor="ctr" anchorCtr="0">
            <a:noAutofit/>
          </a:bodyPr>
          <a:lstStyle/>
          <a:p>
            <a:pPr lvl="0" algn="ctr">
              <a:lnSpc>
                <a:spcPct val="115000"/>
              </a:lnSpc>
              <a:buClr>
                <a:schemeClr val="dk1"/>
              </a:buClr>
              <a:buSzPts val="1100"/>
            </a:pPr>
            <a:r>
              <a:rPr lang="en-IN" dirty="0"/>
              <a:t>Explainable Recruitment</a:t>
            </a:r>
            <a:endParaRPr dirty="0">
              <a:solidFill>
                <a:schemeClr val="dk1"/>
              </a:solidFill>
              <a:latin typeface="Roboto" panose="02000000000000000000"/>
              <a:ea typeface="Roboto" panose="02000000000000000000"/>
              <a:cs typeface="Roboto" panose="02000000000000000000"/>
              <a:sym typeface="Roboto" panose="02000000000000000000"/>
            </a:endParaRPr>
          </a:p>
        </p:txBody>
      </p:sp>
      <p:sp>
        <p:nvSpPr>
          <p:cNvPr id="507" name="Google Shape;507;p20"/>
          <p:cNvSpPr txBox="1"/>
          <p:nvPr/>
        </p:nvSpPr>
        <p:spPr>
          <a:xfrm>
            <a:off x="2047935" y="2780784"/>
            <a:ext cx="388200" cy="461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GB" u="sng">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03</a:t>
            </a:r>
            <a:endParaRPr u="sng">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517" name="Google Shape;517;p20"/>
          <p:cNvSpPr/>
          <p:nvPr/>
        </p:nvSpPr>
        <p:spPr>
          <a:xfrm flipH="1">
            <a:off x="2436062" y="3726777"/>
            <a:ext cx="1897225" cy="441600"/>
          </a:xfrm>
          <a:prstGeom prst="roundRect">
            <a:avLst>
              <a:gd name="adj" fmla="val 50000"/>
            </a:avLst>
          </a:prstGeom>
          <a:solidFill>
            <a:schemeClr val="accent5"/>
          </a:solidFill>
          <a:ln>
            <a:noFill/>
          </a:ln>
        </p:spPr>
        <p:txBody>
          <a:bodyPr spcFirstLastPara="1" wrap="square" lIns="0" tIns="91425" rIns="0" bIns="91425" anchor="ctr" anchorCtr="0">
            <a:noAutofit/>
          </a:bodyPr>
          <a:lstStyle/>
          <a:p>
            <a:pPr lvl="0" algn="ctr">
              <a:lnSpc>
                <a:spcPct val="115000"/>
              </a:lnSpc>
            </a:pPr>
            <a:r>
              <a:rPr lang="en-IN" dirty="0"/>
              <a:t>Automated Applicant Ranking</a:t>
            </a:r>
            <a:endParaRPr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509" name="Google Shape;509;p20"/>
          <p:cNvSpPr txBox="1"/>
          <p:nvPr/>
        </p:nvSpPr>
        <p:spPr>
          <a:xfrm>
            <a:off x="2047935" y="3717296"/>
            <a:ext cx="388200" cy="461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GB"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04</a:t>
            </a:r>
            <a:endParaRPr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518" name="Google Shape;518;p20"/>
          <p:cNvSpPr/>
          <p:nvPr/>
        </p:nvSpPr>
        <p:spPr>
          <a:xfrm flipH="1">
            <a:off x="2436077" y="4509838"/>
            <a:ext cx="1897225" cy="441600"/>
          </a:xfrm>
          <a:prstGeom prst="roundRect">
            <a:avLst>
              <a:gd name="adj" fmla="val 50000"/>
            </a:avLst>
          </a:prstGeom>
          <a:solidFill>
            <a:schemeClr val="accent2"/>
          </a:solidFill>
          <a:ln>
            <a:noFill/>
          </a:ln>
        </p:spPr>
        <p:txBody>
          <a:bodyPr spcFirstLastPara="1" wrap="square" lIns="0" tIns="91425" rIns="0" bIns="91425" anchor="ctr" anchorCtr="0">
            <a:noAutofit/>
          </a:bodyPr>
          <a:lstStyle/>
          <a:p>
            <a:pPr lvl="0" algn="ctr">
              <a:lnSpc>
                <a:spcPct val="115000"/>
              </a:lnSpc>
              <a:buClr>
                <a:schemeClr val="dk1"/>
              </a:buClr>
              <a:buSzPts val="1100"/>
            </a:pPr>
            <a:r>
              <a:rPr lang="en-IN" dirty="0"/>
              <a:t>Integrated Microservices</a:t>
            </a:r>
            <a:endParaRPr dirty="0">
              <a:solidFill>
                <a:schemeClr val="dk1"/>
              </a:solidFill>
              <a:latin typeface="Roboto" panose="02000000000000000000"/>
              <a:ea typeface="Roboto" panose="02000000000000000000"/>
              <a:cs typeface="Roboto" panose="02000000000000000000"/>
              <a:sym typeface="Roboto" panose="02000000000000000000"/>
            </a:endParaRPr>
          </a:p>
        </p:txBody>
      </p:sp>
      <p:sp>
        <p:nvSpPr>
          <p:cNvPr id="511" name="Google Shape;511;p20"/>
          <p:cNvSpPr txBox="1"/>
          <p:nvPr/>
        </p:nvSpPr>
        <p:spPr>
          <a:xfrm>
            <a:off x="2047950" y="4499788"/>
            <a:ext cx="388200" cy="461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GB"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rPr>
              <a:t>05</a:t>
            </a:r>
            <a:endParaRPr u="sng"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14" name="TextBox 13"/>
          <p:cNvSpPr txBox="1"/>
          <p:nvPr/>
        </p:nvSpPr>
        <p:spPr>
          <a:xfrm>
            <a:off x="4517409" y="946797"/>
            <a:ext cx="4524233" cy="523220"/>
          </a:xfrm>
          <a:prstGeom prst="rect">
            <a:avLst/>
          </a:prstGeom>
          <a:noFill/>
        </p:spPr>
        <p:txBody>
          <a:bodyPr wrap="square" rtlCol="0">
            <a:spAutoFit/>
          </a:bodyPr>
          <a:lstStyle/>
          <a:p>
            <a:r>
              <a:rPr lang="en-IN" dirty="0"/>
              <a:t>Matches candidates and opportunities based on relevance rather than relying only on exact keywords.</a:t>
            </a:r>
          </a:p>
        </p:txBody>
      </p:sp>
      <p:sp>
        <p:nvSpPr>
          <p:cNvPr id="16" name="TextBox 15"/>
          <p:cNvSpPr txBox="1"/>
          <p:nvPr/>
        </p:nvSpPr>
        <p:spPr>
          <a:xfrm>
            <a:off x="4517409" y="1729191"/>
            <a:ext cx="4472801" cy="523220"/>
          </a:xfrm>
          <a:prstGeom prst="rect">
            <a:avLst/>
          </a:prstGeom>
          <a:noFill/>
        </p:spPr>
        <p:txBody>
          <a:bodyPr wrap="square">
            <a:spAutoFit/>
          </a:bodyPr>
          <a:lstStyle/>
          <a:p>
            <a:r>
              <a:rPr lang="en-IN" dirty="0"/>
              <a:t>Identifies skills required by a job that are missing from the candidate profile.</a:t>
            </a:r>
          </a:p>
        </p:txBody>
      </p:sp>
      <p:sp>
        <p:nvSpPr>
          <p:cNvPr id="18" name="TextBox 17"/>
          <p:cNvSpPr txBox="1"/>
          <p:nvPr/>
        </p:nvSpPr>
        <p:spPr>
          <a:xfrm>
            <a:off x="4517409" y="2748887"/>
            <a:ext cx="3691593" cy="523220"/>
          </a:xfrm>
          <a:prstGeom prst="rect">
            <a:avLst/>
          </a:prstGeom>
          <a:noFill/>
        </p:spPr>
        <p:txBody>
          <a:bodyPr wrap="square">
            <a:spAutoFit/>
          </a:bodyPr>
          <a:lstStyle/>
          <a:p>
            <a:pPr>
              <a:buNone/>
            </a:pPr>
            <a:r>
              <a:rPr lang="en-IN" dirty="0"/>
              <a:t>Helps candidates and recruiters understand matching results.</a:t>
            </a:r>
          </a:p>
        </p:txBody>
      </p:sp>
      <p:sp>
        <p:nvSpPr>
          <p:cNvPr id="20" name="TextBox 19"/>
          <p:cNvSpPr txBox="1"/>
          <p:nvPr/>
        </p:nvSpPr>
        <p:spPr>
          <a:xfrm>
            <a:off x="4572000" y="3717296"/>
            <a:ext cx="4138684" cy="523220"/>
          </a:xfrm>
          <a:prstGeom prst="rect">
            <a:avLst/>
          </a:prstGeom>
          <a:noFill/>
        </p:spPr>
        <p:txBody>
          <a:bodyPr wrap="square">
            <a:spAutoFit/>
          </a:bodyPr>
          <a:lstStyle/>
          <a:p>
            <a:r>
              <a:rPr lang="en-IN" dirty="0"/>
              <a:t>Prioritizes relevant candidates to reduce recruiter screening effort.</a:t>
            </a:r>
          </a:p>
        </p:txBody>
      </p:sp>
      <p:sp>
        <p:nvSpPr>
          <p:cNvPr id="22" name="TextBox 21"/>
          <p:cNvSpPr txBox="1"/>
          <p:nvPr/>
        </p:nvSpPr>
        <p:spPr>
          <a:xfrm>
            <a:off x="4572000" y="4469028"/>
            <a:ext cx="3442648" cy="523220"/>
          </a:xfrm>
          <a:prstGeom prst="rect">
            <a:avLst/>
          </a:prstGeom>
          <a:noFill/>
        </p:spPr>
        <p:txBody>
          <a:bodyPr wrap="square">
            <a:spAutoFit/>
          </a:bodyPr>
          <a:lstStyle/>
          <a:p>
            <a:r>
              <a:rPr lang="en-IN" dirty="0"/>
              <a:t>Combines recruitment and AI functions into independently deployable services.</a:t>
            </a:r>
          </a:p>
        </p:txBody>
      </p:sp>
      <p:pic>
        <p:nvPicPr>
          <p:cNvPr id="3" name="Picture 2"/>
          <p:cNvPicPr>
            <a:picLocks noChangeAspect="1"/>
          </p:cNvPicPr>
          <p:nvPr/>
        </p:nvPicPr>
        <p:blipFill>
          <a:blip r:embed="rId3"/>
          <a:srcRect l="1773"/>
          <a:stretch>
            <a:fillRect/>
          </a:stretch>
        </p:blipFill>
        <p:spPr>
          <a:xfrm>
            <a:off x="0" y="5080"/>
            <a:ext cx="1618615" cy="7759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905" name="Google Shape;905;p26"/>
          <p:cNvSpPr txBox="1">
            <a:spLocks noGrp="1"/>
          </p:cNvSpPr>
          <p:nvPr>
            <p:ph type="title"/>
          </p:nvPr>
        </p:nvSpPr>
        <p:spPr>
          <a:xfrm>
            <a:off x="698477" y="309953"/>
            <a:ext cx="7704000" cy="388500"/>
          </a:xfrm>
          <a:prstGeom prst="rect">
            <a:avLst/>
          </a:prstGeom>
        </p:spPr>
        <p:txBody>
          <a:bodyPr spcFirstLastPara="1" wrap="square" lIns="91425" tIns="91425" rIns="91425" bIns="91425" anchor="ctr" anchorCtr="0">
            <a:noAutofit/>
          </a:bodyPr>
          <a:lstStyle/>
          <a:p>
            <a:pPr lvl="0">
              <a:buSzPts val="1100"/>
            </a:pPr>
            <a:r>
              <a:rPr lang="en-IN" dirty="0"/>
              <a:t>FEASIBILITY STUDY</a:t>
            </a:r>
            <a:endParaRPr dirty="0"/>
          </a:p>
        </p:txBody>
      </p:sp>
      <p:grpSp>
        <p:nvGrpSpPr>
          <p:cNvPr id="939" name="Google Shape;939;p26"/>
          <p:cNvGrpSpPr/>
          <p:nvPr/>
        </p:nvGrpSpPr>
        <p:grpSpPr>
          <a:xfrm>
            <a:off x="0" y="1121757"/>
            <a:ext cx="2253247" cy="1200126"/>
            <a:chOff x="352063" y="1418091"/>
            <a:chExt cx="2472086" cy="920491"/>
          </a:xfrm>
        </p:grpSpPr>
        <p:sp>
          <p:nvSpPr>
            <p:cNvPr id="904" name="Google Shape;904;p26"/>
            <p:cNvSpPr/>
            <p:nvPr/>
          </p:nvSpPr>
          <p:spPr>
            <a:xfrm flipH="1">
              <a:off x="352063" y="1418091"/>
              <a:ext cx="2472086" cy="297978"/>
            </a:xfrm>
            <a:prstGeom prst="roundRect">
              <a:avLst>
                <a:gd name="adj" fmla="val 50000"/>
              </a:avLst>
            </a:prstGeom>
            <a:solidFill>
              <a:schemeClr val="accent4"/>
            </a:solidFill>
            <a:ln>
              <a:noFill/>
            </a:ln>
          </p:spPr>
          <p:txBody>
            <a:bodyPr spcFirstLastPara="1" wrap="square" lIns="0" tIns="91425" rIns="0" bIns="91425" anchor="ctr" anchorCtr="0">
              <a:noAutofit/>
            </a:bodyPr>
            <a:lstStyle/>
            <a:p>
              <a:pPr lvl="0" algn="ctr"/>
              <a:r>
                <a:rPr lang="en-IN" sz="1200" b="1" dirty="0"/>
                <a:t>Technical Feasibility</a:t>
              </a:r>
              <a:endParaRPr sz="12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940" name="Google Shape;940;p26"/>
            <p:cNvSpPr txBox="1"/>
            <p:nvPr/>
          </p:nvSpPr>
          <p:spPr>
            <a:xfrm>
              <a:off x="352063" y="1845982"/>
              <a:ext cx="2445122" cy="492600"/>
            </a:xfrm>
            <a:prstGeom prst="rect">
              <a:avLst/>
            </a:prstGeom>
            <a:noFill/>
            <a:ln>
              <a:noFill/>
            </a:ln>
          </p:spPr>
          <p:txBody>
            <a:bodyPr spcFirstLastPara="1" wrap="square" lIns="91425" tIns="91425" rIns="91425" bIns="91425" anchor="ctr" anchorCtr="0">
              <a:noAutofit/>
            </a:bodyPr>
            <a:lstStyle/>
            <a:p>
              <a:pPr marL="171450" lvl="0" indent="-171450">
                <a:buFont typeface="Arial" panose="020B0604020202020204" pitchFamily="34" charset="0"/>
                <a:buChar char="•"/>
              </a:pPr>
              <a:r>
                <a:rPr lang="en-IN" sz="1050" dirty="0"/>
                <a:t>Microservices and REST APIs support modular development. </a:t>
              </a:r>
            </a:p>
            <a:p>
              <a:pPr marL="171450" lvl="0" indent="-171450">
                <a:buFont typeface="Arial" panose="020B0604020202020204" pitchFamily="34" charset="0"/>
                <a:buChar char="•"/>
              </a:pPr>
              <a:r>
                <a:rPr lang="en-IN" sz="1050" dirty="0"/>
                <a:t>AI functions can be implemented as independent services.</a:t>
              </a:r>
            </a:p>
          </p:txBody>
        </p:sp>
      </p:grpSp>
      <p:grpSp>
        <p:nvGrpSpPr>
          <p:cNvPr id="941" name="Google Shape;941;p26"/>
          <p:cNvGrpSpPr/>
          <p:nvPr/>
        </p:nvGrpSpPr>
        <p:grpSpPr>
          <a:xfrm>
            <a:off x="2282958" y="1152008"/>
            <a:ext cx="2335933" cy="1171507"/>
            <a:chOff x="332738" y="3461227"/>
            <a:chExt cx="2667099" cy="1171507"/>
          </a:xfrm>
        </p:grpSpPr>
        <p:sp>
          <p:nvSpPr>
            <p:cNvPr id="914" name="Google Shape;914;p26"/>
            <p:cNvSpPr/>
            <p:nvPr/>
          </p:nvSpPr>
          <p:spPr>
            <a:xfrm flipH="1">
              <a:off x="332738" y="3461227"/>
              <a:ext cx="2667099" cy="388500"/>
            </a:xfrm>
            <a:prstGeom prst="roundRect">
              <a:avLst>
                <a:gd name="adj" fmla="val 50000"/>
              </a:avLst>
            </a:prstGeom>
            <a:solidFill>
              <a:schemeClr val="accent3"/>
            </a:solidFill>
            <a:ln>
              <a:noFill/>
            </a:ln>
          </p:spPr>
          <p:txBody>
            <a:bodyPr spcFirstLastPara="1" wrap="square" lIns="0" tIns="91425" rIns="0" bIns="91425" anchor="ctr" anchorCtr="0">
              <a:noAutofit/>
            </a:bodyPr>
            <a:lstStyle/>
            <a:p>
              <a:pPr lvl="0" algn="ctr">
                <a:buClr>
                  <a:schemeClr val="dk1"/>
                </a:buClr>
                <a:buSzPts val="1100"/>
              </a:pPr>
              <a:r>
                <a:rPr lang="en-IN" sz="1200" b="1" dirty="0"/>
                <a:t>Operational Feasibility</a:t>
              </a:r>
              <a:endParaRPr sz="12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942" name="Google Shape;942;p26"/>
            <p:cNvSpPr txBox="1"/>
            <p:nvPr/>
          </p:nvSpPr>
          <p:spPr>
            <a:xfrm>
              <a:off x="332738" y="4140134"/>
              <a:ext cx="2589615" cy="492600"/>
            </a:xfrm>
            <a:prstGeom prst="rect">
              <a:avLst/>
            </a:prstGeom>
            <a:noFill/>
            <a:ln>
              <a:noFill/>
            </a:ln>
          </p:spPr>
          <p:txBody>
            <a:bodyPr spcFirstLastPara="1" wrap="square" lIns="91425" tIns="91425" rIns="91425" bIns="91425" anchor="ctr" anchorCtr="0">
              <a:noAutofit/>
            </a:bodyPr>
            <a:lstStyle/>
            <a:p>
              <a:pPr marL="171450" lvl="0" indent="-171450">
                <a:buFont typeface="Arial" panose="020B0604020202020204" pitchFamily="34" charset="0"/>
                <a:buChar char="•"/>
              </a:pPr>
              <a:r>
                <a:rPr lang="en-IN" sz="1050" dirty="0"/>
                <a:t>Simplifies job discovery for candidates. </a:t>
              </a:r>
            </a:p>
            <a:p>
              <a:pPr marL="171450" lvl="0" indent="-171450">
                <a:buFont typeface="Arial" panose="020B0604020202020204" pitchFamily="34" charset="0"/>
                <a:buChar char="•"/>
              </a:pPr>
              <a:r>
                <a:rPr lang="en-IN" sz="1050" dirty="0"/>
                <a:t>Reduces manual screening effort for recruiters.</a:t>
              </a:r>
            </a:p>
          </p:txBody>
        </p:sp>
      </p:grpSp>
      <p:grpSp>
        <p:nvGrpSpPr>
          <p:cNvPr id="943" name="Google Shape;943;p26"/>
          <p:cNvGrpSpPr/>
          <p:nvPr/>
        </p:nvGrpSpPr>
        <p:grpSpPr>
          <a:xfrm>
            <a:off x="4647423" y="1152008"/>
            <a:ext cx="2379218" cy="1169875"/>
            <a:chOff x="5979344" y="1594830"/>
            <a:chExt cx="1761548" cy="1169875"/>
          </a:xfrm>
        </p:grpSpPr>
        <p:sp>
          <p:nvSpPr>
            <p:cNvPr id="900" name="Google Shape;900;p26"/>
            <p:cNvSpPr/>
            <p:nvPr/>
          </p:nvSpPr>
          <p:spPr>
            <a:xfrm flipH="1">
              <a:off x="6011392" y="1594830"/>
              <a:ext cx="1729500" cy="388500"/>
            </a:xfrm>
            <a:prstGeom prst="roundRect">
              <a:avLst>
                <a:gd name="adj" fmla="val 50000"/>
              </a:avLst>
            </a:prstGeom>
            <a:solidFill>
              <a:schemeClr val="accent1"/>
            </a:solidFill>
            <a:ln>
              <a:noFill/>
            </a:ln>
          </p:spPr>
          <p:txBody>
            <a:bodyPr spcFirstLastPara="1" wrap="square" lIns="0" tIns="91425" rIns="0" bIns="91425" anchor="ctr" anchorCtr="0">
              <a:noAutofit/>
            </a:bodyPr>
            <a:lstStyle/>
            <a:p>
              <a:pPr lvl="0" algn="ctr"/>
              <a:r>
                <a:rPr lang="en-IN" sz="1200" b="1" dirty="0"/>
                <a:t>Scalability Feasibility</a:t>
              </a:r>
              <a:endParaRPr sz="12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944" name="Google Shape;944;p26"/>
            <p:cNvSpPr txBox="1"/>
            <p:nvPr/>
          </p:nvSpPr>
          <p:spPr>
            <a:xfrm>
              <a:off x="5979344" y="2272105"/>
              <a:ext cx="1573800" cy="492600"/>
            </a:xfrm>
            <a:prstGeom prst="rect">
              <a:avLst/>
            </a:prstGeom>
            <a:noFill/>
            <a:ln>
              <a:noFill/>
            </a:ln>
          </p:spPr>
          <p:txBody>
            <a:bodyPr spcFirstLastPara="1" wrap="square" lIns="91425" tIns="91425" rIns="91425" bIns="91425" anchor="ctr" anchorCtr="0">
              <a:noAutofit/>
            </a:bodyPr>
            <a:lstStyle/>
            <a:p>
              <a:pPr marL="171450" lvl="0" indent="-171450">
                <a:buFont typeface="Arial" panose="020B0604020202020204" pitchFamily="34" charset="0"/>
                <a:buChar char="•"/>
              </a:pPr>
              <a:r>
                <a:rPr lang="en-IN" sz="1050" dirty="0"/>
                <a:t>Individual services can be independently scaled. </a:t>
              </a:r>
            </a:p>
            <a:p>
              <a:pPr marL="171450" lvl="0" indent="-171450">
                <a:buFont typeface="Arial" panose="020B0604020202020204" pitchFamily="34" charset="0"/>
                <a:buChar char="•"/>
              </a:pPr>
              <a:r>
                <a:rPr lang="en-IN" sz="1050" dirty="0"/>
                <a:t>New AI features can be added without redesigning the entire system.</a:t>
              </a:r>
            </a:p>
          </p:txBody>
        </p:sp>
      </p:grpSp>
      <p:grpSp>
        <p:nvGrpSpPr>
          <p:cNvPr id="945" name="Google Shape;945;p26"/>
          <p:cNvGrpSpPr/>
          <p:nvPr/>
        </p:nvGrpSpPr>
        <p:grpSpPr>
          <a:xfrm>
            <a:off x="6861042" y="1152008"/>
            <a:ext cx="2426156" cy="1169875"/>
            <a:chOff x="6228240" y="3499702"/>
            <a:chExt cx="2819498" cy="1169875"/>
          </a:xfrm>
        </p:grpSpPr>
        <p:sp>
          <p:nvSpPr>
            <p:cNvPr id="901" name="Google Shape;901;p26"/>
            <p:cNvSpPr/>
            <p:nvPr/>
          </p:nvSpPr>
          <p:spPr>
            <a:xfrm flipH="1">
              <a:off x="6457625" y="3499702"/>
              <a:ext cx="2423699" cy="388500"/>
            </a:xfrm>
            <a:prstGeom prst="roundRect">
              <a:avLst>
                <a:gd name="adj" fmla="val 50000"/>
              </a:avLst>
            </a:prstGeom>
            <a:solidFill>
              <a:schemeClr val="accent5"/>
            </a:solidFill>
            <a:ln>
              <a:noFill/>
            </a:ln>
          </p:spPr>
          <p:txBody>
            <a:bodyPr spcFirstLastPara="1" wrap="square" lIns="0" tIns="91425" rIns="0" bIns="91425" anchor="ctr" anchorCtr="0">
              <a:noAutofit/>
            </a:bodyPr>
            <a:lstStyle/>
            <a:p>
              <a:pPr lvl="0" algn="ctr"/>
              <a:r>
                <a:rPr lang="en-IN" sz="1200" b="1" dirty="0"/>
                <a:t>Economic Feasibility</a:t>
              </a:r>
              <a:endParaRPr sz="1200" b="1"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sp>
          <p:nvSpPr>
            <p:cNvPr id="946" name="Google Shape;946;p26"/>
            <p:cNvSpPr txBox="1"/>
            <p:nvPr/>
          </p:nvSpPr>
          <p:spPr>
            <a:xfrm>
              <a:off x="6228240" y="4176977"/>
              <a:ext cx="2819498" cy="492600"/>
            </a:xfrm>
            <a:prstGeom prst="rect">
              <a:avLst/>
            </a:prstGeom>
            <a:noFill/>
            <a:ln>
              <a:noFill/>
            </a:ln>
          </p:spPr>
          <p:txBody>
            <a:bodyPr spcFirstLastPara="1" wrap="square" lIns="91425" tIns="91425" rIns="91425" bIns="91425" anchor="ctr" anchorCtr="0">
              <a:noAutofit/>
            </a:bodyPr>
            <a:lstStyle/>
            <a:p>
              <a:pPr marL="171450" lvl="0" indent="-171450">
                <a:buFont typeface="Arial" panose="020B0604020202020204" pitchFamily="34" charset="0"/>
                <a:buChar char="•"/>
              </a:pPr>
              <a:r>
                <a:rPr lang="en-IN" sz="1050" dirty="0"/>
                <a:t>Can be developed using commonly available development tools and frameworks. </a:t>
              </a:r>
            </a:p>
            <a:p>
              <a:pPr marL="171450" lvl="0" indent="-171450">
                <a:buFont typeface="Arial" panose="020B0604020202020204" pitchFamily="34" charset="0"/>
                <a:buChar char="•"/>
              </a:pPr>
              <a:r>
                <a:rPr lang="en-IN" sz="1050" dirty="0"/>
                <a:t>Modular design avoids unnecessary resource usage.</a:t>
              </a:r>
            </a:p>
          </p:txBody>
        </p:sp>
      </p:grpSp>
      <p:pic>
        <p:nvPicPr>
          <p:cNvPr id="3" name="Picture 2"/>
          <p:cNvPicPr>
            <a:picLocks noChangeAspect="1"/>
          </p:cNvPicPr>
          <p:nvPr/>
        </p:nvPicPr>
        <p:blipFill>
          <a:blip r:embed="rId3"/>
          <a:srcRect l="1773"/>
          <a:stretch>
            <a:fillRect/>
          </a:stretch>
        </p:blipFill>
        <p:spPr>
          <a:xfrm>
            <a:off x="0" y="5080"/>
            <a:ext cx="1618615" cy="775970"/>
          </a:xfrm>
          <a:prstGeom prst="rect">
            <a:avLst/>
          </a:prstGeom>
        </p:spPr>
      </p:pic>
      <p:sp>
        <p:nvSpPr>
          <p:cNvPr id="996" name="TextBox 995"/>
          <p:cNvSpPr txBox="1"/>
          <p:nvPr/>
        </p:nvSpPr>
        <p:spPr>
          <a:xfrm>
            <a:off x="-501749" y="2517337"/>
            <a:ext cx="10241280" cy="384721"/>
          </a:xfrm>
          <a:prstGeom prst="rect">
            <a:avLst/>
          </a:prstGeom>
          <a:noFill/>
        </p:spPr>
        <p:txBody>
          <a:bodyPr wrap="square">
            <a:spAutoFit/>
          </a:bodyPr>
          <a:lstStyle/>
          <a:p>
            <a:pPr algn="ctr"/>
            <a:r>
              <a:rPr sz="1900" b="1">
                <a:solidFill>
                  <a:srgbClr val="4472C4"/>
                </a:solidFill>
                <a:latin typeface="Times New Roman" panose="02020603050405020304"/>
              </a:rPr>
              <a:t>PROJECT TIMELINE</a:t>
            </a:r>
          </a:p>
        </p:txBody>
      </p:sp>
      <p:sp>
        <p:nvSpPr>
          <p:cNvPr id="998" name="Rectangle 997"/>
          <p:cNvSpPr/>
          <p:nvPr/>
        </p:nvSpPr>
        <p:spPr>
          <a:xfrm>
            <a:off x="-318869" y="3157417"/>
            <a:ext cx="9555480" cy="457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0" name="Oval 999"/>
          <p:cNvSpPr/>
          <p:nvPr/>
        </p:nvSpPr>
        <p:spPr>
          <a:xfrm>
            <a:off x="234066" y="2927908"/>
            <a:ext cx="457200" cy="457200"/>
          </a:xfrm>
          <a:prstGeom prst="ellipse">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dirty="0">
                <a:solidFill>
                  <a:srgbClr val="FFFFFF"/>
                </a:solidFill>
                <a:latin typeface="Times New Roman" panose="02020603050405020304"/>
              </a:rPr>
              <a:t>01</a:t>
            </a:r>
          </a:p>
        </p:txBody>
      </p:sp>
      <p:sp>
        <p:nvSpPr>
          <p:cNvPr id="1002" name="TextBox 1001"/>
          <p:cNvSpPr txBox="1"/>
          <p:nvPr/>
        </p:nvSpPr>
        <p:spPr>
          <a:xfrm>
            <a:off x="-236573" y="3567078"/>
            <a:ext cx="1737360" cy="600164"/>
          </a:xfrm>
          <a:prstGeom prst="rect">
            <a:avLst/>
          </a:prstGeom>
          <a:noFill/>
        </p:spPr>
        <p:txBody>
          <a:bodyPr wrap="square">
            <a:spAutoFit/>
          </a:bodyPr>
          <a:lstStyle/>
          <a:p>
            <a:pPr algn="ctr"/>
            <a:r>
              <a:rPr sz="1100" b="1" dirty="0">
                <a:solidFill>
                  <a:srgbClr val="4472C4"/>
                </a:solidFill>
                <a:latin typeface="Times New Roman" panose="02020603050405020304"/>
              </a:rPr>
              <a:t>Research &amp; Planning</a:t>
            </a:r>
          </a:p>
          <a:p>
            <a:pPr algn="ctr"/>
            <a:r>
              <a:rPr sz="1100" dirty="0">
                <a:solidFill>
                  <a:srgbClr val="222222"/>
                </a:solidFill>
                <a:latin typeface="Times New Roman" panose="02020603050405020304"/>
              </a:rPr>
              <a:t>Literature Survey
Requirement Analysis</a:t>
            </a:r>
          </a:p>
        </p:txBody>
      </p:sp>
      <p:sp>
        <p:nvSpPr>
          <p:cNvPr id="1004" name="Oval 1003"/>
          <p:cNvSpPr/>
          <p:nvPr/>
        </p:nvSpPr>
        <p:spPr>
          <a:xfrm>
            <a:off x="1738531" y="2928817"/>
            <a:ext cx="457200" cy="457200"/>
          </a:xfrm>
          <a:prstGeom prst="ellipse">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Times New Roman" panose="02020603050405020304"/>
              </a:rPr>
              <a:t>02</a:t>
            </a:r>
          </a:p>
        </p:txBody>
      </p:sp>
      <p:sp>
        <p:nvSpPr>
          <p:cNvPr id="1006" name="TextBox 1005"/>
          <p:cNvSpPr txBox="1"/>
          <p:nvPr/>
        </p:nvSpPr>
        <p:spPr>
          <a:xfrm>
            <a:off x="1229162" y="3602114"/>
            <a:ext cx="1737360" cy="600164"/>
          </a:xfrm>
          <a:prstGeom prst="rect">
            <a:avLst/>
          </a:prstGeom>
          <a:noFill/>
        </p:spPr>
        <p:txBody>
          <a:bodyPr wrap="square">
            <a:spAutoFit/>
          </a:bodyPr>
          <a:lstStyle/>
          <a:p>
            <a:pPr algn="ctr"/>
            <a:r>
              <a:rPr sz="1100" b="1" dirty="0">
                <a:solidFill>
                  <a:srgbClr val="4472C4"/>
                </a:solidFill>
                <a:latin typeface="Times New Roman" panose="02020603050405020304"/>
              </a:rPr>
              <a:t>System Design</a:t>
            </a:r>
          </a:p>
          <a:p>
            <a:pPr algn="ctr"/>
            <a:r>
              <a:rPr sz="1100" dirty="0">
                <a:solidFill>
                  <a:srgbClr val="222222"/>
                </a:solidFill>
                <a:latin typeface="Times New Roman" panose="02020603050405020304"/>
              </a:rPr>
              <a:t>Architecture Design
Database Design</a:t>
            </a:r>
          </a:p>
        </p:txBody>
      </p:sp>
      <p:sp>
        <p:nvSpPr>
          <p:cNvPr id="1008" name="Oval 1007"/>
          <p:cNvSpPr/>
          <p:nvPr/>
        </p:nvSpPr>
        <p:spPr>
          <a:xfrm>
            <a:off x="3257702" y="2928817"/>
            <a:ext cx="457200" cy="457200"/>
          </a:xfrm>
          <a:prstGeom prst="ellipse">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dirty="0">
                <a:solidFill>
                  <a:srgbClr val="FFFFFF"/>
                </a:solidFill>
                <a:latin typeface="Times New Roman" panose="02020603050405020304"/>
              </a:rPr>
              <a:t>03</a:t>
            </a:r>
          </a:p>
        </p:txBody>
      </p:sp>
      <p:sp>
        <p:nvSpPr>
          <p:cNvPr id="1010" name="TextBox 1009"/>
          <p:cNvSpPr txBox="1"/>
          <p:nvPr/>
        </p:nvSpPr>
        <p:spPr>
          <a:xfrm>
            <a:off x="2614096" y="3567078"/>
            <a:ext cx="1737360" cy="769441"/>
          </a:xfrm>
          <a:prstGeom prst="rect">
            <a:avLst/>
          </a:prstGeom>
          <a:noFill/>
        </p:spPr>
        <p:txBody>
          <a:bodyPr wrap="square">
            <a:spAutoFit/>
          </a:bodyPr>
          <a:lstStyle/>
          <a:p>
            <a:pPr algn="ctr"/>
            <a:r>
              <a:rPr sz="1100" b="1" dirty="0">
                <a:solidFill>
                  <a:srgbClr val="4472C4"/>
                </a:solidFill>
                <a:latin typeface="Times New Roman" panose="02020603050405020304"/>
              </a:rPr>
              <a:t>Core Development</a:t>
            </a:r>
          </a:p>
          <a:p>
            <a:pPr algn="ctr"/>
            <a:r>
              <a:rPr sz="1100" dirty="0">
                <a:solidFill>
                  <a:srgbClr val="222222"/>
                </a:solidFill>
                <a:latin typeface="Times New Roman" panose="02020603050405020304"/>
              </a:rPr>
              <a:t>Authentication
Profiles &amp; Resumes
Jobs &amp; Internships</a:t>
            </a:r>
          </a:p>
        </p:txBody>
      </p:sp>
      <p:sp>
        <p:nvSpPr>
          <p:cNvPr id="1012" name="Oval 1011"/>
          <p:cNvSpPr/>
          <p:nvPr/>
        </p:nvSpPr>
        <p:spPr>
          <a:xfrm>
            <a:off x="4736744" y="2927908"/>
            <a:ext cx="457200" cy="457200"/>
          </a:xfrm>
          <a:prstGeom prst="ellipse">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dirty="0">
                <a:solidFill>
                  <a:srgbClr val="FFFFFF"/>
                </a:solidFill>
                <a:latin typeface="Times New Roman" panose="02020603050405020304"/>
              </a:rPr>
              <a:t>04</a:t>
            </a:r>
          </a:p>
        </p:txBody>
      </p:sp>
      <p:sp>
        <p:nvSpPr>
          <p:cNvPr id="1014" name="TextBox 1013"/>
          <p:cNvSpPr txBox="1"/>
          <p:nvPr/>
        </p:nvSpPr>
        <p:spPr>
          <a:xfrm>
            <a:off x="4161968" y="3569486"/>
            <a:ext cx="1737360" cy="938719"/>
          </a:xfrm>
          <a:prstGeom prst="rect">
            <a:avLst/>
          </a:prstGeom>
          <a:noFill/>
        </p:spPr>
        <p:txBody>
          <a:bodyPr wrap="square">
            <a:spAutoFit/>
          </a:bodyPr>
          <a:lstStyle/>
          <a:p>
            <a:pPr algn="ctr"/>
            <a:r>
              <a:rPr sz="1100" b="1" dirty="0">
                <a:solidFill>
                  <a:srgbClr val="4472C4"/>
                </a:solidFill>
                <a:latin typeface="Times New Roman" panose="02020603050405020304"/>
              </a:rPr>
              <a:t>AI Development</a:t>
            </a:r>
          </a:p>
          <a:p>
            <a:pPr algn="ctr"/>
            <a:r>
              <a:rPr sz="1100" dirty="0">
                <a:solidFill>
                  <a:srgbClr val="222222"/>
                </a:solidFill>
                <a:latin typeface="Times New Roman" panose="02020603050405020304"/>
              </a:rPr>
              <a:t>Matching
Recommendations
Skill-Gap Analysis
Explainability</a:t>
            </a:r>
          </a:p>
        </p:txBody>
      </p:sp>
      <p:sp>
        <p:nvSpPr>
          <p:cNvPr id="1016" name="Oval 1015"/>
          <p:cNvSpPr/>
          <p:nvPr/>
        </p:nvSpPr>
        <p:spPr>
          <a:xfrm>
            <a:off x="6163208" y="2902058"/>
            <a:ext cx="457200" cy="457200"/>
          </a:xfrm>
          <a:prstGeom prst="ellipse">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Times New Roman" panose="02020603050405020304"/>
              </a:rPr>
              <a:t>05</a:t>
            </a:r>
          </a:p>
        </p:txBody>
      </p:sp>
      <p:sp>
        <p:nvSpPr>
          <p:cNvPr id="1018" name="TextBox 1017"/>
          <p:cNvSpPr txBox="1"/>
          <p:nvPr/>
        </p:nvSpPr>
        <p:spPr>
          <a:xfrm>
            <a:off x="5661225" y="3549110"/>
            <a:ext cx="1737360" cy="938719"/>
          </a:xfrm>
          <a:prstGeom prst="rect">
            <a:avLst/>
          </a:prstGeom>
          <a:noFill/>
        </p:spPr>
        <p:txBody>
          <a:bodyPr wrap="square">
            <a:spAutoFit/>
          </a:bodyPr>
          <a:lstStyle/>
          <a:p>
            <a:pPr algn="ctr"/>
            <a:r>
              <a:rPr sz="1100" b="1" dirty="0">
                <a:solidFill>
                  <a:srgbClr val="4472C4"/>
                </a:solidFill>
                <a:latin typeface="Times New Roman" panose="02020603050405020304"/>
              </a:rPr>
              <a:t>Recruitment Workflow</a:t>
            </a:r>
          </a:p>
          <a:p>
            <a:pPr algn="ctr"/>
            <a:r>
              <a:rPr sz="1100" dirty="0">
                <a:solidFill>
                  <a:srgbClr val="222222"/>
                </a:solidFill>
                <a:latin typeface="Times New Roman" panose="02020603050405020304"/>
              </a:rPr>
              <a:t>Applicant Ranking
Screening
Application Tracking
Notifications</a:t>
            </a:r>
          </a:p>
        </p:txBody>
      </p:sp>
      <p:sp>
        <p:nvSpPr>
          <p:cNvPr id="1020" name="Oval 1019"/>
          <p:cNvSpPr/>
          <p:nvPr/>
        </p:nvSpPr>
        <p:spPr>
          <a:xfrm>
            <a:off x="7938227" y="2902058"/>
            <a:ext cx="457200" cy="457200"/>
          </a:xfrm>
          <a:prstGeom prst="ellipse">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dirty="0">
                <a:solidFill>
                  <a:srgbClr val="FFFFFF"/>
                </a:solidFill>
                <a:latin typeface="Times New Roman" panose="02020603050405020304"/>
              </a:rPr>
              <a:t>06</a:t>
            </a:r>
          </a:p>
        </p:txBody>
      </p:sp>
      <p:sp>
        <p:nvSpPr>
          <p:cNvPr id="1022" name="TextBox 1021"/>
          <p:cNvSpPr txBox="1"/>
          <p:nvPr/>
        </p:nvSpPr>
        <p:spPr>
          <a:xfrm>
            <a:off x="7270747" y="3549109"/>
            <a:ext cx="1737360" cy="938719"/>
          </a:xfrm>
          <a:prstGeom prst="rect">
            <a:avLst/>
          </a:prstGeom>
          <a:noFill/>
        </p:spPr>
        <p:txBody>
          <a:bodyPr wrap="square">
            <a:spAutoFit/>
          </a:bodyPr>
          <a:lstStyle/>
          <a:p>
            <a:pPr algn="ctr"/>
            <a:r>
              <a:rPr sz="1100" b="1" dirty="0">
                <a:solidFill>
                  <a:srgbClr val="4472C4"/>
                </a:solidFill>
                <a:latin typeface="Times New Roman" panose="02020603050405020304"/>
              </a:rPr>
              <a:t>Integration &amp; Testing</a:t>
            </a:r>
          </a:p>
          <a:p>
            <a:pPr algn="ctr"/>
            <a:r>
              <a:rPr sz="1100" dirty="0">
                <a:solidFill>
                  <a:srgbClr val="222222"/>
                </a:solidFill>
                <a:latin typeface="Times New Roman" panose="02020603050405020304"/>
              </a:rPr>
              <a:t>Service Integration
Testing
Deployment
Documentation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image.png"/>
          <p:cNvPicPr>
            <a:picLocks noChangeAspect="1"/>
          </p:cNvPicPr>
          <p:nvPr/>
        </p:nvPicPr>
        <p:blipFill>
          <a:blip r:embed="rId2"/>
          <a:stretch>
            <a:fillRect/>
          </a:stretch>
        </p:blipFill>
        <p:spPr>
          <a:xfrm>
            <a:off x="164592" y="109728"/>
            <a:ext cx="960120" cy="447546"/>
          </a:xfrm>
          <a:prstGeom prst="rect">
            <a:avLst/>
          </a:prstGeom>
        </p:spPr>
      </p:pic>
      <p:sp>
        <p:nvSpPr>
          <p:cNvPr id="4" name="TextBox 3"/>
          <p:cNvSpPr txBox="1"/>
          <p:nvPr/>
        </p:nvSpPr>
        <p:spPr>
          <a:xfrm>
            <a:off x="1024255" y="50165"/>
            <a:ext cx="7589520" cy="566928"/>
          </a:xfrm>
          <a:prstGeom prst="rect">
            <a:avLst/>
          </a:prstGeom>
          <a:noFill/>
        </p:spPr>
        <p:txBody>
          <a:bodyPr wrap="none">
            <a:spAutoFit/>
          </a:bodyPr>
          <a:lstStyle/>
          <a:p>
            <a:pPr algn="ctr"/>
            <a:r>
              <a:rPr sz="2700" b="1">
                <a:solidFill>
                  <a:srgbClr val="4869AD"/>
                </a:solidFill>
                <a:latin typeface="Times New Roman" panose="02020603050405020304"/>
              </a:rPr>
              <a:t>DATASET &amp; FEATURES USED</a:t>
            </a:r>
          </a:p>
        </p:txBody>
      </p:sp>
      <p:sp>
        <p:nvSpPr>
          <p:cNvPr id="5" name="TextBox 4"/>
          <p:cNvSpPr txBox="1"/>
          <p:nvPr/>
        </p:nvSpPr>
        <p:spPr>
          <a:xfrm>
            <a:off x="2944178" y="457327"/>
            <a:ext cx="3749675" cy="267970"/>
          </a:xfrm>
          <a:prstGeom prst="rect">
            <a:avLst/>
          </a:prstGeom>
          <a:noFill/>
        </p:spPr>
        <p:txBody>
          <a:bodyPr wrap="none">
            <a:spAutoFit/>
          </a:bodyPr>
          <a:lstStyle/>
          <a:p>
            <a:pPr algn="ctr"/>
            <a:r>
              <a:rPr sz="1150">
                <a:solidFill>
                  <a:srgbClr val="5F5F5F"/>
                </a:solidFill>
                <a:latin typeface="Arial" panose="020B0604020202020204"/>
              </a:rPr>
              <a:t>SOA Dataset (JTH)  •  </a:t>
            </a:r>
            <a:r>
              <a:rPr lang="en-US" altLang="en-US" sz="1150">
                <a:solidFill>
                  <a:srgbClr val="5F5F5F"/>
                </a:solidFill>
                <a:latin typeface="Arial" panose="020B0604020202020204"/>
                <a:hlinkClick r:id="rId3" action="ppaction://hlinkfile"/>
              </a:rPr>
              <a:t>https://github.com/Aunsiels/JTH</a:t>
            </a:r>
            <a:r>
              <a:rPr lang="en-US" altLang="en-US" sz="1150">
                <a:solidFill>
                  <a:srgbClr val="5F5F5F"/>
                </a:solidFill>
                <a:latin typeface="Arial" panose="020B0604020202020204"/>
              </a:rPr>
              <a:t> </a:t>
            </a:r>
          </a:p>
        </p:txBody>
      </p:sp>
      <p:sp>
        <p:nvSpPr>
          <p:cNvPr id="6" name="Rounded Rectangle 5"/>
          <p:cNvSpPr/>
          <p:nvPr/>
        </p:nvSpPr>
        <p:spPr>
          <a:xfrm>
            <a:off x="293370" y="899795"/>
            <a:ext cx="4251325" cy="3190875"/>
          </a:xfrm>
          <a:prstGeom prst="roundRect">
            <a:avLst/>
          </a:prstGeom>
          <a:solidFill>
            <a:srgbClr val="FFF8E5"/>
          </a:solidFill>
          <a:ln w="16510">
            <a:solidFill>
              <a:srgbClr val="F9C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90220" y="1189990"/>
            <a:ext cx="3905250" cy="482600"/>
          </a:xfrm>
          <a:prstGeom prst="roundRect">
            <a:avLst/>
          </a:prstGeom>
          <a:solidFill>
            <a:srgbClr val="F9C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dirty="0">
                <a:solidFill>
                  <a:srgbClr val="FFFFFF"/>
                </a:solidFill>
                <a:latin typeface="Arial" panose="020B0604020202020204"/>
              </a:rPr>
              <a:t>MATCHING / OUTCOME INFORMATION</a:t>
            </a:r>
          </a:p>
        </p:txBody>
      </p:sp>
      <p:sp>
        <p:nvSpPr>
          <p:cNvPr id="8" name="TextBox 7"/>
          <p:cNvSpPr txBox="1"/>
          <p:nvPr/>
        </p:nvSpPr>
        <p:spPr>
          <a:xfrm>
            <a:off x="490093" y="1983105"/>
            <a:ext cx="4123944" cy="2651760"/>
          </a:xfrm>
          <a:prstGeom prst="rect">
            <a:avLst/>
          </a:prstGeom>
          <a:noFill/>
        </p:spPr>
        <p:txBody>
          <a:bodyPr wrap="square" lIns="0" tIns="0" rIns="0" bIns="0">
            <a:spAutoFit/>
          </a:bodyPr>
          <a:lstStyle/>
          <a:p>
            <a:pPr>
              <a:lnSpc>
                <a:spcPct val="100000"/>
              </a:lnSpc>
              <a:spcAft>
                <a:spcPts val="500"/>
              </a:spcAft>
            </a:pPr>
            <a:r>
              <a:rPr sz="1220" dirty="0">
                <a:solidFill>
                  <a:srgbClr val="232323"/>
                </a:solidFill>
                <a:latin typeface="Arial" panose="020B0604020202020204"/>
              </a:rPr>
              <a:t>• Candidate ID</a:t>
            </a:r>
          </a:p>
          <a:p>
            <a:pPr>
              <a:lnSpc>
                <a:spcPct val="100000"/>
              </a:lnSpc>
              <a:spcAft>
                <a:spcPts val="500"/>
              </a:spcAft>
            </a:pPr>
            <a:r>
              <a:rPr sz="1220" dirty="0">
                <a:solidFill>
                  <a:srgbClr val="232323"/>
                </a:solidFill>
                <a:latin typeface="Arial" panose="020B0604020202020204"/>
              </a:rPr>
              <a:t>• Job ID</a:t>
            </a:r>
          </a:p>
          <a:p>
            <a:pPr>
              <a:lnSpc>
                <a:spcPct val="100000"/>
              </a:lnSpc>
              <a:spcAft>
                <a:spcPts val="500"/>
              </a:spcAft>
            </a:pPr>
            <a:r>
              <a:rPr sz="1220" dirty="0">
                <a:solidFill>
                  <a:srgbClr val="232323"/>
                </a:solidFill>
                <a:latin typeface="Arial" panose="020B0604020202020204"/>
              </a:rPr>
              <a:t>• Application status</a:t>
            </a:r>
          </a:p>
          <a:p>
            <a:pPr>
              <a:lnSpc>
                <a:spcPct val="100000"/>
              </a:lnSpc>
              <a:spcAft>
                <a:spcPts val="500"/>
              </a:spcAft>
            </a:pPr>
            <a:r>
              <a:rPr sz="1220" dirty="0">
                <a:solidFill>
                  <a:srgbClr val="232323"/>
                </a:solidFill>
                <a:latin typeface="Arial" panose="020B0604020202020204"/>
              </a:rPr>
              <a:t>• Match score / relevance score</a:t>
            </a:r>
          </a:p>
          <a:p>
            <a:pPr>
              <a:lnSpc>
                <a:spcPct val="100000"/>
              </a:lnSpc>
              <a:spcAft>
                <a:spcPts val="500"/>
              </a:spcAft>
            </a:pPr>
            <a:r>
              <a:rPr sz="1220" dirty="0">
                <a:solidFill>
                  <a:srgbClr val="232323"/>
                </a:solidFill>
                <a:latin typeface="Arial" panose="020B0604020202020204"/>
              </a:rPr>
              <a:t>• Whether candidate was shortlisted</a:t>
            </a:r>
          </a:p>
          <a:p>
            <a:pPr>
              <a:lnSpc>
                <a:spcPct val="100000"/>
              </a:lnSpc>
              <a:spcAft>
                <a:spcPts val="500"/>
              </a:spcAft>
            </a:pPr>
            <a:r>
              <a:rPr sz="1220" dirty="0">
                <a:solidFill>
                  <a:srgbClr val="232323"/>
                </a:solidFill>
                <a:latin typeface="Arial" panose="020B0604020202020204"/>
              </a:rPr>
              <a:t>• Whether candidate was hired</a:t>
            </a:r>
          </a:p>
          <a:p>
            <a:pPr>
              <a:lnSpc>
                <a:spcPct val="100000"/>
              </a:lnSpc>
              <a:spcAft>
                <a:spcPts val="500"/>
              </a:spcAft>
            </a:pPr>
            <a:r>
              <a:rPr sz="1220" dirty="0">
                <a:solidFill>
                  <a:srgbClr val="232323"/>
                </a:solidFill>
                <a:latin typeface="Arial" panose="020B0604020202020204"/>
              </a:rPr>
              <a:t>• Relevance label (0/1, Low/Medium/High)</a:t>
            </a:r>
          </a:p>
        </p:txBody>
      </p:sp>
      <p:sp>
        <p:nvSpPr>
          <p:cNvPr id="9" name="Rounded Rectangle 8"/>
          <p:cNvSpPr/>
          <p:nvPr/>
        </p:nvSpPr>
        <p:spPr>
          <a:xfrm>
            <a:off x="4727575" y="906526"/>
            <a:ext cx="4251325" cy="3190240"/>
          </a:xfrm>
          <a:prstGeom prst="roundRect">
            <a:avLst/>
          </a:prstGeom>
          <a:solidFill>
            <a:srgbClr val="EEF1F9"/>
          </a:solidFill>
          <a:ln w="16510">
            <a:solidFill>
              <a:srgbClr val="4869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919345" y="1188720"/>
            <a:ext cx="3886200" cy="484505"/>
          </a:xfrm>
          <a:prstGeom prst="roundRect">
            <a:avLst/>
          </a:prstGeom>
          <a:solidFill>
            <a:srgbClr val="486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rial" panose="020B0604020202020204"/>
              </a:rPr>
              <a:t>AI SKILL-GAP COMPONENT</a:t>
            </a:r>
          </a:p>
        </p:txBody>
      </p:sp>
      <p:sp>
        <p:nvSpPr>
          <p:cNvPr id="11" name="TextBox 10"/>
          <p:cNvSpPr txBox="1"/>
          <p:nvPr/>
        </p:nvSpPr>
        <p:spPr>
          <a:xfrm>
            <a:off x="4919218" y="2018030"/>
            <a:ext cx="3666744" cy="2651760"/>
          </a:xfrm>
          <a:prstGeom prst="rect">
            <a:avLst/>
          </a:prstGeom>
          <a:noFill/>
        </p:spPr>
        <p:txBody>
          <a:bodyPr wrap="square" lIns="0" tIns="0" rIns="0" bIns="0">
            <a:spAutoFit/>
          </a:bodyPr>
          <a:lstStyle/>
          <a:p>
            <a:pPr>
              <a:lnSpc>
                <a:spcPct val="100000"/>
              </a:lnSpc>
              <a:spcAft>
                <a:spcPts val="500"/>
              </a:spcAft>
            </a:pPr>
            <a:r>
              <a:rPr sz="1220">
                <a:solidFill>
                  <a:srgbClr val="232323"/>
                </a:solidFill>
                <a:latin typeface="Arial" panose="020B0604020202020204"/>
              </a:rPr>
              <a:t>• Candidate skills / profile</a:t>
            </a:r>
          </a:p>
          <a:p>
            <a:pPr>
              <a:lnSpc>
                <a:spcPct val="100000"/>
              </a:lnSpc>
              <a:spcAft>
                <a:spcPts val="500"/>
              </a:spcAft>
            </a:pPr>
            <a:r>
              <a:rPr sz="1220">
                <a:solidFill>
                  <a:srgbClr val="232323"/>
                </a:solidFill>
                <a:latin typeface="Arial" panose="020B0604020202020204"/>
              </a:rPr>
              <a:t>• Job required skills</a:t>
            </a:r>
          </a:p>
          <a:p>
            <a:pPr>
              <a:lnSpc>
                <a:spcPct val="100000"/>
              </a:lnSpc>
              <a:spcAft>
                <a:spcPts val="500"/>
              </a:spcAft>
            </a:pPr>
            <a:r>
              <a:rPr sz="1220">
                <a:solidFill>
                  <a:srgbClr val="232323"/>
                </a:solidFill>
                <a:latin typeface="Arial" panose="020B0604020202020204"/>
              </a:rPr>
              <a:t>• Job preferred skills</a:t>
            </a:r>
          </a:p>
          <a:p>
            <a:pPr>
              <a:lnSpc>
                <a:spcPct val="100000"/>
              </a:lnSpc>
              <a:spcAft>
                <a:spcPts val="500"/>
              </a:spcAft>
            </a:pPr>
            <a:r>
              <a:rPr sz="1220">
                <a:solidFill>
                  <a:srgbClr val="232323"/>
                </a:solidFill>
                <a:latin typeface="Arial" panose="020B0604020202020204"/>
              </a:rPr>
              <a:t>• Candidate experience / projects</a:t>
            </a:r>
          </a:p>
          <a:p>
            <a:pPr>
              <a:lnSpc>
                <a:spcPct val="100000"/>
              </a:lnSpc>
              <a:spcAft>
                <a:spcPts val="500"/>
              </a:spcAft>
            </a:pPr>
            <a:r>
              <a:rPr sz="1220">
                <a:solidFill>
                  <a:srgbClr val="232323"/>
                </a:solidFill>
                <a:latin typeface="Arial" panose="020B0604020202020204"/>
              </a:rPr>
              <a:t>• Skill gap / missing skills, if available</a:t>
            </a:r>
          </a:p>
          <a:p>
            <a:pPr>
              <a:lnSpc>
                <a:spcPct val="100000"/>
              </a:lnSpc>
              <a:spcAft>
                <a:spcPts val="500"/>
              </a:spcAft>
            </a:pPr>
            <a:r>
              <a:rPr sz="1220">
                <a:solidFill>
                  <a:srgbClr val="232323"/>
                </a:solidFill>
                <a:latin typeface="Arial" panose="020B0604020202020204"/>
              </a:rPr>
              <a:t>• Hiring outcome / suitability label</a:t>
            </a:r>
          </a:p>
        </p:txBody>
      </p:sp>
      <p:sp>
        <p:nvSpPr>
          <p:cNvPr id="12" name="Rounded Rectangle 11"/>
          <p:cNvSpPr/>
          <p:nvPr/>
        </p:nvSpPr>
        <p:spPr>
          <a:xfrm>
            <a:off x="109855" y="4303903"/>
            <a:ext cx="8915400" cy="576072"/>
          </a:xfrm>
          <a:prstGeom prst="roundRect">
            <a:avLst/>
          </a:prstGeom>
          <a:solidFill>
            <a:srgbClr val="F7F7F7"/>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818886" y="4373753"/>
            <a:ext cx="1143000" cy="384048"/>
          </a:xfrm>
          <a:prstGeom prst="roundRect">
            <a:avLst/>
          </a:prstGeom>
          <a:solidFill>
            <a:srgbClr val="679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panose="020B0604020202020204"/>
              </a:rPr>
              <a:t>Skill Gap</a:t>
            </a:r>
          </a:p>
        </p:txBody>
      </p:sp>
      <p:sp>
        <p:nvSpPr>
          <p:cNvPr id="17" name="Rounded Rectangle 16"/>
          <p:cNvSpPr/>
          <p:nvPr/>
        </p:nvSpPr>
        <p:spPr>
          <a:xfrm>
            <a:off x="7347458" y="4373753"/>
            <a:ext cx="1234440" cy="384048"/>
          </a:xfrm>
          <a:prstGeom prst="roundRect">
            <a:avLst/>
          </a:prstGeom>
          <a:solidFill>
            <a:srgbClr val="CD8B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panose="020B0604020202020204"/>
              </a:rPr>
              <a:t>Outcome</a:t>
            </a:r>
          </a:p>
        </p:txBody>
      </p:sp>
      <p:sp>
        <p:nvSpPr>
          <p:cNvPr id="18" name="TextBox 17"/>
          <p:cNvSpPr txBox="1"/>
          <p:nvPr/>
        </p:nvSpPr>
        <p:spPr>
          <a:xfrm>
            <a:off x="572135" y="4880229"/>
            <a:ext cx="8138160" cy="246888"/>
          </a:xfrm>
          <a:prstGeom prst="rect">
            <a:avLst/>
          </a:prstGeom>
          <a:noFill/>
        </p:spPr>
        <p:txBody>
          <a:bodyPr wrap="none">
            <a:spAutoFit/>
          </a:bodyPr>
          <a:lstStyle/>
          <a:p>
            <a:pPr algn="ctr"/>
            <a:r>
              <a:rPr sz="950" i="1">
                <a:solidFill>
                  <a:srgbClr val="5F5F5F"/>
                </a:solidFill>
                <a:latin typeface="Arial" panose="020B0604020202020204"/>
              </a:rPr>
              <a:t>Supports semantic matching, applicant ranking, recommendations, and explainable skill-gap analysis.</a:t>
            </a:r>
          </a:p>
        </p:txBody>
      </p:sp>
      <p:sp>
        <p:nvSpPr>
          <p:cNvPr id="19" name="Rounded Rectangle 18"/>
          <p:cNvSpPr/>
          <p:nvPr/>
        </p:nvSpPr>
        <p:spPr>
          <a:xfrm>
            <a:off x="760730" y="4373753"/>
            <a:ext cx="1325880" cy="384048"/>
          </a:xfrm>
          <a:prstGeom prst="roundRect">
            <a:avLst/>
          </a:prstGeom>
          <a:solidFill>
            <a:srgbClr val="F9C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dirty="0">
                <a:solidFill>
                  <a:srgbClr val="FFFFFF"/>
                </a:solidFill>
                <a:latin typeface="Arial" panose="020B0604020202020204"/>
              </a:rPr>
              <a:t>Candidate</a:t>
            </a:r>
          </a:p>
        </p:txBody>
      </p:sp>
      <p:sp>
        <p:nvSpPr>
          <p:cNvPr id="20" name="Rounded Rectangle 19"/>
          <p:cNvSpPr/>
          <p:nvPr/>
        </p:nvSpPr>
        <p:spPr>
          <a:xfrm>
            <a:off x="2434082" y="4373753"/>
            <a:ext cx="1508760" cy="384048"/>
          </a:xfrm>
          <a:prstGeom prst="roundRect">
            <a:avLst/>
          </a:prstGeom>
          <a:solidFill>
            <a:srgbClr val="486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panose="020B0604020202020204"/>
              </a:rPr>
              <a:t>Job Requirements</a:t>
            </a:r>
          </a:p>
        </p:txBody>
      </p:sp>
      <p:sp>
        <p:nvSpPr>
          <p:cNvPr id="21" name="Rounded Rectangle 20"/>
          <p:cNvSpPr/>
          <p:nvPr/>
        </p:nvSpPr>
        <p:spPr>
          <a:xfrm>
            <a:off x="4290314" y="4373753"/>
            <a:ext cx="1143000" cy="384048"/>
          </a:xfrm>
          <a:prstGeom prst="roundRect">
            <a:avLst/>
          </a:prstGeom>
          <a:solidFill>
            <a:srgbClr val="E574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panose="020B0604020202020204"/>
              </a:rPr>
              <a:t>Matching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164592" y="109728"/>
            <a:ext cx="960120" cy="447546"/>
          </a:xfrm>
          <a:prstGeom prst="rect">
            <a:avLst/>
          </a:prstGeom>
        </p:spPr>
      </p:pic>
      <p:sp>
        <p:nvSpPr>
          <p:cNvPr id="4" name="TextBox 3"/>
          <p:cNvSpPr txBox="1"/>
          <p:nvPr/>
        </p:nvSpPr>
        <p:spPr>
          <a:xfrm>
            <a:off x="1124585" y="167132"/>
            <a:ext cx="8138160" cy="566928"/>
          </a:xfrm>
          <a:prstGeom prst="rect">
            <a:avLst/>
          </a:prstGeom>
          <a:noFill/>
        </p:spPr>
        <p:txBody>
          <a:bodyPr wrap="none">
            <a:spAutoFit/>
          </a:bodyPr>
          <a:lstStyle/>
          <a:p>
            <a:pPr algn="ctr"/>
            <a:r>
              <a:rPr sz="2700" b="1">
                <a:solidFill>
                  <a:srgbClr val="4869AD"/>
                </a:solidFill>
                <a:latin typeface="Times New Roman" panose="02020603050405020304"/>
              </a:rPr>
              <a:t>IMPLEMENTATION PROGRESS — AI MODEL</a:t>
            </a:r>
          </a:p>
        </p:txBody>
      </p:sp>
      <p:sp>
        <p:nvSpPr>
          <p:cNvPr id="5" name="Rounded Rectangle 4"/>
          <p:cNvSpPr/>
          <p:nvPr/>
        </p:nvSpPr>
        <p:spPr>
          <a:xfrm>
            <a:off x="711835" y="970280"/>
            <a:ext cx="2931795" cy="4015105"/>
          </a:xfrm>
          <a:prstGeom prst="roundRect">
            <a:avLst/>
          </a:prstGeom>
          <a:solidFill>
            <a:srgbClr val="EEF1F9"/>
          </a:solidFill>
          <a:ln w="15240">
            <a:solidFill>
              <a:srgbClr val="4869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74395" y="1101090"/>
            <a:ext cx="2606675" cy="441960"/>
          </a:xfrm>
          <a:prstGeom prst="roundRect">
            <a:avLst/>
          </a:prstGeom>
          <a:solidFill>
            <a:srgbClr val="486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panose="020B0604020202020204"/>
              </a:rPr>
              <a:t>SEMANTIC MATCHING MODEL</a:t>
            </a:r>
          </a:p>
        </p:txBody>
      </p:sp>
      <p:sp>
        <p:nvSpPr>
          <p:cNvPr id="7" name="TextBox 6"/>
          <p:cNvSpPr txBox="1"/>
          <p:nvPr/>
        </p:nvSpPr>
        <p:spPr>
          <a:xfrm>
            <a:off x="901065" y="1716405"/>
            <a:ext cx="2458085" cy="1339215"/>
          </a:xfrm>
          <a:prstGeom prst="rect">
            <a:avLst/>
          </a:prstGeom>
          <a:noFill/>
        </p:spPr>
        <p:txBody>
          <a:bodyPr wrap="square" lIns="0" tIns="0" rIns="0" bIns="0">
            <a:noAutofit/>
          </a:bodyPr>
          <a:lstStyle/>
          <a:p>
            <a:pPr>
              <a:lnSpc>
                <a:spcPct val="100000"/>
              </a:lnSpc>
              <a:spcAft>
                <a:spcPts val="400"/>
              </a:spcAft>
            </a:pPr>
            <a:r>
              <a:rPr sz="1150">
                <a:solidFill>
                  <a:srgbClr val="232323"/>
                </a:solidFill>
                <a:latin typeface="Arial" panose="020B0604020202020204"/>
              </a:rPr>
              <a:t>• Embedding: BAAI/bge-small-en-v1.5</a:t>
            </a:r>
          </a:p>
          <a:p>
            <a:pPr>
              <a:lnSpc>
                <a:spcPct val="100000"/>
              </a:lnSpc>
              <a:spcAft>
                <a:spcPts val="400"/>
              </a:spcAft>
            </a:pPr>
            <a:r>
              <a:rPr sz="1150">
                <a:solidFill>
                  <a:srgbClr val="232323"/>
                </a:solidFill>
                <a:latin typeface="Arial" panose="020B0604020202020204"/>
              </a:rPr>
              <a:t>• Embedding size: 384</a:t>
            </a:r>
          </a:p>
          <a:p>
            <a:pPr>
              <a:lnSpc>
                <a:spcPct val="100000"/>
              </a:lnSpc>
              <a:spcAft>
                <a:spcPts val="400"/>
              </a:spcAft>
            </a:pPr>
            <a:r>
              <a:rPr sz="1150">
                <a:solidFill>
                  <a:srgbClr val="232323"/>
                </a:solidFill>
                <a:latin typeface="Arial" panose="020B0604020202020204"/>
              </a:rPr>
              <a:t>• Hardware: NVIDIA RTX 4050 6GB</a:t>
            </a:r>
          </a:p>
          <a:p>
            <a:pPr>
              <a:lnSpc>
                <a:spcPct val="100000"/>
              </a:lnSpc>
              <a:spcAft>
                <a:spcPts val="400"/>
              </a:spcAft>
            </a:pPr>
            <a:r>
              <a:rPr sz="1150">
                <a:solidFill>
                  <a:srgbClr val="232323"/>
                </a:solidFill>
                <a:latin typeface="Arial" panose="020B0604020202020204"/>
              </a:rPr>
              <a:t>• CUDA enabled</a:t>
            </a:r>
          </a:p>
          <a:p>
            <a:pPr>
              <a:lnSpc>
                <a:spcPct val="100000"/>
              </a:lnSpc>
              <a:spcAft>
                <a:spcPts val="400"/>
              </a:spcAft>
            </a:pPr>
            <a:r>
              <a:rPr sz="1150">
                <a:solidFill>
                  <a:srgbClr val="232323"/>
                </a:solidFill>
                <a:latin typeface="Arial" panose="020B0604020202020204"/>
              </a:rPr>
              <a:t>• Candidate embeddings: 37,554 × 384</a:t>
            </a:r>
          </a:p>
          <a:p>
            <a:pPr>
              <a:lnSpc>
                <a:spcPct val="100000"/>
              </a:lnSpc>
              <a:spcAft>
                <a:spcPts val="400"/>
              </a:spcAft>
            </a:pPr>
            <a:r>
              <a:rPr sz="1150">
                <a:solidFill>
                  <a:srgbClr val="232323"/>
                </a:solidFill>
                <a:latin typeface="Arial" panose="020B0604020202020204"/>
              </a:rPr>
              <a:t>• Job embeddings: 6,011 × 384</a:t>
            </a:r>
          </a:p>
        </p:txBody>
      </p:sp>
      <p:sp>
        <p:nvSpPr>
          <p:cNvPr id="8" name="Rounded Rectangle 7"/>
          <p:cNvSpPr/>
          <p:nvPr/>
        </p:nvSpPr>
        <p:spPr>
          <a:xfrm>
            <a:off x="826770" y="3228975"/>
            <a:ext cx="2606675" cy="347345"/>
          </a:xfrm>
          <a:prstGeom prst="roundRect">
            <a:avLst/>
          </a:prstGeom>
          <a:solidFill>
            <a:srgbClr val="E574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panose="020B0604020202020204"/>
              </a:rPr>
              <a:t>MATCHING CLASSIFIER</a:t>
            </a:r>
          </a:p>
        </p:txBody>
      </p:sp>
      <p:sp>
        <p:nvSpPr>
          <p:cNvPr id="9" name="TextBox 8"/>
          <p:cNvSpPr txBox="1"/>
          <p:nvPr/>
        </p:nvSpPr>
        <p:spPr>
          <a:xfrm>
            <a:off x="901065" y="3661410"/>
            <a:ext cx="2458085" cy="1049655"/>
          </a:xfrm>
          <a:prstGeom prst="rect">
            <a:avLst/>
          </a:prstGeom>
          <a:noFill/>
        </p:spPr>
        <p:txBody>
          <a:bodyPr wrap="square" lIns="0" tIns="0" rIns="0" bIns="0">
            <a:noAutofit/>
          </a:bodyPr>
          <a:lstStyle/>
          <a:p>
            <a:pPr>
              <a:lnSpc>
                <a:spcPct val="100000"/>
              </a:lnSpc>
              <a:spcAft>
                <a:spcPts val="400"/>
              </a:spcAft>
            </a:pPr>
            <a:r>
              <a:rPr sz="1150">
                <a:solidFill>
                  <a:srgbClr val="232323"/>
                </a:solidFill>
                <a:latin typeface="Arial" panose="020B0604020202020204"/>
              </a:rPr>
              <a:t>• Logistic Regression</a:t>
            </a:r>
          </a:p>
          <a:p>
            <a:pPr>
              <a:lnSpc>
                <a:spcPct val="100000"/>
              </a:lnSpc>
              <a:spcAft>
                <a:spcPts val="400"/>
              </a:spcAft>
            </a:pPr>
            <a:r>
              <a:rPr sz="1150">
                <a:solidFill>
                  <a:srgbClr val="232323"/>
                </a:solidFill>
                <a:latin typeface="Arial" panose="020B0604020202020204"/>
              </a:rPr>
              <a:t>• Training pairs: 41,308</a:t>
            </a:r>
          </a:p>
          <a:p>
            <a:pPr>
              <a:lnSpc>
                <a:spcPct val="100000"/>
              </a:lnSpc>
              <a:spcAft>
                <a:spcPts val="400"/>
              </a:spcAft>
            </a:pPr>
            <a:r>
              <a:rPr sz="1150">
                <a:solidFill>
                  <a:srgbClr val="232323"/>
                </a:solidFill>
                <a:latin typeface="Arial" panose="020B0604020202020204"/>
              </a:rPr>
              <a:t>• Positive: 17,649  |  Negative: 23,659</a:t>
            </a:r>
          </a:p>
          <a:p>
            <a:pPr>
              <a:lnSpc>
                <a:spcPct val="100000"/>
              </a:lnSpc>
              <a:spcAft>
                <a:spcPts val="400"/>
              </a:spcAft>
            </a:pPr>
            <a:r>
              <a:rPr sz="1150">
                <a:solidFill>
                  <a:srgbClr val="232323"/>
                </a:solidFill>
                <a:latin typeface="Arial" panose="020B0604020202020204"/>
              </a:rPr>
              <a:t>• Test samples: 8,262</a:t>
            </a:r>
          </a:p>
          <a:p>
            <a:pPr>
              <a:lnSpc>
                <a:spcPct val="100000"/>
              </a:lnSpc>
              <a:spcAft>
                <a:spcPts val="400"/>
              </a:spcAft>
            </a:pPr>
            <a:r>
              <a:rPr sz="1150">
                <a:solidFill>
                  <a:srgbClr val="232323"/>
                </a:solidFill>
                <a:latin typeface="Arial" panose="020B0604020202020204"/>
              </a:rPr>
              <a:t>• Accuracy: 71%  |  F1-score: 0.70</a:t>
            </a:r>
          </a:p>
        </p:txBody>
      </p:sp>
      <p:sp>
        <p:nvSpPr>
          <p:cNvPr id="10" name="Rounded Rectangle 9"/>
          <p:cNvSpPr/>
          <p:nvPr/>
        </p:nvSpPr>
        <p:spPr>
          <a:xfrm>
            <a:off x="4160012" y="1078992"/>
            <a:ext cx="4572000" cy="3703320"/>
          </a:xfrm>
          <a:prstGeom prst="roundRect">
            <a:avLst/>
          </a:prstGeom>
          <a:solidFill>
            <a:srgbClr val="F8F8F8"/>
          </a:solidFill>
          <a:ln w="19050">
            <a:solidFill>
              <a:srgbClr val="F9C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99e66b86-2c3a-4a38-987d-ec81c8c13e13.jpeg"/>
          <p:cNvPicPr>
            <a:picLocks noChangeAspect="1"/>
          </p:cNvPicPr>
          <p:nvPr/>
        </p:nvPicPr>
        <p:blipFill>
          <a:blip r:embed="rId3"/>
          <a:stretch>
            <a:fillRect/>
          </a:stretch>
        </p:blipFill>
        <p:spPr>
          <a:xfrm>
            <a:off x="4324350" y="1390015"/>
            <a:ext cx="4243070" cy="2239645"/>
          </a:xfrm>
          <a:prstGeom prst="rect">
            <a:avLst/>
          </a:prstGeom>
        </p:spPr>
      </p:pic>
      <p:sp>
        <p:nvSpPr>
          <p:cNvPr id="12" name="Rounded Rectangle 11"/>
          <p:cNvSpPr/>
          <p:nvPr/>
        </p:nvSpPr>
        <p:spPr>
          <a:xfrm>
            <a:off x="4566920" y="3832860"/>
            <a:ext cx="1874519" cy="475488"/>
          </a:xfrm>
          <a:prstGeom prst="roundRect">
            <a:avLst/>
          </a:prstGeom>
          <a:solidFill>
            <a:srgbClr val="F9C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rial" panose="020B0604020202020204"/>
              </a:rPr>
              <a:t>EXAMPLE MATCH</a:t>
            </a:r>
          </a:p>
        </p:txBody>
      </p:sp>
      <p:sp>
        <p:nvSpPr>
          <p:cNvPr id="13" name="TextBox 12"/>
          <p:cNvSpPr txBox="1"/>
          <p:nvPr/>
        </p:nvSpPr>
        <p:spPr>
          <a:xfrm>
            <a:off x="6555867" y="3832987"/>
            <a:ext cx="2011680" cy="502920"/>
          </a:xfrm>
          <a:prstGeom prst="rect">
            <a:avLst/>
          </a:prstGeom>
          <a:noFill/>
        </p:spPr>
        <p:txBody>
          <a:bodyPr wrap="none">
            <a:spAutoFit/>
          </a:bodyPr>
          <a:lstStyle/>
          <a:p>
            <a:pPr algn="ctr"/>
            <a:r>
              <a:rPr sz="2200" b="1">
                <a:solidFill>
                  <a:srgbClr val="E57469"/>
                </a:solidFill>
                <a:latin typeface="Arial" panose="020B0604020202020204"/>
              </a:rPr>
              <a:t>74.39%</a:t>
            </a:r>
          </a:p>
        </p:txBody>
      </p:sp>
      <p:sp>
        <p:nvSpPr>
          <p:cNvPr id="14" name="TextBox 13"/>
          <p:cNvSpPr txBox="1"/>
          <p:nvPr/>
        </p:nvSpPr>
        <p:spPr>
          <a:xfrm>
            <a:off x="4159885" y="4865370"/>
            <a:ext cx="4434840" cy="278765"/>
          </a:xfrm>
          <a:prstGeom prst="rect">
            <a:avLst/>
          </a:prstGeom>
          <a:noFill/>
        </p:spPr>
        <p:txBody>
          <a:bodyPr wrap="none">
            <a:noAutofit/>
          </a:bodyPr>
          <a:lstStyle/>
          <a:p>
            <a:pPr algn="ctr"/>
            <a:r>
              <a:rPr sz="950" i="1">
                <a:solidFill>
                  <a:srgbClr val="5F5F5F"/>
                </a:solidFill>
                <a:latin typeface="Arial" panose="020B0604020202020204"/>
              </a:rPr>
              <a:t>JTH → Preprocessing → BGE Embeddings → Logistic Regression → Match Score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4686300" y="851789"/>
            <a:ext cx="4251325" cy="4190365"/>
          </a:xfrm>
          <a:prstGeom prst="roundRect">
            <a:avLst/>
          </a:prstGeom>
          <a:solidFill>
            <a:schemeClr val="accent2">
              <a:lumMod val="60000"/>
              <a:lumOff val="40000"/>
            </a:schemeClr>
          </a:solidFill>
          <a:ln w="1651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64592" y="109728"/>
            <a:ext cx="960120" cy="447546"/>
          </a:xfrm>
          <a:prstGeom prst="rect">
            <a:avLst/>
          </a:prstGeom>
        </p:spPr>
      </p:pic>
      <p:sp>
        <p:nvSpPr>
          <p:cNvPr id="4" name="TextBox 3"/>
          <p:cNvSpPr txBox="1"/>
          <p:nvPr/>
        </p:nvSpPr>
        <p:spPr>
          <a:xfrm>
            <a:off x="3074988" y="167132"/>
            <a:ext cx="2992755" cy="506730"/>
          </a:xfrm>
          <a:prstGeom prst="rect">
            <a:avLst/>
          </a:prstGeom>
          <a:noFill/>
        </p:spPr>
        <p:txBody>
          <a:bodyPr wrap="none">
            <a:spAutoFit/>
          </a:bodyPr>
          <a:lstStyle/>
          <a:p>
            <a:pPr algn="ctr"/>
            <a:r>
              <a:rPr lang="en-US" sz="2700" b="1">
                <a:solidFill>
                  <a:srgbClr val="4869AD"/>
                </a:solidFill>
                <a:latin typeface="Times New Roman" panose="02020603050405020304"/>
              </a:rPr>
              <a:t>MODEL OUTPUT</a:t>
            </a:r>
          </a:p>
        </p:txBody>
      </p:sp>
      <p:pic>
        <p:nvPicPr>
          <p:cNvPr id="2" name="Picture 1"/>
          <p:cNvPicPr>
            <a:picLocks noChangeAspect="1"/>
          </p:cNvPicPr>
          <p:nvPr/>
        </p:nvPicPr>
        <p:blipFill>
          <a:blip r:embed="rId3"/>
          <a:srcRect l="3576" t="7407" r="50000" b="13210"/>
          <a:stretch>
            <a:fillRect/>
          </a:stretch>
        </p:blipFill>
        <p:spPr>
          <a:xfrm>
            <a:off x="257175" y="882650"/>
            <a:ext cx="4244975" cy="4083050"/>
          </a:xfrm>
          <a:prstGeom prst="rect">
            <a:avLst/>
          </a:prstGeom>
        </p:spPr>
      </p:pic>
      <p:sp>
        <p:nvSpPr>
          <p:cNvPr id="15" name="Text Box 14"/>
          <p:cNvSpPr txBox="1"/>
          <p:nvPr/>
        </p:nvSpPr>
        <p:spPr>
          <a:xfrm>
            <a:off x="4956175" y="1007745"/>
            <a:ext cx="3981450" cy="3890645"/>
          </a:xfrm>
          <a:prstGeom prst="rect">
            <a:avLst/>
          </a:prstGeom>
        </p:spPr>
        <p:txBody>
          <a:bodyPr>
            <a:noAutofit/>
          </a:bodyPr>
          <a:lstStyle/>
          <a:p>
            <a:r>
              <a:rPr lang="en-US" altLang="zh-CN" sz="1200" b="1"/>
              <a:t>Input</a:t>
            </a:r>
          </a:p>
          <a:p>
            <a:pPr>
              <a:buFont typeface="Arial" panose="020B0604020202020204"/>
              <a:buChar char="•"/>
            </a:pPr>
            <a:r>
              <a:rPr lang="en-US" altLang="zh-CN" sz="1200"/>
              <a:t> Candidate ID: 0</a:t>
            </a:r>
          </a:p>
          <a:p>
            <a:pPr>
              <a:buFont typeface="Arial" panose="020B0604020202020204"/>
              <a:buChar char="•"/>
            </a:pPr>
            <a:r>
              <a:rPr lang="en-US" altLang="zh-CN" sz="1200"/>
              <a:t> Job ID: 2622</a:t>
            </a:r>
          </a:p>
          <a:p>
            <a:r>
              <a:rPr lang="en-US" altLang="zh-CN" sz="1200" b="1"/>
              <a:t>Matching Result</a:t>
            </a:r>
          </a:p>
          <a:p>
            <a:pPr>
              <a:buFont typeface="Arial" panose="020B0604020202020204"/>
              <a:buChar char="•"/>
            </a:pPr>
            <a:r>
              <a:rPr lang="en-US" altLang="zh-CN" sz="1200"/>
              <a:t> Match Score: 74.39%</a:t>
            </a:r>
          </a:p>
          <a:p>
            <a:pPr>
              <a:buFont typeface="Arial" panose="020B0604020202020204"/>
              <a:buChar char="•"/>
            </a:pPr>
            <a:r>
              <a:rPr lang="en-US" altLang="zh-CN" sz="1200"/>
              <a:t> Skill Coverage: 50%</a:t>
            </a:r>
          </a:p>
          <a:p>
            <a:r>
              <a:rPr lang="en-US" altLang="zh-CN" sz="1200" b="1"/>
              <a:t>Skill Analysis</a:t>
            </a:r>
          </a:p>
          <a:p>
            <a:pPr>
              <a:buFont typeface="Arial" panose="020B0604020202020204"/>
              <a:buChar char="•"/>
            </a:pPr>
            <a:r>
              <a:rPr lang="en-US" altLang="zh-CN" sz="1200"/>
              <a:t>Strong: Ansible, Communication, Kubernetes, Python, Terraform </a:t>
            </a:r>
          </a:p>
          <a:p>
            <a:pPr>
              <a:buFont typeface="Arial" panose="020B0604020202020204"/>
              <a:buChar char="•"/>
            </a:pPr>
            <a:r>
              <a:rPr lang="en-US" altLang="zh-CN" sz="1200"/>
              <a:t>Partial: Cloud, Cloud Computing </a:t>
            </a:r>
          </a:p>
          <a:p>
            <a:pPr>
              <a:buFont typeface="Arial" panose="020B0604020202020204"/>
              <a:buChar char="•"/>
            </a:pPr>
            <a:r>
              <a:rPr lang="en-US" altLang="zh-CN" sz="1200"/>
              <a:t>Missing: Automation, Autonomy, Docker, Go, Problem-Solving </a:t>
            </a:r>
          </a:p>
          <a:p>
            <a:r>
              <a:rPr lang="en-US" altLang="zh-CN" sz="1200"/>
              <a:t>Personalized Recommendations</a:t>
            </a:r>
          </a:p>
          <a:p>
            <a:pPr>
              <a:buFont typeface="Arial" panose="020B0604020202020204"/>
              <a:buChar char="•"/>
            </a:pPr>
            <a:r>
              <a:rPr lang="en-US" altLang="zh-CN" sz="1200"/>
              <a:t> Identifies skills that need improvement </a:t>
            </a:r>
          </a:p>
          <a:p>
            <a:pPr>
              <a:buFont typeface="Arial" panose="020B0604020202020204"/>
              <a:buChar char="•"/>
            </a:pPr>
            <a:r>
              <a:rPr lang="en-US" altLang="zh-CN" sz="1200"/>
              <a:t> Generates learning suggestions for missing skills </a:t>
            </a:r>
          </a:p>
          <a:p>
            <a:pPr>
              <a:buFont typeface="Arial" panose="020B0604020202020204"/>
              <a:buChar char="•"/>
            </a:pPr>
            <a:endParaRPr lang="en-US" altLang="zh-CN" sz="1200"/>
          </a:p>
          <a:p>
            <a:pPr>
              <a:spcAft>
                <a:spcPct val="60000"/>
              </a:spcAft>
            </a:pPr>
            <a:r>
              <a:rPr lang="zh-CN" altLang="en-US" sz="1200" b="1"/>
              <a:t>🔄 </a:t>
            </a:r>
            <a:r>
              <a:rPr lang="en-US" altLang="zh-CN" sz="1200" b="1"/>
              <a:t>Overall Flow</a:t>
            </a:r>
          </a:p>
          <a:p>
            <a:pPr>
              <a:spcAft>
                <a:spcPct val="60000"/>
              </a:spcAft>
            </a:pPr>
            <a:r>
              <a:rPr lang="en-US" altLang="zh-CN" sz="1200"/>
              <a:t>Candidate + Job → Match Score → Skill Analysis → Skill Gap → Learning Suggestions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164592" y="109728"/>
            <a:ext cx="960120" cy="447546"/>
          </a:xfrm>
          <a:prstGeom prst="rect">
            <a:avLst/>
          </a:prstGeom>
        </p:spPr>
      </p:pic>
      <p:sp>
        <p:nvSpPr>
          <p:cNvPr id="4" name="TextBox 3"/>
          <p:cNvSpPr txBox="1"/>
          <p:nvPr/>
        </p:nvSpPr>
        <p:spPr>
          <a:xfrm>
            <a:off x="2084388" y="50165"/>
            <a:ext cx="5469255" cy="506730"/>
          </a:xfrm>
          <a:prstGeom prst="rect">
            <a:avLst/>
          </a:prstGeom>
          <a:noFill/>
        </p:spPr>
        <p:txBody>
          <a:bodyPr wrap="none">
            <a:spAutoFit/>
          </a:bodyPr>
          <a:lstStyle/>
          <a:p>
            <a:pPr algn="ctr"/>
            <a:r>
              <a:rPr lang="en-US" sz="2700" b="1">
                <a:solidFill>
                  <a:srgbClr val="4869AD"/>
                </a:solidFill>
                <a:latin typeface="Times New Roman" panose="02020603050405020304"/>
              </a:rPr>
              <a:t>FRONTEND IMPLEMENTATION</a:t>
            </a:r>
          </a:p>
        </p:txBody>
      </p:sp>
      <p:pic>
        <p:nvPicPr>
          <p:cNvPr id="6" name="Picture 5"/>
          <p:cNvPicPr>
            <a:picLocks noChangeAspect="1"/>
          </p:cNvPicPr>
          <p:nvPr/>
        </p:nvPicPr>
        <p:blipFill>
          <a:blip r:embed="rId3"/>
          <a:srcRect b="5903"/>
          <a:stretch>
            <a:fillRect/>
          </a:stretch>
        </p:blipFill>
        <p:spPr>
          <a:xfrm>
            <a:off x="406400" y="670560"/>
            <a:ext cx="8128000" cy="43021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164592" y="109728"/>
            <a:ext cx="960120" cy="447546"/>
          </a:xfrm>
          <a:prstGeom prst="rect">
            <a:avLst/>
          </a:prstGeom>
        </p:spPr>
      </p:pic>
      <p:sp>
        <p:nvSpPr>
          <p:cNvPr id="4" name="TextBox 3"/>
          <p:cNvSpPr txBox="1"/>
          <p:nvPr/>
        </p:nvSpPr>
        <p:spPr>
          <a:xfrm>
            <a:off x="2084388" y="50165"/>
            <a:ext cx="5469255" cy="506730"/>
          </a:xfrm>
          <a:prstGeom prst="rect">
            <a:avLst/>
          </a:prstGeom>
          <a:noFill/>
        </p:spPr>
        <p:txBody>
          <a:bodyPr wrap="none">
            <a:spAutoFit/>
          </a:bodyPr>
          <a:lstStyle/>
          <a:p>
            <a:pPr algn="ctr"/>
            <a:r>
              <a:rPr lang="en-US" sz="2700" b="1">
                <a:solidFill>
                  <a:srgbClr val="4869AD"/>
                </a:solidFill>
                <a:latin typeface="Times New Roman" panose="02020603050405020304"/>
              </a:rPr>
              <a:t>FRONTEND IMPLEMENTATION</a:t>
            </a:r>
          </a:p>
        </p:txBody>
      </p:sp>
      <p:pic>
        <p:nvPicPr>
          <p:cNvPr id="2" name="Picture 1"/>
          <p:cNvPicPr>
            <a:picLocks noChangeAspect="1"/>
          </p:cNvPicPr>
          <p:nvPr/>
        </p:nvPicPr>
        <p:blipFill>
          <a:blip r:embed="rId3"/>
          <a:srcRect b="4889"/>
          <a:stretch>
            <a:fillRect/>
          </a:stretch>
        </p:blipFill>
        <p:spPr>
          <a:xfrm>
            <a:off x="508000" y="614680"/>
            <a:ext cx="8128000" cy="4348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164592" y="109728"/>
            <a:ext cx="960120" cy="447546"/>
          </a:xfrm>
          <a:prstGeom prst="rect">
            <a:avLst/>
          </a:prstGeom>
        </p:spPr>
      </p:pic>
      <p:sp>
        <p:nvSpPr>
          <p:cNvPr id="4" name="TextBox 3"/>
          <p:cNvSpPr txBox="1"/>
          <p:nvPr/>
        </p:nvSpPr>
        <p:spPr>
          <a:xfrm>
            <a:off x="2084388" y="50165"/>
            <a:ext cx="5469255" cy="506730"/>
          </a:xfrm>
          <a:prstGeom prst="rect">
            <a:avLst/>
          </a:prstGeom>
          <a:noFill/>
        </p:spPr>
        <p:txBody>
          <a:bodyPr wrap="none">
            <a:spAutoFit/>
          </a:bodyPr>
          <a:lstStyle/>
          <a:p>
            <a:pPr algn="ctr"/>
            <a:r>
              <a:rPr lang="en-US" sz="2700" b="1">
                <a:solidFill>
                  <a:srgbClr val="4869AD"/>
                </a:solidFill>
                <a:latin typeface="Times New Roman" panose="02020603050405020304"/>
              </a:rPr>
              <a:t>FRONTEND IMPLEMENTATION</a:t>
            </a:r>
          </a:p>
        </p:txBody>
      </p:sp>
      <p:pic>
        <p:nvPicPr>
          <p:cNvPr id="2" name="Picture 1"/>
          <p:cNvPicPr>
            <a:picLocks noChangeAspect="1"/>
          </p:cNvPicPr>
          <p:nvPr/>
        </p:nvPicPr>
        <p:blipFill>
          <a:blip r:embed="rId3"/>
          <a:srcRect b="5194"/>
          <a:stretch>
            <a:fillRect/>
          </a:stretch>
        </p:blipFill>
        <p:spPr>
          <a:xfrm>
            <a:off x="438150" y="587375"/>
            <a:ext cx="8128000" cy="4334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B84E1-275C-6F42-41CA-134E4950369E}"/>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F5EA18A9-F12A-F64A-474D-8B35E8C8CC64}"/>
              </a:ext>
            </a:extLst>
          </p:cNvPr>
          <p:cNvPicPr>
            <a:picLocks noChangeAspect="1"/>
          </p:cNvPicPr>
          <p:nvPr/>
        </p:nvPicPr>
        <p:blipFill>
          <a:blip r:embed="rId2"/>
          <a:stretch>
            <a:fillRect/>
          </a:stretch>
        </p:blipFill>
        <p:spPr>
          <a:xfrm>
            <a:off x="164592" y="109728"/>
            <a:ext cx="960120" cy="447546"/>
          </a:xfrm>
          <a:prstGeom prst="rect">
            <a:avLst/>
          </a:prstGeom>
        </p:spPr>
      </p:pic>
      <p:sp>
        <p:nvSpPr>
          <p:cNvPr id="4" name="TextBox 3">
            <a:extLst>
              <a:ext uri="{FF2B5EF4-FFF2-40B4-BE49-F238E27FC236}">
                <a16:creationId xmlns:a16="http://schemas.microsoft.com/office/drawing/2014/main" id="{966EE7E2-6984-DC74-B8AD-B03FE98D2999}"/>
              </a:ext>
            </a:extLst>
          </p:cNvPr>
          <p:cNvSpPr txBox="1"/>
          <p:nvPr/>
        </p:nvSpPr>
        <p:spPr>
          <a:xfrm>
            <a:off x="2163480" y="50165"/>
            <a:ext cx="5311070" cy="507831"/>
          </a:xfrm>
          <a:prstGeom prst="rect">
            <a:avLst/>
          </a:prstGeom>
          <a:noFill/>
        </p:spPr>
        <p:txBody>
          <a:bodyPr wrap="none">
            <a:spAutoFit/>
          </a:bodyPr>
          <a:lstStyle/>
          <a:p>
            <a:pPr algn="ctr"/>
            <a:r>
              <a:rPr lang="en-US" sz="2700" b="1" dirty="0">
                <a:solidFill>
                  <a:srgbClr val="4869AD"/>
                </a:solidFill>
                <a:latin typeface="Times New Roman" panose="02020603050405020304"/>
              </a:rPr>
              <a:t>BACKEND IMPLEMENTATION</a:t>
            </a:r>
          </a:p>
        </p:txBody>
      </p:sp>
      <p:pic>
        <p:nvPicPr>
          <p:cNvPr id="8" name="Picture 7">
            <a:extLst>
              <a:ext uri="{FF2B5EF4-FFF2-40B4-BE49-F238E27FC236}">
                <a16:creationId xmlns:a16="http://schemas.microsoft.com/office/drawing/2014/main" id="{CA0E1972-7197-0107-22DE-87ACC9B47B6D}"/>
              </a:ext>
            </a:extLst>
          </p:cNvPr>
          <p:cNvPicPr>
            <a:picLocks noChangeAspect="1"/>
          </p:cNvPicPr>
          <p:nvPr/>
        </p:nvPicPr>
        <p:blipFill>
          <a:blip r:embed="rId3"/>
          <a:stretch>
            <a:fillRect/>
          </a:stretch>
        </p:blipFill>
        <p:spPr>
          <a:xfrm>
            <a:off x="2429" y="0"/>
            <a:ext cx="9139141" cy="5143500"/>
          </a:xfrm>
          <a:prstGeom prst="rect">
            <a:avLst/>
          </a:prstGeom>
        </p:spPr>
      </p:pic>
      <p:pic>
        <p:nvPicPr>
          <p:cNvPr id="12" name="Picture 11">
            <a:extLst>
              <a:ext uri="{FF2B5EF4-FFF2-40B4-BE49-F238E27FC236}">
                <a16:creationId xmlns:a16="http://schemas.microsoft.com/office/drawing/2014/main" id="{8164A046-6409-144F-FFF7-A0BDC15F1748}"/>
              </a:ext>
            </a:extLst>
          </p:cNvPr>
          <p:cNvPicPr>
            <a:picLocks noChangeAspect="1"/>
          </p:cNvPicPr>
          <p:nvPr/>
        </p:nvPicPr>
        <p:blipFill>
          <a:blip r:embed="rId4"/>
          <a:stretch>
            <a:fillRect/>
          </a:stretch>
        </p:blipFill>
        <p:spPr>
          <a:xfrm>
            <a:off x="5123" y="667002"/>
            <a:ext cx="4813892" cy="3776982"/>
          </a:xfrm>
          <a:prstGeom prst="rect">
            <a:avLst/>
          </a:prstGeom>
        </p:spPr>
      </p:pic>
    </p:spTree>
    <p:extLst>
      <p:ext uri="{BB962C8B-B14F-4D97-AF65-F5344CB8AC3E}">
        <p14:creationId xmlns:p14="http://schemas.microsoft.com/office/powerpoint/2010/main" val="2071960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D2197-2527-3C3C-DF72-7A83B21195BC}"/>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0907BDE5-49F5-50D2-AD64-B544CBA1BD5B}"/>
              </a:ext>
            </a:extLst>
          </p:cNvPr>
          <p:cNvPicPr>
            <a:picLocks noChangeAspect="1"/>
          </p:cNvPicPr>
          <p:nvPr/>
        </p:nvPicPr>
        <p:blipFill>
          <a:blip r:embed="rId2"/>
          <a:stretch>
            <a:fillRect/>
          </a:stretch>
        </p:blipFill>
        <p:spPr>
          <a:xfrm>
            <a:off x="164592" y="109728"/>
            <a:ext cx="960120" cy="447546"/>
          </a:xfrm>
          <a:prstGeom prst="rect">
            <a:avLst/>
          </a:prstGeom>
        </p:spPr>
      </p:pic>
      <p:sp>
        <p:nvSpPr>
          <p:cNvPr id="4" name="TextBox 3">
            <a:extLst>
              <a:ext uri="{FF2B5EF4-FFF2-40B4-BE49-F238E27FC236}">
                <a16:creationId xmlns:a16="http://schemas.microsoft.com/office/drawing/2014/main" id="{BDBDC733-5803-48C6-64C4-0071A28F916A}"/>
              </a:ext>
            </a:extLst>
          </p:cNvPr>
          <p:cNvSpPr txBox="1"/>
          <p:nvPr/>
        </p:nvSpPr>
        <p:spPr>
          <a:xfrm>
            <a:off x="2163480" y="50165"/>
            <a:ext cx="5311070" cy="507831"/>
          </a:xfrm>
          <a:prstGeom prst="rect">
            <a:avLst/>
          </a:prstGeom>
          <a:noFill/>
        </p:spPr>
        <p:txBody>
          <a:bodyPr wrap="none">
            <a:spAutoFit/>
          </a:bodyPr>
          <a:lstStyle/>
          <a:p>
            <a:pPr algn="ctr"/>
            <a:r>
              <a:rPr lang="en-US" sz="2700" b="1" dirty="0">
                <a:solidFill>
                  <a:srgbClr val="4869AD"/>
                </a:solidFill>
                <a:latin typeface="Times New Roman" panose="02020603050405020304"/>
              </a:rPr>
              <a:t>BACKEND IMPLEMENTATION</a:t>
            </a:r>
          </a:p>
        </p:txBody>
      </p:sp>
      <p:pic>
        <p:nvPicPr>
          <p:cNvPr id="6" name="Picture 5">
            <a:extLst>
              <a:ext uri="{FF2B5EF4-FFF2-40B4-BE49-F238E27FC236}">
                <a16:creationId xmlns:a16="http://schemas.microsoft.com/office/drawing/2014/main" id="{9D66C7ED-672F-B99F-800E-A084CFDEC10F}"/>
              </a:ext>
            </a:extLst>
          </p:cNvPr>
          <p:cNvPicPr>
            <a:picLocks noChangeAspect="1"/>
          </p:cNvPicPr>
          <p:nvPr/>
        </p:nvPicPr>
        <p:blipFill>
          <a:blip r:embed="rId3"/>
          <a:stretch>
            <a:fillRect/>
          </a:stretch>
        </p:blipFill>
        <p:spPr>
          <a:xfrm>
            <a:off x="54864" y="966914"/>
            <a:ext cx="6031202" cy="3392551"/>
          </a:xfrm>
          <a:prstGeom prst="rect">
            <a:avLst/>
          </a:prstGeom>
        </p:spPr>
      </p:pic>
      <p:sp>
        <p:nvSpPr>
          <p:cNvPr id="18" name="Google Shape;514;p20">
            <a:extLst>
              <a:ext uri="{FF2B5EF4-FFF2-40B4-BE49-F238E27FC236}">
                <a16:creationId xmlns:a16="http://schemas.microsoft.com/office/drawing/2014/main" id="{6A042F58-D03C-C794-032A-FFE5370B2635}"/>
              </a:ext>
            </a:extLst>
          </p:cNvPr>
          <p:cNvSpPr/>
          <p:nvPr/>
        </p:nvSpPr>
        <p:spPr>
          <a:xfrm flipH="1">
            <a:off x="6264558" y="966914"/>
            <a:ext cx="2714850" cy="441600"/>
          </a:xfrm>
          <a:prstGeom prst="roundRect">
            <a:avLst>
              <a:gd name="adj" fmla="val 50000"/>
            </a:avLst>
          </a:prstGeom>
          <a:solidFill>
            <a:schemeClr val="accent4"/>
          </a:solidFill>
          <a:ln>
            <a:noFill/>
          </a:ln>
        </p:spPr>
        <p:txBody>
          <a:bodyPr spcFirstLastPara="1" wrap="square" lIns="0" tIns="91425" rIns="0" bIns="91425" anchor="ctr" anchorCtr="0">
            <a:noAutofit/>
          </a:bodyPr>
          <a:lstStyle/>
          <a:p>
            <a:pPr lvl="0" algn="ctr"/>
            <a:r>
              <a:rPr lang="en-IN" dirty="0"/>
              <a:t>Candidate and Application APIs</a:t>
            </a:r>
            <a:endParaRPr dirty="0">
              <a:latin typeface="Fira Sans Extra Condensed SemiBold" panose="020B0803050000020004"/>
              <a:ea typeface="Fira Sans Extra Condensed SemiBold" panose="020B0803050000020004"/>
              <a:cs typeface="Fira Sans Extra Condensed SemiBold" panose="020B0803050000020004"/>
              <a:sym typeface="Fira Sans Extra Condensed SemiBold" panose="020B0803050000020004"/>
            </a:endParaRPr>
          </a:p>
        </p:txBody>
      </p:sp>
      <p:pic>
        <p:nvPicPr>
          <p:cNvPr id="20" name="Picture 19">
            <a:extLst>
              <a:ext uri="{FF2B5EF4-FFF2-40B4-BE49-F238E27FC236}">
                <a16:creationId xmlns:a16="http://schemas.microsoft.com/office/drawing/2014/main" id="{4E757006-BAB2-FD68-685B-B7708D596B43}"/>
              </a:ext>
            </a:extLst>
          </p:cNvPr>
          <p:cNvPicPr>
            <a:picLocks noChangeAspect="1"/>
          </p:cNvPicPr>
          <p:nvPr/>
        </p:nvPicPr>
        <p:blipFill>
          <a:blip r:embed="rId4"/>
          <a:stretch>
            <a:fillRect/>
          </a:stretch>
        </p:blipFill>
        <p:spPr>
          <a:xfrm>
            <a:off x="6222036" y="1423533"/>
            <a:ext cx="2799894" cy="2935932"/>
          </a:xfrm>
          <a:prstGeom prst="rect">
            <a:avLst/>
          </a:prstGeom>
        </p:spPr>
      </p:pic>
      <p:sp>
        <p:nvSpPr>
          <p:cNvPr id="22" name="TextBox 21">
            <a:extLst>
              <a:ext uri="{FF2B5EF4-FFF2-40B4-BE49-F238E27FC236}">
                <a16:creationId xmlns:a16="http://schemas.microsoft.com/office/drawing/2014/main" id="{5EFE2DE4-F024-2A51-ED46-BF0754108D7F}"/>
              </a:ext>
            </a:extLst>
          </p:cNvPr>
          <p:cNvSpPr txBox="1"/>
          <p:nvPr/>
        </p:nvSpPr>
        <p:spPr>
          <a:xfrm>
            <a:off x="6400800" y="1660392"/>
            <a:ext cx="2487168" cy="2492990"/>
          </a:xfrm>
          <a:prstGeom prst="rect">
            <a:avLst/>
          </a:prstGeom>
          <a:noFill/>
        </p:spPr>
        <p:txBody>
          <a:bodyPr wrap="square">
            <a:spAutoFit/>
          </a:bodyPr>
          <a:lstStyle/>
          <a:p>
            <a:r>
              <a:rPr lang="en-IN" sz="1300" dirty="0"/>
              <a:t>Postman was used to test the Candidate and Application REST APIs. The Application Service retrieves application records, while the Candidate Service returns candidate profile information, including personal details and skills. Successful HTTP responses confirm that the tested endpoints can retrieve data from the backend.</a:t>
            </a:r>
          </a:p>
        </p:txBody>
      </p:sp>
    </p:spTree>
    <p:extLst>
      <p:ext uri="{BB962C8B-B14F-4D97-AF65-F5344CB8AC3E}">
        <p14:creationId xmlns:p14="http://schemas.microsoft.com/office/powerpoint/2010/main" val="436626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436C-AC7E-451E-C631-8B92DBD1B970}"/>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39E43C40-F47B-8912-BFB2-1BB99523D1BF}"/>
              </a:ext>
            </a:extLst>
          </p:cNvPr>
          <p:cNvPicPr>
            <a:picLocks noChangeAspect="1"/>
          </p:cNvPicPr>
          <p:nvPr/>
        </p:nvPicPr>
        <p:blipFill>
          <a:blip r:embed="rId2"/>
          <a:stretch>
            <a:fillRect/>
          </a:stretch>
        </p:blipFill>
        <p:spPr>
          <a:xfrm>
            <a:off x="164592" y="109728"/>
            <a:ext cx="960120" cy="447546"/>
          </a:xfrm>
          <a:prstGeom prst="rect">
            <a:avLst/>
          </a:prstGeom>
        </p:spPr>
      </p:pic>
      <p:sp>
        <p:nvSpPr>
          <p:cNvPr id="4" name="TextBox 3">
            <a:extLst>
              <a:ext uri="{FF2B5EF4-FFF2-40B4-BE49-F238E27FC236}">
                <a16:creationId xmlns:a16="http://schemas.microsoft.com/office/drawing/2014/main" id="{FA11CD87-BDE4-8980-4FBE-8ED9BF12CE25}"/>
              </a:ext>
            </a:extLst>
          </p:cNvPr>
          <p:cNvSpPr txBox="1"/>
          <p:nvPr/>
        </p:nvSpPr>
        <p:spPr>
          <a:xfrm>
            <a:off x="2163481" y="50165"/>
            <a:ext cx="5311070" cy="507831"/>
          </a:xfrm>
          <a:prstGeom prst="rect">
            <a:avLst/>
          </a:prstGeom>
          <a:noFill/>
        </p:spPr>
        <p:txBody>
          <a:bodyPr wrap="none">
            <a:spAutoFit/>
          </a:bodyPr>
          <a:lstStyle/>
          <a:p>
            <a:pPr algn="ctr"/>
            <a:r>
              <a:rPr lang="en-US" sz="2700" b="1" dirty="0">
                <a:solidFill>
                  <a:srgbClr val="4869AD"/>
                </a:solidFill>
                <a:latin typeface="Times New Roman" panose="02020603050405020304"/>
              </a:rPr>
              <a:t>BACKEND IMPLEMENTATION</a:t>
            </a:r>
          </a:p>
        </p:txBody>
      </p:sp>
      <p:pic>
        <p:nvPicPr>
          <p:cNvPr id="6" name="Picture 5">
            <a:extLst>
              <a:ext uri="{FF2B5EF4-FFF2-40B4-BE49-F238E27FC236}">
                <a16:creationId xmlns:a16="http://schemas.microsoft.com/office/drawing/2014/main" id="{9A002248-92A8-E0A6-5995-C30D81C31461}"/>
              </a:ext>
            </a:extLst>
          </p:cNvPr>
          <p:cNvPicPr>
            <a:picLocks noChangeAspect="1"/>
          </p:cNvPicPr>
          <p:nvPr/>
        </p:nvPicPr>
        <p:blipFill>
          <a:blip r:embed="rId3"/>
          <a:stretch>
            <a:fillRect/>
          </a:stretch>
        </p:blipFill>
        <p:spPr>
          <a:xfrm>
            <a:off x="164592" y="975597"/>
            <a:ext cx="5980176" cy="3363849"/>
          </a:xfrm>
          <a:prstGeom prst="rect">
            <a:avLst/>
          </a:prstGeom>
        </p:spPr>
      </p:pic>
      <p:sp>
        <p:nvSpPr>
          <p:cNvPr id="5" name="Rounded Rectangle 8">
            <a:extLst>
              <a:ext uri="{FF2B5EF4-FFF2-40B4-BE49-F238E27FC236}">
                <a16:creationId xmlns:a16="http://schemas.microsoft.com/office/drawing/2014/main" id="{8E01D195-55FF-8309-5425-90735975E8DA}"/>
              </a:ext>
            </a:extLst>
          </p:cNvPr>
          <p:cNvSpPr/>
          <p:nvPr/>
        </p:nvSpPr>
        <p:spPr>
          <a:xfrm>
            <a:off x="6199632" y="1353311"/>
            <a:ext cx="2944368" cy="3048001"/>
          </a:xfrm>
          <a:prstGeom prst="roundRect">
            <a:avLst/>
          </a:prstGeom>
          <a:solidFill>
            <a:srgbClr val="EEF1F9"/>
          </a:solidFill>
          <a:ln w="16510">
            <a:solidFill>
              <a:srgbClr val="4869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Google Shape;515;p20">
            <a:extLst>
              <a:ext uri="{FF2B5EF4-FFF2-40B4-BE49-F238E27FC236}">
                <a16:creationId xmlns:a16="http://schemas.microsoft.com/office/drawing/2014/main" id="{945A7110-C744-C52A-5DCC-1F01300645FC}"/>
              </a:ext>
            </a:extLst>
          </p:cNvPr>
          <p:cNvSpPr/>
          <p:nvPr/>
        </p:nvSpPr>
        <p:spPr>
          <a:xfrm flipH="1">
            <a:off x="6278880" y="835389"/>
            <a:ext cx="2627376" cy="441600"/>
          </a:xfrm>
          <a:prstGeom prst="roundRect">
            <a:avLst>
              <a:gd name="adj" fmla="val 50000"/>
            </a:avLst>
          </a:prstGeom>
          <a:solidFill>
            <a:schemeClr val="accent1"/>
          </a:solidFill>
          <a:ln>
            <a:noFill/>
          </a:ln>
        </p:spPr>
        <p:txBody>
          <a:bodyPr spcFirstLastPara="1" wrap="square" lIns="0" tIns="91425" rIns="0" bIns="91425" anchor="ctr" anchorCtr="0">
            <a:noAutofit/>
          </a:bodyPr>
          <a:lstStyle/>
          <a:p>
            <a:pPr algn="ctr">
              <a:buClr>
                <a:schemeClr val="dk1"/>
              </a:buClr>
              <a:buSzPts val="1100"/>
            </a:pPr>
            <a:r>
              <a:rPr lang="en-IN" dirty="0"/>
              <a:t>Candidate Service </a:t>
            </a:r>
          </a:p>
        </p:txBody>
      </p:sp>
      <p:sp>
        <p:nvSpPr>
          <p:cNvPr id="12" name="TextBox 11">
            <a:extLst>
              <a:ext uri="{FF2B5EF4-FFF2-40B4-BE49-F238E27FC236}">
                <a16:creationId xmlns:a16="http://schemas.microsoft.com/office/drawing/2014/main" id="{59383F21-D8C8-918F-7471-5E5283C29276}"/>
              </a:ext>
            </a:extLst>
          </p:cNvPr>
          <p:cNvSpPr txBox="1"/>
          <p:nvPr/>
        </p:nvSpPr>
        <p:spPr>
          <a:xfrm>
            <a:off x="6352032" y="1554382"/>
            <a:ext cx="2627376" cy="2292935"/>
          </a:xfrm>
          <a:prstGeom prst="rect">
            <a:avLst/>
          </a:prstGeom>
          <a:noFill/>
        </p:spPr>
        <p:txBody>
          <a:bodyPr wrap="square">
            <a:spAutoFit/>
          </a:bodyPr>
          <a:lstStyle/>
          <a:p>
            <a:pPr>
              <a:buNone/>
            </a:pPr>
            <a:r>
              <a:rPr lang="en-IN" sz="1300" dirty="0"/>
              <a:t>The Candidate Service API was tested using Postman by sending a GET request to retrieve a candidate profile using their ID. The API returned a successful </a:t>
            </a:r>
            <a:r>
              <a:rPr lang="en-IN" sz="1300" dirty="0">
                <a:latin typeface="Arial" panose="020B0604020202020204"/>
              </a:rPr>
              <a:t>200 OK</a:t>
            </a:r>
            <a:r>
              <a:rPr lang="en-IN" sz="1300" dirty="0"/>
              <a:t> response containing the candidate’s details, including name, email, phone number, and skills, demonstrating successful retrieval of candidate data from the backend.</a:t>
            </a:r>
          </a:p>
        </p:txBody>
      </p:sp>
    </p:spTree>
    <p:extLst>
      <p:ext uri="{BB962C8B-B14F-4D97-AF65-F5344CB8AC3E}">
        <p14:creationId xmlns:p14="http://schemas.microsoft.com/office/powerpoint/2010/main" val="3338782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73EAF-6774-583F-515E-E086DE5943C1}"/>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4421EEA4-1644-B1A5-AE65-044B9AFE4185}"/>
              </a:ext>
            </a:extLst>
          </p:cNvPr>
          <p:cNvPicPr>
            <a:picLocks noChangeAspect="1"/>
          </p:cNvPicPr>
          <p:nvPr/>
        </p:nvPicPr>
        <p:blipFill>
          <a:blip r:embed="rId3"/>
          <a:stretch>
            <a:fillRect/>
          </a:stretch>
        </p:blipFill>
        <p:spPr>
          <a:xfrm>
            <a:off x="164592" y="109728"/>
            <a:ext cx="960120" cy="447546"/>
          </a:xfrm>
          <a:prstGeom prst="rect">
            <a:avLst/>
          </a:prstGeom>
        </p:spPr>
      </p:pic>
      <p:sp>
        <p:nvSpPr>
          <p:cNvPr id="4" name="TextBox 3">
            <a:extLst>
              <a:ext uri="{FF2B5EF4-FFF2-40B4-BE49-F238E27FC236}">
                <a16:creationId xmlns:a16="http://schemas.microsoft.com/office/drawing/2014/main" id="{B2791F11-A637-AED2-DB49-71C794C832AE}"/>
              </a:ext>
            </a:extLst>
          </p:cNvPr>
          <p:cNvSpPr txBox="1"/>
          <p:nvPr/>
        </p:nvSpPr>
        <p:spPr>
          <a:xfrm>
            <a:off x="2163481" y="50165"/>
            <a:ext cx="5311070" cy="507831"/>
          </a:xfrm>
          <a:prstGeom prst="rect">
            <a:avLst/>
          </a:prstGeom>
          <a:noFill/>
        </p:spPr>
        <p:txBody>
          <a:bodyPr wrap="none">
            <a:spAutoFit/>
          </a:bodyPr>
          <a:lstStyle/>
          <a:p>
            <a:pPr algn="ctr"/>
            <a:r>
              <a:rPr lang="en-US" sz="2700" b="1" dirty="0">
                <a:solidFill>
                  <a:srgbClr val="4869AD"/>
                </a:solidFill>
                <a:latin typeface="Times New Roman" panose="02020603050405020304"/>
              </a:rPr>
              <a:t>BACKEND IMPLEMENTATION</a:t>
            </a:r>
          </a:p>
        </p:txBody>
      </p:sp>
      <p:pic>
        <p:nvPicPr>
          <p:cNvPr id="8" name="Picture 7">
            <a:extLst>
              <a:ext uri="{FF2B5EF4-FFF2-40B4-BE49-F238E27FC236}">
                <a16:creationId xmlns:a16="http://schemas.microsoft.com/office/drawing/2014/main" id="{73E946F0-83C8-C5C9-9F91-B7DAE64178E2}"/>
              </a:ext>
            </a:extLst>
          </p:cNvPr>
          <p:cNvPicPr>
            <a:picLocks noChangeAspect="1"/>
          </p:cNvPicPr>
          <p:nvPr/>
        </p:nvPicPr>
        <p:blipFill>
          <a:blip r:embed="rId4"/>
          <a:stretch>
            <a:fillRect/>
          </a:stretch>
        </p:blipFill>
        <p:spPr>
          <a:xfrm>
            <a:off x="164592" y="1093279"/>
            <a:ext cx="5626608" cy="3164967"/>
          </a:xfrm>
          <a:prstGeom prst="rect">
            <a:avLst/>
          </a:prstGeom>
        </p:spPr>
      </p:pic>
      <p:sp>
        <p:nvSpPr>
          <p:cNvPr id="10" name="Rounded Rectangle 15">
            <a:extLst>
              <a:ext uri="{FF2B5EF4-FFF2-40B4-BE49-F238E27FC236}">
                <a16:creationId xmlns:a16="http://schemas.microsoft.com/office/drawing/2014/main" id="{6CA5F221-2BA1-BE46-C45E-D238933C8366}"/>
              </a:ext>
            </a:extLst>
          </p:cNvPr>
          <p:cNvSpPr/>
          <p:nvPr/>
        </p:nvSpPr>
        <p:spPr>
          <a:xfrm>
            <a:off x="6023789" y="1418610"/>
            <a:ext cx="2878030" cy="2964414"/>
          </a:xfrm>
          <a:prstGeom prst="roundRect">
            <a:avLst/>
          </a:prstGeom>
          <a:solidFill>
            <a:schemeClr val="accent2">
              <a:lumMod val="60000"/>
              <a:lumOff val="40000"/>
            </a:schemeClr>
          </a:solidFill>
          <a:ln w="1651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oogle Shape;518;p20">
            <a:extLst>
              <a:ext uri="{FF2B5EF4-FFF2-40B4-BE49-F238E27FC236}">
                <a16:creationId xmlns:a16="http://schemas.microsoft.com/office/drawing/2014/main" id="{A4970304-75B9-FF16-3EC4-F4BD4243B704}"/>
              </a:ext>
            </a:extLst>
          </p:cNvPr>
          <p:cNvSpPr/>
          <p:nvPr/>
        </p:nvSpPr>
        <p:spPr>
          <a:xfrm flipH="1">
            <a:off x="6448969" y="845302"/>
            <a:ext cx="1897225" cy="441600"/>
          </a:xfrm>
          <a:prstGeom prst="roundRect">
            <a:avLst>
              <a:gd name="adj" fmla="val 50000"/>
            </a:avLst>
          </a:prstGeom>
          <a:solidFill>
            <a:schemeClr val="accent2"/>
          </a:solidFill>
          <a:ln>
            <a:noFill/>
          </a:ln>
        </p:spPr>
        <p:txBody>
          <a:bodyPr spcFirstLastPara="1" wrap="square" lIns="0" tIns="91425" rIns="0" bIns="91425" anchor="ctr" anchorCtr="0">
            <a:noAutofit/>
          </a:bodyPr>
          <a:lstStyle/>
          <a:p>
            <a:pPr algn="ctr"/>
            <a:r>
              <a:rPr lang="en-IN" b="1" dirty="0"/>
              <a:t>AI Service</a:t>
            </a:r>
            <a:endParaRPr lang="en-IN" dirty="0"/>
          </a:p>
        </p:txBody>
      </p:sp>
      <p:sp>
        <p:nvSpPr>
          <p:cNvPr id="14" name="TextBox 13">
            <a:extLst>
              <a:ext uri="{FF2B5EF4-FFF2-40B4-BE49-F238E27FC236}">
                <a16:creationId xmlns:a16="http://schemas.microsoft.com/office/drawing/2014/main" id="{466D684B-E8BF-F826-5FB9-723667D52FB1}"/>
              </a:ext>
            </a:extLst>
          </p:cNvPr>
          <p:cNvSpPr txBox="1"/>
          <p:nvPr/>
        </p:nvSpPr>
        <p:spPr>
          <a:xfrm>
            <a:off x="6078482" y="1596794"/>
            <a:ext cx="2938272" cy="2677656"/>
          </a:xfrm>
          <a:prstGeom prst="rect">
            <a:avLst/>
          </a:prstGeom>
          <a:noFill/>
        </p:spPr>
        <p:txBody>
          <a:bodyPr wrap="square">
            <a:spAutoFit/>
          </a:bodyPr>
          <a:lstStyle/>
          <a:p>
            <a:pPr>
              <a:buNone/>
            </a:pPr>
            <a:r>
              <a:rPr lang="en-IN" dirty="0"/>
              <a:t> The </a:t>
            </a:r>
            <a:r>
              <a:rPr lang="en-IN" dirty="0" err="1"/>
              <a:t>FastAPI</a:t>
            </a:r>
            <a:r>
              <a:rPr lang="en-IN" dirty="0"/>
              <a:t> AI endpoint was tested using Postman by sending a POST request to </a:t>
            </a:r>
            <a:r>
              <a:rPr lang="en-IN" dirty="0">
                <a:latin typeface="Arial" panose="020B0604020202020204"/>
              </a:rPr>
              <a:t>/</a:t>
            </a:r>
            <a:r>
              <a:rPr lang="en-IN" dirty="0" err="1">
                <a:latin typeface="Arial" panose="020B0604020202020204"/>
              </a:rPr>
              <a:t>api</a:t>
            </a:r>
            <a:r>
              <a:rPr lang="en-IN" dirty="0">
                <a:latin typeface="Arial" panose="020B0604020202020204"/>
              </a:rPr>
              <a:t>/ai/</a:t>
            </a:r>
            <a:r>
              <a:rPr lang="en-IN" dirty="0" err="1">
                <a:latin typeface="Arial" panose="020B0604020202020204"/>
              </a:rPr>
              <a:t>analyze</a:t>
            </a:r>
            <a:r>
              <a:rPr lang="en-IN" dirty="0"/>
              <a:t>. The request returned a </a:t>
            </a:r>
            <a:r>
              <a:rPr lang="en-IN" dirty="0">
                <a:latin typeface="Arial" panose="020B0604020202020204"/>
              </a:rPr>
              <a:t>422 </a:t>
            </a:r>
            <a:r>
              <a:rPr lang="en-IN" dirty="0" err="1">
                <a:latin typeface="Arial" panose="020B0604020202020204"/>
              </a:rPr>
              <a:t>Unprocessable</a:t>
            </a:r>
            <a:r>
              <a:rPr lang="en-IN" dirty="0">
                <a:latin typeface="Arial" panose="020B0604020202020204"/>
              </a:rPr>
              <a:t> Content</a:t>
            </a:r>
            <a:r>
              <a:rPr lang="en-IN" dirty="0"/>
              <a:t> response because the required candidate and job objects were missing from the request body. This highlights the importance of providing input data in the expected JSON format for AI-based candidate–job analysis.</a:t>
            </a:r>
          </a:p>
        </p:txBody>
      </p:sp>
    </p:spTree>
    <p:extLst>
      <p:ext uri="{BB962C8B-B14F-4D97-AF65-F5344CB8AC3E}">
        <p14:creationId xmlns:p14="http://schemas.microsoft.com/office/powerpoint/2010/main" val="659270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0"/>
        <p:cNvGrpSpPr/>
        <p:nvPr/>
      </p:nvGrpSpPr>
      <p:grpSpPr>
        <a:xfrm>
          <a:off x="0" y="0"/>
          <a:ext cx="0" cy="0"/>
          <a:chOff x="0" y="0"/>
          <a:chExt cx="0" cy="0"/>
        </a:xfrm>
      </p:grpSpPr>
      <p:grpSp>
        <p:nvGrpSpPr>
          <p:cNvPr id="1768" name="Google Shape;1768;p36"/>
          <p:cNvGrpSpPr/>
          <p:nvPr/>
        </p:nvGrpSpPr>
        <p:grpSpPr>
          <a:xfrm>
            <a:off x="6067876" y="590985"/>
            <a:ext cx="2645427" cy="3961529"/>
            <a:chOff x="3881038" y="2402362"/>
            <a:chExt cx="1381914" cy="2333823"/>
          </a:xfrm>
        </p:grpSpPr>
        <p:sp>
          <p:nvSpPr>
            <p:cNvPr id="1769" name="Google Shape;1769;p36"/>
            <p:cNvSpPr/>
            <p:nvPr/>
          </p:nvSpPr>
          <p:spPr>
            <a:xfrm>
              <a:off x="3881038" y="2482989"/>
              <a:ext cx="1160994" cy="2253196"/>
            </a:xfrm>
            <a:custGeom>
              <a:avLst/>
              <a:gdLst/>
              <a:ahLst/>
              <a:cxnLst/>
              <a:rect l="l" t="t" r="r" b="b"/>
              <a:pathLst>
                <a:path w="11614" h="21881" extrusionOk="0">
                  <a:moveTo>
                    <a:pt x="1160" y="0"/>
                  </a:moveTo>
                  <a:cubicBezTo>
                    <a:pt x="520" y="0"/>
                    <a:pt x="0" y="520"/>
                    <a:pt x="0" y="1160"/>
                  </a:cubicBezTo>
                  <a:lnTo>
                    <a:pt x="0" y="20720"/>
                  </a:lnTo>
                  <a:cubicBezTo>
                    <a:pt x="0" y="21360"/>
                    <a:pt x="520" y="21881"/>
                    <a:pt x="1160" y="21881"/>
                  </a:cubicBezTo>
                  <a:lnTo>
                    <a:pt x="10452" y="21881"/>
                  </a:lnTo>
                  <a:cubicBezTo>
                    <a:pt x="11094" y="21881"/>
                    <a:pt x="11614" y="21360"/>
                    <a:pt x="11614" y="20720"/>
                  </a:cubicBezTo>
                  <a:lnTo>
                    <a:pt x="11614" y="1160"/>
                  </a:lnTo>
                  <a:cubicBezTo>
                    <a:pt x="11614" y="520"/>
                    <a:pt x="11094" y="0"/>
                    <a:pt x="10452"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6"/>
            <p:cNvSpPr/>
            <p:nvPr/>
          </p:nvSpPr>
          <p:spPr>
            <a:xfrm>
              <a:off x="4013989" y="2402362"/>
              <a:ext cx="1248963" cy="2300976"/>
            </a:xfrm>
            <a:custGeom>
              <a:avLst/>
              <a:gdLst/>
              <a:ahLst/>
              <a:cxnLst/>
              <a:rect l="l" t="t" r="r" b="b"/>
              <a:pathLst>
                <a:path w="12494" h="22345" extrusionOk="0">
                  <a:moveTo>
                    <a:pt x="1205" y="0"/>
                  </a:moveTo>
                  <a:cubicBezTo>
                    <a:pt x="539" y="0"/>
                    <a:pt x="1" y="540"/>
                    <a:pt x="1" y="1205"/>
                  </a:cubicBezTo>
                  <a:lnTo>
                    <a:pt x="1" y="21141"/>
                  </a:lnTo>
                  <a:cubicBezTo>
                    <a:pt x="1" y="21806"/>
                    <a:pt x="540" y="22345"/>
                    <a:pt x="1206" y="22345"/>
                  </a:cubicBezTo>
                  <a:lnTo>
                    <a:pt x="11289" y="22345"/>
                  </a:lnTo>
                  <a:cubicBezTo>
                    <a:pt x="11954" y="22345"/>
                    <a:pt x="12493" y="21806"/>
                    <a:pt x="12493" y="21141"/>
                  </a:cubicBezTo>
                  <a:cubicBezTo>
                    <a:pt x="12493" y="18749"/>
                    <a:pt x="12493" y="3597"/>
                    <a:pt x="12493" y="1205"/>
                  </a:cubicBezTo>
                  <a:cubicBezTo>
                    <a:pt x="12493" y="540"/>
                    <a:pt x="11955" y="0"/>
                    <a:pt x="11290" y="0"/>
                  </a:cubicBezTo>
                  <a:close/>
                </a:path>
              </a:pathLst>
            </a:cu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6"/>
            <p:cNvSpPr/>
            <p:nvPr/>
          </p:nvSpPr>
          <p:spPr>
            <a:xfrm>
              <a:off x="4151483" y="2611873"/>
              <a:ext cx="955350" cy="955350"/>
            </a:xfrm>
            <a:custGeom>
              <a:avLst/>
              <a:gdLst/>
              <a:ahLst/>
              <a:cxnLst/>
              <a:rect l="l" t="t" r="r" b="b"/>
              <a:pathLst>
                <a:path w="8217" h="8217" extrusionOk="0">
                  <a:moveTo>
                    <a:pt x="4108" y="1"/>
                  </a:moveTo>
                  <a:cubicBezTo>
                    <a:pt x="1840" y="1"/>
                    <a:pt x="1" y="1840"/>
                    <a:pt x="1" y="4109"/>
                  </a:cubicBezTo>
                  <a:cubicBezTo>
                    <a:pt x="1" y="6377"/>
                    <a:pt x="1840" y="8217"/>
                    <a:pt x="4108" y="8217"/>
                  </a:cubicBezTo>
                  <a:cubicBezTo>
                    <a:pt x="6377" y="8217"/>
                    <a:pt x="8217" y="6377"/>
                    <a:pt x="8217" y="4109"/>
                  </a:cubicBezTo>
                  <a:cubicBezTo>
                    <a:pt x="8217" y="1840"/>
                    <a:pt x="6377" y="1"/>
                    <a:pt x="4108" y="1"/>
                  </a:cubicBezTo>
                  <a:close/>
                </a:path>
              </a:pathLst>
            </a:custGeom>
            <a:noFill/>
            <a:ln w="1143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6"/>
            <p:cNvSpPr/>
            <p:nvPr/>
          </p:nvSpPr>
          <p:spPr>
            <a:xfrm>
              <a:off x="4227766" y="2684136"/>
              <a:ext cx="821412" cy="821433"/>
            </a:xfrm>
            <a:custGeom>
              <a:avLst/>
              <a:gdLst/>
              <a:ahLst/>
              <a:cxnLst/>
              <a:rect l="l" t="t" r="r" b="b"/>
              <a:pathLst>
                <a:path w="8217" h="8217" extrusionOk="0">
                  <a:moveTo>
                    <a:pt x="4108" y="1"/>
                  </a:moveTo>
                  <a:cubicBezTo>
                    <a:pt x="1840" y="1"/>
                    <a:pt x="1" y="1840"/>
                    <a:pt x="1" y="4109"/>
                  </a:cubicBezTo>
                  <a:cubicBezTo>
                    <a:pt x="1" y="6377"/>
                    <a:pt x="1840" y="8217"/>
                    <a:pt x="4108" y="8217"/>
                  </a:cubicBezTo>
                  <a:cubicBezTo>
                    <a:pt x="6377" y="8217"/>
                    <a:pt x="8217" y="6377"/>
                    <a:pt x="8217" y="4109"/>
                  </a:cubicBezTo>
                  <a:cubicBezTo>
                    <a:pt x="8217" y="1840"/>
                    <a:pt x="6377" y="1"/>
                    <a:pt x="410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6"/>
            <p:cNvSpPr/>
            <p:nvPr/>
          </p:nvSpPr>
          <p:spPr>
            <a:xfrm>
              <a:off x="4555599" y="3260651"/>
              <a:ext cx="465537" cy="646490"/>
            </a:xfrm>
            <a:custGeom>
              <a:avLst/>
              <a:gdLst/>
              <a:ahLst/>
              <a:cxnLst/>
              <a:rect l="l" t="t" r="r" b="b"/>
              <a:pathLst>
                <a:path w="4657" h="6467" extrusionOk="0">
                  <a:moveTo>
                    <a:pt x="1230" y="0"/>
                  </a:moveTo>
                  <a:cubicBezTo>
                    <a:pt x="1157" y="0"/>
                    <a:pt x="1082" y="7"/>
                    <a:pt x="1007" y="22"/>
                  </a:cubicBezTo>
                  <a:cubicBezTo>
                    <a:pt x="407" y="139"/>
                    <a:pt x="0" y="699"/>
                    <a:pt x="72" y="1306"/>
                  </a:cubicBezTo>
                  <a:cubicBezTo>
                    <a:pt x="316" y="3378"/>
                    <a:pt x="1394" y="4489"/>
                    <a:pt x="2555" y="6041"/>
                  </a:cubicBezTo>
                  <a:cubicBezTo>
                    <a:pt x="2757" y="6311"/>
                    <a:pt x="3071" y="6466"/>
                    <a:pt x="3400" y="6466"/>
                  </a:cubicBezTo>
                  <a:cubicBezTo>
                    <a:pt x="3459" y="6466"/>
                    <a:pt x="3519" y="6461"/>
                    <a:pt x="3578" y="6451"/>
                  </a:cubicBezTo>
                  <a:cubicBezTo>
                    <a:pt x="4275" y="6331"/>
                    <a:pt x="4656" y="5574"/>
                    <a:pt x="4342" y="4942"/>
                  </a:cubicBezTo>
                  <a:lnTo>
                    <a:pt x="2280" y="648"/>
                  </a:lnTo>
                  <a:cubicBezTo>
                    <a:pt x="2157" y="403"/>
                    <a:pt x="1959" y="217"/>
                    <a:pt x="1722" y="108"/>
                  </a:cubicBezTo>
                  <a:cubicBezTo>
                    <a:pt x="1570" y="38"/>
                    <a:pt x="1402" y="0"/>
                    <a:pt x="1230" y="0"/>
                  </a:cubicBezTo>
                  <a:close/>
                </a:path>
              </a:pathLst>
            </a:custGeom>
            <a:solidFill>
              <a:srgbClr val="E479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6"/>
            <p:cNvSpPr/>
            <p:nvPr/>
          </p:nvSpPr>
          <p:spPr>
            <a:xfrm>
              <a:off x="4586888" y="3159086"/>
              <a:ext cx="135253" cy="139155"/>
            </a:xfrm>
            <a:custGeom>
              <a:avLst/>
              <a:gdLst/>
              <a:ahLst/>
              <a:cxnLst/>
              <a:rect l="l" t="t" r="r" b="b"/>
              <a:pathLst>
                <a:path w="1353" h="1392" extrusionOk="0">
                  <a:moveTo>
                    <a:pt x="626" y="1"/>
                  </a:moveTo>
                  <a:lnTo>
                    <a:pt x="1" y="943"/>
                  </a:lnTo>
                  <a:lnTo>
                    <a:pt x="936" y="1392"/>
                  </a:lnTo>
                  <a:lnTo>
                    <a:pt x="1064" y="1287"/>
                  </a:lnTo>
                  <a:cubicBezTo>
                    <a:pt x="1351" y="1052"/>
                    <a:pt x="1353" y="615"/>
                    <a:pt x="1071" y="376"/>
                  </a:cubicBezTo>
                  <a:lnTo>
                    <a:pt x="6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6"/>
            <p:cNvSpPr/>
            <p:nvPr/>
          </p:nvSpPr>
          <p:spPr>
            <a:xfrm>
              <a:off x="4502318" y="3026431"/>
              <a:ext cx="210526" cy="272811"/>
            </a:xfrm>
            <a:custGeom>
              <a:avLst/>
              <a:gdLst/>
              <a:ahLst/>
              <a:cxnLst/>
              <a:rect l="l" t="t" r="r" b="b"/>
              <a:pathLst>
                <a:path w="2106" h="2729" extrusionOk="0">
                  <a:moveTo>
                    <a:pt x="146" y="0"/>
                  </a:moveTo>
                  <a:lnTo>
                    <a:pt x="1" y="2582"/>
                  </a:lnTo>
                  <a:lnTo>
                    <a:pt x="1730" y="2728"/>
                  </a:lnTo>
                  <a:lnTo>
                    <a:pt x="2069" y="945"/>
                  </a:lnTo>
                  <a:lnTo>
                    <a:pt x="2105" y="298"/>
                  </a:lnTo>
                  <a:lnTo>
                    <a:pt x="146" y="0"/>
                  </a:lnTo>
                  <a:close/>
                </a:path>
              </a:pathLst>
            </a:custGeom>
            <a:solidFill>
              <a:srgbClr val="D975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6"/>
            <p:cNvSpPr/>
            <p:nvPr/>
          </p:nvSpPr>
          <p:spPr>
            <a:xfrm>
              <a:off x="4309886" y="3205770"/>
              <a:ext cx="554006" cy="801040"/>
            </a:xfrm>
            <a:custGeom>
              <a:avLst/>
              <a:gdLst/>
              <a:ahLst/>
              <a:cxnLst/>
              <a:rect l="l" t="t" r="r" b="b"/>
              <a:pathLst>
                <a:path w="5542" h="8013" extrusionOk="0">
                  <a:moveTo>
                    <a:pt x="1847" y="0"/>
                  </a:moveTo>
                  <a:cubicBezTo>
                    <a:pt x="1623" y="0"/>
                    <a:pt x="191" y="539"/>
                    <a:pt x="57" y="2633"/>
                  </a:cubicBezTo>
                  <a:cubicBezTo>
                    <a:pt x="1" y="3520"/>
                    <a:pt x="292" y="4333"/>
                    <a:pt x="455" y="5101"/>
                  </a:cubicBezTo>
                  <a:cubicBezTo>
                    <a:pt x="827" y="6824"/>
                    <a:pt x="1003" y="8013"/>
                    <a:pt x="1003" y="8013"/>
                  </a:cubicBezTo>
                  <a:lnTo>
                    <a:pt x="1839" y="7779"/>
                  </a:lnTo>
                  <a:lnTo>
                    <a:pt x="1889" y="7776"/>
                  </a:lnTo>
                  <a:lnTo>
                    <a:pt x="1990" y="7749"/>
                  </a:lnTo>
                  <a:lnTo>
                    <a:pt x="5541" y="7315"/>
                  </a:lnTo>
                  <a:lnTo>
                    <a:pt x="4458" y="4685"/>
                  </a:lnTo>
                  <a:lnTo>
                    <a:pt x="4455" y="4679"/>
                  </a:lnTo>
                  <a:lnTo>
                    <a:pt x="4444" y="4652"/>
                  </a:lnTo>
                  <a:cubicBezTo>
                    <a:pt x="4793" y="4213"/>
                    <a:pt x="4916" y="3760"/>
                    <a:pt x="4913" y="3326"/>
                  </a:cubicBezTo>
                  <a:cubicBezTo>
                    <a:pt x="4912" y="3254"/>
                    <a:pt x="4907" y="3178"/>
                    <a:pt x="4898" y="3107"/>
                  </a:cubicBezTo>
                  <a:cubicBezTo>
                    <a:pt x="4896" y="3057"/>
                    <a:pt x="4888" y="3008"/>
                    <a:pt x="4880" y="2961"/>
                  </a:cubicBezTo>
                  <a:cubicBezTo>
                    <a:pt x="4853" y="2795"/>
                    <a:pt x="4809" y="2634"/>
                    <a:pt x="4757" y="2478"/>
                  </a:cubicBezTo>
                  <a:cubicBezTo>
                    <a:pt x="4741" y="2433"/>
                    <a:pt x="4724" y="2387"/>
                    <a:pt x="4707" y="2342"/>
                  </a:cubicBezTo>
                  <a:cubicBezTo>
                    <a:pt x="4478" y="1754"/>
                    <a:pt x="4230" y="1279"/>
                    <a:pt x="4106" y="1023"/>
                  </a:cubicBezTo>
                  <a:lnTo>
                    <a:pt x="1873" y="19"/>
                  </a:lnTo>
                  <a:cubicBezTo>
                    <a:pt x="1882" y="7"/>
                    <a:pt x="1872" y="0"/>
                    <a:pt x="1847" y="0"/>
                  </a:cubicBezTo>
                  <a:close/>
                </a:path>
              </a:pathLst>
            </a:custGeom>
            <a:solidFill>
              <a:srgbClr val="E479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6"/>
            <p:cNvSpPr/>
            <p:nvPr/>
          </p:nvSpPr>
          <p:spPr>
            <a:xfrm>
              <a:off x="4219284" y="3515771"/>
              <a:ext cx="785400" cy="76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6"/>
            <p:cNvSpPr/>
            <p:nvPr/>
          </p:nvSpPr>
          <p:spPr>
            <a:xfrm>
              <a:off x="4421147" y="2752425"/>
              <a:ext cx="381766" cy="382176"/>
            </a:xfrm>
            <a:custGeom>
              <a:avLst/>
              <a:gdLst/>
              <a:ahLst/>
              <a:cxnLst/>
              <a:rect l="l" t="t" r="r" b="b"/>
              <a:pathLst>
                <a:path w="3819" h="3823" extrusionOk="0">
                  <a:moveTo>
                    <a:pt x="3245" y="0"/>
                  </a:moveTo>
                  <a:cubicBezTo>
                    <a:pt x="2432" y="74"/>
                    <a:pt x="1146" y="431"/>
                    <a:pt x="1037" y="520"/>
                  </a:cubicBezTo>
                  <a:cubicBezTo>
                    <a:pt x="927" y="609"/>
                    <a:pt x="493" y="1376"/>
                    <a:pt x="294" y="1670"/>
                  </a:cubicBezTo>
                  <a:cubicBezTo>
                    <a:pt x="9" y="2088"/>
                    <a:pt x="1" y="2272"/>
                    <a:pt x="637" y="3063"/>
                  </a:cubicBezTo>
                  <a:cubicBezTo>
                    <a:pt x="483" y="3394"/>
                    <a:pt x="570" y="3679"/>
                    <a:pt x="897" y="3823"/>
                  </a:cubicBezTo>
                  <a:lnTo>
                    <a:pt x="1080" y="2060"/>
                  </a:lnTo>
                  <a:lnTo>
                    <a:pt x="3652" y="1416"/>
                  </a:lnTo>
                  <a:cubicBezTo>
                    <a:pt x="3652" y="1416"/>
                    <a:pt x="3818" y="915"/>
                    <a:pt x="3739" y="676"/>
                  </a:cubicBezTo>
                  <a:cubicBezTo>
                    <a:pt x="3679" y="490"/>
                    <a:pt x="3245" y="0"/>
                    <a:pt x="3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6"/>
            <p:cNvSpPr/>
            <p:nvPr/>
          </p:nvSpPr>
          <p:spPr>
            <a:xfrm>
              <a:off x="4504717" y="2829499"/>
              <a:ext cx="323787" cy="341789"/>
            </a:xfrm>
            <a:custGeom>
              <a:avLst/>
              <a:gdLst/>
              <a:ahLst/>
              <a:cxnLst/>
              <a:rect l="l" t="t" r="r" b="b"/>
              <a:pathLst>
                <a:path w="3239" h="3419" extrusionOk="0">
                  <a:moveTo>
                    <a:pt x="1703" y="1"/>
                  </a:moveTo>
                  <a:cubicBezTo>
                    <a:pt x="1672" y="1"/>
                    <a:pt x="1645" y="3"/>
                    <a:pt x="1624" y="6"/>
                  </a:cubicBezTo>
                  <a:cubicBezTo>
                    <a:pt x="1308" y="59"/>
                    <a:pt x="1013" y="147"/>
                    <a:pt x="781" y="339"/>
                  </a:cubicBezTo>
                  <a:cubicBezTo>
                    <a:pt x="603" y="485"/>
                    <a:pt x="460" y="673"/>
                    <a:pt x="363" y="884"/>
                  </a:cubicBezTo>
                  <a:cubicBezTo>
                    <a:pt x="306" y="1011"/>
                    <a:pt x="265" y="1147"/>
                    <a:pt x="244" y="1289"/>
                  </a:cubicBezTo>
                  <a:cubicBezTo>
                    <a:pt x="233" y="1359"/>
                    <a:pt x="228" y="1430"/>
                    <a:pt x="227" y="1503"/>
                  </a:cubicBezTo>
                  <a:lnTo>
                    <a:pt x="1" y="3419"/>
                  </a:lnTo>
                  <a:lnTo>
                    <a:pt x="2040" y="3396"/>
                  </a:lnTo>
                  <a:cubicBezTo>
                    <a:pt x="2041" y="3396"/>
                    <a:pt x="2043" y="3396"/>
                    <a:pt x="2044" y="3396"/>
                  </a:cubicBezTo>
                  <a:cubicBezTo>
                    <a:pt x="2701" y="3396"/>
                    <a:pt x="3234" y="2865"/>
                    <a:pt x="3236" y="2208"/>
                  </a:cubicBezTo>
                  <a:lnTo>
                    <a:pt x="3238" y="1513"/>
                  </a:lnTo>
                  <a:cubicBezTo>
                    <a:pt x="3238" y="1440"/>
                    <a:pt x="3226" y="1369"/>
                    <a:pt x="3223" y="1299"/>
                  </a:cubicBezTo>
                  <a:cubicBezTo>
                    <a:pt x="3180" y="293"/>
                    <a:pt x="2091" y="1"/>
                    <a:pt x="1703" y="1"/>
                  </a:cubicBezTo>
                  <a:close/>
                </a:path>
              </a:pathLst>
            </a:custGeom>
            <a:solidFill>
              <a:srgbClr val="E2A1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6"/>
            <p:cNvSpPr/>
            <p:nvPr/>
          </p:nvSpPr>
          <p:spPr>
            <a:xfrm>
              <a:off x="4668160" y="3068617"/>
              <a:ext cx="55780" cy="37188"/>
            </a:xfrm>
            <a:custGeom>
              <a:avLst/>
              <a:gdLst/>
              <a:ahLst/>
              <a:cxnLst/>
              <a:rect l="l" t="t" r="r" b="b"/>
              <a:pathLst>
                <a:path w="558" h="372" extrusionOk="0">
                  <a:moveTo>
                    <a:pt x="149" y="0"/>
                  </a:moveTo>
                  <a:lnTo>
                    <a:pt x="0" y="3"/>
                  </a:lnTo>
                  <a:cubicBezTo>
                    <a:pt x="5" y="205"/>
                    <a:pt x="98" y="295"/>
                    <a:pt x="175" y="334"/>
                  </a:cubicBezTo>
                  <a:cubicBezTo>
                    <a:pt x="228" y="361"/>
                    <a:pt x="285" y="372"/>
                    <a:pt x="340" y="372"/>
                  </a:cubicBezTo>
                  <a:cubicBezTo>
                    <a:pt x="366" y="372"/>
                    <a:pt x="392" y="369"/>
                    <a:pt x="416" y="365"/>
                  </a:cubicBezTo>
                  <a:cubicBezTo>
                    <a:pt x="475" y="356"/>
                    <a:pt x="526" y="335"/>
                    <a:pt x="557" y="313"/>
                  </a:cubicBezTo>
                  <a:lnTo>
                    <a:pt x="474" y="191"/>
                  </a:lnTo>
                  <a:cubicBezTo>
                    <a:pt x="451" y="207"/>
                    <a:pt x="397" y="223"/>
                    <a:pt x="341" y="223"/>
                  </a:cubicBezTo>
                  <a:cubicBezTo>
                    <a:pt x="307" y="223"/>
                    <a:pt x="272" y="217"/>
                    <a:pt x="243" y="203"/>
                  </a:cubicBezTo>
                  <a:cubicBezTo>
                    <a:pt x="182" y="172"/>
                    <a:pt x="151" y="103"/>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6"/>
            <p:cNvSpPr/>
            <p:nvPr/>
          </p:nvSpPr>
          <p:spPr>
            <a:xfrm>
              <a:off x="4767225" y="2982346"/>
              <a:ext cx="27290" cy="41087"/>
            </a:xfrm>
            <a:custGeom>
              <a:avLst/>
              <a:gdLst/>
              <a:ahLst/>
              <a:cxnLst/>
              <a:rect l="l" t="t" r="r" b="b"/>
              <a:pathLst>
                <a:path w="273" h="411" extrusionOk="0">
                  <a:moveTo>
                    <a:pt x="138" y="0"/>
                  </a:moveTo>
                  <a:cubicBezTo>
                    <a:pt x="137" y="0"/>
                    <a:pt x="137" y="0"/>
                    <a:pt x="137" y="0"/>
                  </a:cubicBezTo>
                  <a:cubicBezTo>
                    <a:pt x="61" y="0"/>
                    <a:pt x="0" y="93"/>
                    <a:pt x="0" y="206"/>
                  </a:cubicBezTo>
                  <a:cubicBezTo>
                    <a:pt x="2" y="319"/>
                    <a:pt x="62" y="411"/>
                    <a:pt x="138" y="411"/>
                  </a:cubicBezTo>
                  <a:cubicBezTo>
                    <a:pt x="212" y="411"/>
                    <a:pt x="273" y="318"/>
                    <a:pt x="273" y="205"/>
                  </a:cubicBezTo>
                  <a:cubicBezTo>
                    <a:pt x="271" y="92"/>
                    <a:pt x="212" y="0"/>
                    <a:pt x="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6"/>
            <p:cNvSpPr/>
            <p:nvPr/>
          </p:nvSpPr>
          <p:spPr>
            <a:xfrm>
              <a:off x="4473828" y="2866286"/>
              <a:ext cx="140151" cy="170844"/>
            </a:xfrm>
            <a:custGeom>
              <a:avLst/>
              <a:gdLst/>
              <a:ahLst/>
              <a:cxnLst/>
              <a:rect l="l" t="t" r="r" b="b"/>
              <a:pathLst>
                <a:path w="1402" h="1709" extrusionOk="0">
                  <a:moveTo>
                    <a:pt x="664" y="0"/>
                  </a:moveTo>
                  <a:cubicBezTo>
                    <a:pt x="469" y="0"/>
                    <a:pt x="1" y="150"/>
                    <a:pt x="150" y="1633"/>
                  </a:cubicBezTo>
                  <a:lnTo>
                    <a:pt x="672" y="1709"/>
                  </a:lnTo>
                  <a:cubicBezTo>
                    <a:pt x="1401" y="1566"/>
                    <a:pt x="745" y="10"/>
                    <a:pt x="745" y="10"/>
                  </a:cubicBezTo>
                  <a:cubicBezTo>
                    <a:pt x="745" y="10"/>
                    <a:pt x="713" y="0"/>
                    <a:pt x="6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6"/>
            <p:cNvSpPr/>
            <p:nvPr/>
          </p:nvSpPr>
          <p:spPr>
            <a:xfrm>
              <a:off x="4437641" y="2977348"/>
              <a:ext cx="130454" cy="126859"/>
            </a:xfrm>
            <a:custGeom>
              <a:avLst/>
              <a:gdLst/>
              <a:ahLst/>
              <a:cxnLst/>
              <a:rect l="l" t="t" r="r" b="b"/>
              <a:pathLst>
                <a:path w="1305" h="1269" extrusionOk="0">
                  <a:moveTo>
                    <a:pt x="583" y="0"/>
                  </a:moveTo>
                  <a:cubicBezTo>
                    <a:pt x="500" y="0"/>
                    <a:pt x="422" y="24"/>
                    <a:pt x="348" y="63"/>
                  </a:cubicBezTo>
                  <a:cubicBezTo>
                    <a:pt x="18" y="235"/>
                    <a:pt x="1" y="865"/>
                    <a:pt x="372" y="1156"/>
                  </a:cubicBezTo>
                  <a:cubicBezTo>
                    <a:pt x="471" y="1233"/>
                    <a:pt x="585" y="1269"/>
                    <a:pt x="698" y="1269"/>
                  </a:cubicBezTo>
                  <a:cubicBezTo>
                    <a:pt x="956" y="1269"/>
                    <a:pt x="1209" y="1085"/>
                    <a:pt x="1272" y="806"/>
                  </a:cubicBezTo>
                  <a:lnTo>
                    <a:pt x="1305" y="657"/>
                  </a:lnTo>
                  <a:cubicBezTo>
                    <a:pt x="1043" y="163"/>
                    <a:pt x="799" y="0"/>
                    <a:pt x="583" y="0"/>
                  </a:cubicBezTo>
                  <a:close/>
                </a:path>
              </a:pathLst>
            </a:custGeom>
            <a:solidFill>
              <a:srgbClr val="E2A1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6"/>
            <p:cNvSpPr/>
            <p:nvPr/>
          </p:nvSpPr>
          <p:spPr>
            <a:xfrm>
              <a:off x="4731837" y="2965052"/>
              <a:ext cx="52582" cy="109364"/>
            </a:xfrm>
            <a:custGeom>
              <a:avLst/>
              <a:gdLst/>
              <a:ahLst/>
              <a:cxnLst/>
              <a:rect l="l" t="t" r="r" b="b"/>
              <a:pathLst>
                <a:path w="526" h="1094" extrusionOk="0">
                  <a:moveTo>
                    <a:pt x="114" y="1"/>
                  </a:moveTo>
                  <a:lnTo>
                    <a:pt x="0" y="46"/>
                  </a:lnTo>
                  <a:cubicBezTo>
                    <a:pt x="88" y="270"/>
                    <a:pt x="201" y="420"/>
                    <a:pt x="311" y="548"/>
                  </a:cubicBezTo>
                  <a:cubicBezTo>
                    <a:pt x="398" y="650"/>
                    <a:pt x="381" y="768"/>
                    <a:pt x="335" y="844"/>
                  </a:cubicBezTo>
                  <a:cubicBezTo>
                    <a:pt x="296" y="909"/>
                    <a:pt x="221" y="970"/>
                    <a:pt x="118" y="970"/>
                  </a:cubicBezTo>
                  <a:cubicBezTo>
                    <a:pt x="99" y="970"/>
                    <a:pt x="79" y="968"/>
                    <a:pt x="58" y="963"/>
                  </a:cubicBezTo>
                  <a:lnTo>
                    <a:pt x="32" y="1084"/>
                  </a:lnTo>
                  <a:cubicBezTo>
                    <a:pt x="61" y="1090"/>
                    <a:pt x="88" y="1093"/>
                    <a:pt x="116" y="1093"/>
                  </a:cubicBezTo>
                  <a:cubicBezTo>
                    <a:pt x="247" y="1093"/>
                    <a:pt x="369" y="1026"/>
                    <a:pt x="440" y="907"/>
                  </a:cubicBezTo>
                  <a:cubicBezTo>
                    <a:pt x="526" y="765"/>
                    <a:pt x="511" y="593"/>
                    <a:pt x="405" y="468"/>
                  </a:cubicBezTo>
                  <a:cubicBezTo>
                    <a:pt x="302" y="348"/>
                    <a:pt x="197" y="209"/>
                    <a:pt x="1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6"/>
            <p:cNvSpPr/>
            <p:nvPr/>
          </p:nvSpPr>
          <p:spPr>
            <a:xfrm>
              <a:off x="4491522" y="3033429"/>
              <a:ext cx="37187" cy="36988"/>
            </a:xfrm>
            <a:custGeom>
              <a:avLst/>
              <a:gdLst/>
              <a:ahLst/>
              <a:cxnLst/>
              <a:rect l="l" t="t" r="r" b="b"/>
              <a:pathLst>
                <a:path w="372" h="370" extrusionOk="0">
                  <a:moveTo>
                    <a:pt x="87" y="0"/>
                  </a:moveTo>
                  <a:lnTo>
                    <a:pt x="0" y="87"/>
                  </a:lnTo>
                  <a:lnTo>
                    <a:pt x="285" y="369"/>
                  </a:lnTo>
                  <a:lnTo>
                    <a:pt x="372" y="281"/>
                  </a:lnTo>
                  <a:lnTo>
                    <a:pt x="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6"/>
            <p:cNvSpPr/>
            <p:nvPr/>
          </p:nvSpPr>
          <p:spPr>
            <a:xfrm>
              <a:off x="4755729" y="2912470"/>
              <a:ext cx="73774" cy="24592"/>
            </a:xfrm>
            <a:custGeom>
              <a:avLst/>
              <a:gdLst/>
              <a:ahLst/>
              <a:cxnLst/>
              <a:rect l="l" t="t" r="r" b="b"/>
              <a:pathLst>
                <a:path w="738" h="246" extrusionOk="0">
                  <a:moveTo>
                    <a:pt x="285" y="1"/>
                  </a:moveTo>
                  <a:cubicBezTo>
                    <a:pt x="282" y="1"/>
                    <a:pt x="279" y="1"/>
                    <a:pt x="276" y="1"/>
                  </a:cubicBezTo>
                  <a:cubicBezTo>
                    <a:pt x="5" y="8"/>
                    <a:pt x="0" y="195"/>
                    <a:pt x="346" y="238"/>
                  </a:cubicBezTo>
                  <a:cubicBezTo>
                    <a:pt x="383" y="243"/>
                    <a:pt x="414" y="245"/>
                    <a:pt x="442" y="245"/>
                  </a:cubicBezTo>
                  <a:cubicBezTo>
                    <a:pt x="738" y="245"/>
                    <a:pt x="546" y="1"/>
                    <a:pt x="2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6"/>
            <p:cNvSpPr/>
            <p:nvPr/>
          </p:nvSpPr>
          <p:spPr>
            <a:xfrm>
              <a:off x="4625975" y="2911471"/>
              <a:ext cx="67476" cy="26092"/>
            </a:xfrm>
            <a:custGeom>
              <a:avLst/>
              <a:gdLst/>
              <a:ahLst/>
              <a:cxnLst/>
              <a:rect l="l" t="t" r="r" b="b"/>
              <a:pathLst>
                <a:path w="675" h="261" extrusionOk="0">
                  <a:moveTo>
                    <a:pt x="375" y="1"/>
                  </a:moveTo>
                  <a:cubicBezTo>
                    <a:pt x="318" y="1"/>
                    <a:pt x="255" y="13"/>
                    <a:pt x="194" y="42"/>
                  </a:cubicBezTo>
                  <a:cubicBezTo>
                    <a:pt x="0" y="133"/>
                    <a:pt x="4" y="260"/>
                    <a:pt x="179" y="260"/>
                  </a:cubicBezTo>
                  <a:cubicBezTo>
                    <a:pt x="226" y="260"/>
                    <a:pt x="285" y="251"/>
                    <a:pt x="355" y="230"/>
                  </a:cubicBezTo>
                  <a:cubicBezTo>
                    <a:pt x="675" y="134"/>
                    <a:pt x="563" y="1"/>
                    <a:pt x="3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6"/>
            <p:cNvSpPr/>
            <p:nvPr/>
          </p:nvSpPr>
          <p:spPr>
            <a:xfrm>
              <a:off x="4530108" y="2855190"/>
              <a:ext cx="72775" cy="105766"/>
            </a:xfrm>
            <a:custGeom>
              <a:avLst/>
              <a:gdLst/>
              <a:ahLst/>
              <a:cxnLst/>
              <a:rect l="l" t="t" r="r" b="b"/>
              <a:pathLst>
                <a:path w="728" h="1058" extrusionOk="0">
                  <a:moveTo>
                    <a:pt x="715" y="1"/>
                  </a:moveTo>
                  <a:lnTo>
                    <a:pt x="0" y="182"/>
                  </a:lnTo>
                  <a:lnTo>
                    <a:pt x="176" y="1056"/>
                  </a:lnTo>
                  <a:cubicBezTo>
                    <a:pt x="192" y="1057"/>
                    <a:pt x="207" y="1058"/>
                    <a:pt x="222" y="1058"/>
                  </a:cubicBezTo>
                  <a:cubicBezTo>
                    <a:pt x="502" y="1058"/>
                    <a:pt x="727" y="847"/>
                    <a:pt x="727" y="847"/>
                  </a:cubicBezTo>
                  <a:lnTo>
                    <a:pt x="7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6"/>
            <p:cNvSpPr/>
            <p:nvPr/>
          </p:nvSpPr>
          <p:spPr>
            <a:xfrm>
              <a:off x="4660362" y="2989244"/>
              <a:ext cx="27290" cy="41187"/>
            </a:xfrm>
            <a:custGeom>
              <a:avLst/>
              <a:gdLst/>
              <a:ahLst/>
              <a:cxnLst/>
              <a:rect l="l" t="t" r="r" b="b"/>
              <a:pathLst>
                <a:path w="273" h="412" extrusionOk="0">
                  <a:moveTo>
                    <a:pt x="136" y="1"/>
                  </a:moveTo>
                  <a:cubicBezTo>
                    <a:pt x="60" y="1"/>
                    <a:pt x="1" y="93"/>
                    <a:pt x="1" y="207"/>
                  </a:cubicBezTo>
                  <a:cubicBezTo>
                    <a:pt x="1" y="319"/>
                    <a:pt x="62" y="411"/>
                    <a:pt x="135" y="411"/>
                  </a:cubicBezTo>
                  <a:cubicBezTo>
                    <a:pt x="136" y="411"/>
                    <a:pt x="136" y="411"/>
                    <a:pt x="137" y="411"/>
                  </a:cubicBezTo>
                  <a:cubicBezTo>
                    <a:pt x="212" y="411"/>
                    <a:pt x="273" y="320"/>
                    <a:pt x="272" y="206"/>
                  </a:cubicBezTo>
                  <a:cubicBezTo>
                    <a:pt x="272" y="92"/>
                    <a:pt x="211" y="1"/>
                    <a:pt x="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6"/>
            <p:cNvSpPr/>
            <p:nvPr/>
          </p:nvSpPr>
          <p:spPr>
            <a:xfrm>
              <a:off x="4521911" y="2906572"/>
              <a:ext cx="56480" cy="134056"/>
            </a:xfrm>
            <a:custGeom>
              <a:avLst/>
              <a:gdLst/>
              <a:ahLst/>
              <a:cxnLst/>
              <a:rect l="l" t="t" r="r" b="b"/>
              <a:pathLst>
                <a:path w="565" h="1341" extrusionOk="0">
                  <a:moveTo>
                    <a:pt x="551" y="0"/>
                  </a:moveTo>
                  <a:lnTo>
                    <a:pt x="0" y="321"/>
                  </a:lnTo>
                  <a:lnTo>
                    <a:pt x="225" y="1340"/>
                  </a:lnTo>
                  <a:lnTo>
                    <a:pt x="565" y="1292"/>
                  </a:lnTo>
                  <a:lnTo>
                    <a:pt x="5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6"/>
            <p:cNvSpPr/>
            <p:nvPr/>
          </p:nvSpPr>
          <p:spPr>
            <a:xfrm>
              <a:off x="4554700" y="2817703"/>
              <a:ext cx="148248" cy="59981"/>
            </a:xfrm>
            <a:custGeom>
              <a:avLst/>
              <a:gdLst/>
              <a:ahLst/>
              <a:cxnLst/>
              <a:rect l="l" t="t" r="r" b="b"/>
              <a:pathLst>
                <a:path w="1483" h="600" extrusionOk="0">
                  <a:moveTo>
                    <a:pt x="809" y="1"/>
                  </a:moveTo>
                  <a:cubicBezTo>
                    <a:pt x="365" y="1"/>
                    <a:pt x="5" y="309"/>
                    <a:pt x="0" y="600"/>
                  </a:cubicBezTo>
                  <a:lnTo>
                    <a:pt x="1483" y="255"/>
                  </a:lnTo>
                  <a:cubicBezTo>
                    <a:pt x="1259" y="73"/>
                    <a:pt x="1025" y="1"/>
                    <a:pt x="8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6"/>
            <p:cNvSpPr/>
            <p:nvPr/>
          </p:nvSpPr>
          <p:spPr>
            <a:xfrm>
              <a:off x="4650666" y="2812705"/>
              <a:ext cx="133653" cy="54282"/>
            </a:xfrm>
            <a:custGeom>
              <a:avLst/>
              <a:gdLst/>
              <a:ahLst/>
              <a:cxnLst/>
              <a:rect l="l" t="t" r="r" b="b"/>
              <a:pathLst>
                <a:path w="1337" h="543" extrusionOk="0">
                  <a:moveTo>
                    <a:pt x="740" y="0"/>
                  </a:moveTo>
                  <a:cubicBezTo>
                    <a:pt x="367" y="0"/>
                    <a:pt x="0" y="205"/>
                    <a:pt x="0" y="205"/>
                  </a:cubicBezTo>
                  <a:cubicBezTo>
                    <a:pt x="254" y="462"/>
                    <a:pt x="503" y="543"/>
                    <a:pt x="715" y="543"/>
                  </a:cubicBezTo>
                  <a:cubicBezTo>
                    <a:pt x="1079" y="543"/>
                    <a:pt x="1337" y="305"/>
                    <a:pt x="1337" y="305"/>
                  </a:cubicBezTo>
                  <a:cubicBezTo>
                    <a:pt x="1187" y="73"/>
                    <a:pt x="962" y="0"/>
                    <a:pt x="7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6"/>
            <p:cNvSpPr/>
            <p:nvPr/>
          </p:nvSpPr>
          <p:spPr>
            <a:xfrm>
              <a:off x="4489323" y="3206270"/>
              <a:ext cx="236417" cy="301302"/>
            </a:xfrm>
            <a:custGeom>
              <a:avLst/>
              <a:gdLst/>
              <a:ahLst/>
              <a:cxnLst/>
              <a:rect l="l" t="t" r="r" b="b"/>
              <a:pathLst>
                <a:path w="2365" h="3014" extrusionOk="0">
                  <a:moveTo>
                    <a:pt x="0" y="1"/>
                  </a:moveTo>
                  <a:lnTo>
                    <a:pt x="2364" y="3013"/>
                  </a:lnTo>
                  <a:lnTo>
                    <a:pt x="1956" y="859"/>
                  </a:lnTo>
                  <a:lnTo>
                    <a:pt x="1197" y="50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6"/>
            <p:cNvSpPr/>
            <p:nvPr/>
          </p:nvSpPr>
          <p:spPr>
            <a:xfrm>
              <a:off x="4583190" y="3263250"/>
              <a:ext cx="148948" cy="252518"/>
            </a:xfrm>
            <a:custGeom>
              <a:avLst/>
              <a:gdLst/>
              <a:ahLst/>
              <a:cxnLst/>
              <a:rect l="l" t="t" r="r" b="b"/>
              <a:pathLst>
                <a:path w="1490" h="2526" extrusionOk="0">
                  <a:moveTo>
                    <a:pt x="413" y="0"/>
                  </a:moveTo>
                  <a:lnTo>
                    <a:pt x="270" y="92"/>
                  </a:lnTo>
                  <a:lnTo>
                    <a:pt x="1" y="383"/>
                  </a:lnTo>
                  <a:lnTo>
                    <a:pt x="547" y="641"/>
                  </a:lnTo>
                  <a:lnTo>
                    <a:pt x="448" y="1197"/>
                  </a:lnTo>
                  <a:lnTo>
                    <a:pt x="1489" y="2525"/>
                  </a:lnTo>
                  <a:lnTo>
                    <a:pt x="1117" y="833"/>
                  </a:lnTo>
                  <a:lnTo>
                    <a:pt x="765" y="564"/>
                  </a:lnTo>
                  <a:lnTo>
                    <a:pt x="777" y="177"/>
                  </a:lnTo>
                  <a:lnTo>
                    <a:pt x="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6"/>
            <p:cNvSpPr/>
            <p:nvPr/>
          </p:nvSpPr>
          <p:spPr>
            <a:xfrm>
              <a:off x="4472029" y="3145390"/>
              <a:ext cx="172839" cy="185640"/>
            </a:xfrm>
            <a:custGeom>
              <a:avLst/>
              <a:gdLst/>
              <a:ahLst/>
              <a:cxnLst/>
              <a:rect l="l" t="t" r="r" b="b"/>
              <a:pathLst>
                <a:path w="1729" h="1857" extrusionOk="0">
                  <a:moveTo>
                    <a:pt x="257" y="0"/>
                  </a:moveTo>
                  <a:lnTo>
                    <a:pt x="1" y="662"/>
                  </a:lnTo>
                  <a:lnTo>
                    <a:pt x="1152" y="1857"/>
                  </a:lnTo>
                  <a:lnTo>
                    <a:pt x="1415" y="1479"/>
                  </a:lnTo>
                  <a:cubicBezTo>
                    <a:pt x="1728" y="1030"/>
                    <a:pt x="1547" y="387"/>
                    <a:pt x="1031" y="206"/>
                  </a:cubicBezTo>
                  <a:cubicBezTo>
                    <a:pt x="1008" y="198"/>
                    <a:pt x="984" y="191"/>
                    <a:pt x="960" y="185"/>
                  </a:cubicBezTo>
                  <a:lnTo>
                    <a:pt x="2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6"/>
            <p:cNvSpPr/>
            <p:nvPr/>
          </p:nvSpPr>
          <p:spPr>
            <a:xfrm>
              <a:off x="4285295" y="4393980"/>
              <a:ext cx="117459" cy="111764"/>
            </a:xfrm>
            <a:custGeom>
              <a:avLst/>
              <a:gdLst/>
              <a:ahLst/>
              <a:cxnLst/>
              <a:rect l="l" t="t" r="r" b="b"/>
              <a:pathLst>
                <a:path w="1175" h="1118" extrusionOk="0">
                  <a:moveTo>
                    <a:pt x="588" y="0"/>
                  </a:moveTo>
                  <a:lnTo>
                    <a:pt x="407" y="369"/>
                  </a:lnTo>
                  <a:lnTo>
                    <a:pt x="1" y="428"/>
                  </a:lnTo>
                  <a:lnTo>
                    <a:pt x="295" y="714"/>
                  </a:lnTo>
                  <a:lnTo>
                    <a:pt x="225" y="1117"/>
                  </a:lnTo>
                  <a:lnTo>
                    <a:pt x="225" y="1117"/>
                  </a:lnTo>
                  <a:lnTo>
                    <a:pt x="588" y="926"/>
                  </a:lnTo>
                  <a:lnTo>
                    <a:pt x="951" y="1117"/>
                  </a:lnTo>
                  <a:lnTo>
                    <a:pt x="881" y="714"/>
                  </a:lnTo>
                  <a:lnTo>
                    <a:pt x="1175" y="428"/>
                  </a:lnTo>
                  <a:lnTo>
                    <a:pt x="769" y="369"/>
                  </a:lnTo>
                  <a:lnTo>
                    <a:pt x="5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6"/>
            <p:cNvSpPr/>
            <p:nvPr/>
          </p:nvSpPr>
          <p:spPr>
            <a:xfrm>
              <a:off x="4459633" y="4393980"/>
              <a:ext cx="117459" cy="111764"/>
            </a:xfrm>
            <a:custGeom>
              <a:avLst/>
              <a:gdLst/>
              <a:ahLst/>
              <a:cxnLst/>
              <a:rect l="l" t="t" r="r" b="b"/>
              <a:pathLst>
                <a:path w="1175" h="1118" extrusionOk="0">
                  <a:moveTo>
                    <a:pt x="588" y="0"/>
                  </a:moveTo>
                  <a:lnTo>
                    <a:pt x="406" y="369"/>
                  </a:lnTo>
                  <a:lnTo>
                    <a:pt x="0" y="428"/>
                  </a:lnTo>
                  <a:lnTo>
                    <a:pt x="294" y="714"/>
                  </a:lnTo>
                  <a:lnTo>
                    <a:pt x="224" y="1117"/>
                  </a:lnTo>
                  <a:lnTo>
                    <a:pt x="224" y="1117"/>
                  </a:lnTo>
                  <a:lnTo>
                    <a:pt x="588" y="926"/>
                  </a:lnTo>
                  <a:lnTo>
                    <a:pt x="950" y="1117"/>
                  </a:lnTo>
                  <a:lnTo>
                    <a:pt x="880" y="714"/>
                  </a:lnTo>
                  <a:lnTo>
                    <a:pt x="1174" y="428"/>
                  </a:lnTo>
                  <a:lnTo>
                    <a:pt x="768" y="369"/>
                  </a:lnTo>
                  <a:lnTo>
                    <a:pt x="5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6"/>
            <p:cNvSpPr/>
            <p:nvPr/>
          </p:nvSpPr>
          <p:spPr>
            <a:xfrm>
              <a:off x="4633872" y="4393980"/>
              <a:ext cx="117459" cy="111764"/>
            </a:xfrm>
            <a:custGeom>
              <a:avLst/>
              <a:gdLst/>
              <a:ahLst/>
              <a:cxnLst/>
              <a:rect l="l" t="t" r="r" b="b"/>
              <a:pathLst>
                <a:path w="1175" h="1118" extrusionOk="0">
                  <a:moveTo>
                    <a:pt x="588" y="0"/>
                  </a:moveTo>
                  <a:lnTo>
                    <a:pt x="406" y="369"/>
                  </a:lnTo>
                  <a:lnTo>
                    <a:pt x="0" y="428"/>
                  </a:lnTo>
                  <a:lnTo>
                    <a:pt x="294" y="714"/>
                  </a:lnTo>
                  <a:lnTo>
                    <a:pt x="224" y="1117"/>
                  </a:lnTo>
                  <a:lnTo>
                    <a:pt x="588" y="926"/>
                  </a:lnTo>
                  <a:lnTo>
                    <a:pt x="950" y="1117"/>
                  </a:lnTo>
                  <a:lnTo>
                    <a:pt x="881" y="714"/>
                  </a:lnTo>
                  <a:lnTo>
                    <a:pt x="1174" y="428"/>
                  </a:lnTo>
                  <a:lnTo>
                    <a:pt x="769" y="369"/>
                  </a:lnTo>
                  <a:lnTo>
                    <a:pt x="5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6"/>
            <p:cNvSpPr/>
            <p:nvPr/>
          </p:nvSpPr>
          <p:spPr>
            <a:xfrm>
              <a:off x="4808110" y="4393980"/>
              <a:ext cx="117459" cy="111764"/>
            </a:xfrm>
            <a:custGeom>
              <a:avLst/>
              <a:gdLst/>
              <a:ahLst/>
              <a:cxnLst/>
              <a:rect l="l" t="t" r="r" b="b"/>
              <a:pathLst>
                <a:path w="1175" h="1118" extrusionOk="0">
                  <a:moveTo>
                    <a:pt x="588" y="0"/>
                  </a:moveTo>
                  <a:lnTo>
                    <a:pt x="407" y="369"/>
                  </a:lnTo>
                  <a:lnTo>
                    <a:pt x="1" y="428"/>
                  </a:lnTo>
                  <a:lnTo>
                    <a:pt x="295" y="714"/>
                  </a:lnTo>
                  <a:lnTo>
                    <a:pt x="225" y="1117"/>
                  </a:lnTo>
                  <a:lnTo>
                    <a:pt x="225" y="1117"/>
                  </a:lnTo>
                  <a:lnTo>
                    <a:pt x="588" y="926"/>
                  </a:lnTo>
                  <a:lnTo>
                    <a:pt x="951" y="1117"/>
                  </a:lnTo>
                  <a:lnTo>
                    <a:pt x="882" y="714"/>
                  </a:lnTo>
                  <a:lnTo>
                    <a:pt x="1175" y="428"/>
                  </a:lnTo>
                  <a:lnTo>
                    <a:pt x="769" y="369"/>
                  </a:lnTo>
                  <a:lnTo>
                    <a:pt x="5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6"/>
            <p:cNvSpPr/>
            <p:nvPr/>
          </p:nvSpPr>
          <p:spPr>
            <a:xfrm>
              <a:off x="4982449" y="4393980"/>
              <a:ext cx="117459" cy="111764"/>
            </a:xfrm>
            <a:custGeom>
              <a:avLst/>
              <a:gdLst/>
              <a:ahLst/>
              <a:cxnLst/>
              <a:rect l="l" t="t" r="r" b="b"/>
              <a:pathLst>
                <a:path w="1175" h="1118" extrusionOk="0">
                  <a:moveTo>
                    <a:pt x="588" y="0"/>
                  </a:moveTo>
                  <a:lnTo>
                    <a:pt x="406" y="369"/>
                  </a:lnTo>
                  <a:lnTo>
                    <a:pt x="0" y="428"/>
                  </a:lnTo>
                  <a:lnTo>
                    <a:pt x="294" y="714"/>
                  </a:lnTo>
                  <a:lnTo>
                    <a:pt x="224" y="1117"/>
                  </a:lnTo>
                  <a:lnTo>
                    <a:pt x="224" y="1117"/>
                  </a:lnTo>
                  <a:lnTo>
                    <a:pt x="588" y="926"/>
                  </a:lnTo>
                  <a:lnTo>
                    <a:pt x="950" y="1117"/>
                  </a:lnTo>
                  <a:lnTo>
                    <a:pt x="881" y="714"/>
                  </a:lnTo>
                  <a:lnTo>
                    <a:pt x="1174" y="428"/>
                  </a:lnTo>
                  <a:lnTo>
                    <a:pt x="768" y="369"/>
                  </a:lnTo>
                  <a:lnTo>
                    <a:pt x="5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6"/>
            <p:cNvSpPr/>
            <p:nvPr/>
          </p:nvSpPr>
          <p:spPr>
            <a:xfrm>
              <a:off x="4718042" y="4069791"/>
              <a:ext cx="233618" cy="233524"/>
            </a:xfrm>
            <a:custGeom>
              <a:avLst/>
              <a:gdLst/>
              <a:ahLst/>
              <a:cxnLst/>
              <a:rect l="l" t="t" r="r" b="b"/>
              <a:pathLst>
                <a:path w="2337" h="2336" extrusionOk="0">
                  <a:moveTo>
                    <a:pt x="1169" y="0"/>
                  </a:moveTo>
                  <a:cubicBezTo>
                    <a:pt x="524" y="0"/>
                    <a:pt x="1" y="523"/>
                    <a:pt x="1" y="1167"/>
                  </a:cubicBezTo>
                  <a:cubicBezTo>
                    <a:pt x="1" y="1812"/>
                    <a:pt x="524" y="2336"/>
                    <a:pt x="1169" y="2336"/>
                  </a:cubicBezTo>
                  <a:cubicBezTo>
                    <a:pt x="1814" y="2336"/>
                    <a:pt x="2336" y="1812"/>
                    <a:pt x="2336" y="1167"/>
                  </a:cubicBezTo>
                  <a:cubicBezTo>
                    <a:pt x="2336" y="523"/>
                    <a:pt x="1814" y="0"/>
                    <a:pt x="11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6"/>
            <p:cNvSpPr/>
            <p:nvPr/>
          </p:nvSpPr>
          <p:spPr>
            <a:xfrm>
              <a:off x="4781320" y="4143566"/>
              <a:ext cx="107262" cy="85972"/>
            </a:xfrm>
            <a:custGeom>
              <a:avLst/>
              <a:gdLst/>
              <a:ahLst/>
              <a:cxnLst/>
              <a:rect l="l" t="t" r="r" b="b"/>
              <a:pathLst>
                <a:path w="1073" h="860" fill="none" extrusionOk="0">
                  <a:moveTo>
                    <a:pt x="0" y="429"/>
                  </a:moveTo>
                  <a:lnTo>
                    <a:pt x="406" y="859"/>
                  </a:lnTo>
                  <a:lnTo>
                    <a:pt x="1072" y="1"/>
                  </a:lnTo>
                </a:path>
              </a:pathLst>
            </a:custGeom>
            <a:no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6"/>
            <p:cNvSpPr/>
            <p:nvPr/>
          </p:nvSpPr>
          <p:spPr>
            <a:xfrm>
              <a:off x="4313885" y="4069691"/>
              <a:ext cx="256410" cy="233724"/>
            </a:xfrm>
            <a:custGeom>
              <a:avLst/>
              <a:gdLst/>
              <a:ahLst/>
              <a:cxnLst/>
              <a:rect l="l" t="t" r="r" b="b"/>
              <a:pathLst>
                <a:path w="2565" h="2338" extrusionOk="0">
                  <a:moveTo>
                    <a:pt x="1283" y="1"/>
                  </a:moveTo>
                  <a:cubicBezTo>
                    <a:pt x="984" y="1"/>
                    <a:pt x="685" y="115"/>
                    <a:pt x="457" y="343"/>
                  </a:cubicBezTo>
                  <a:cubicBezTo>
                    <a:pt x="1" y="799"/>
                    <a:pt x="1" y="1539"/>
                    <a:pt x="457" y="1995"/>
                  </a:cubicBezTo>
                  <a:cubicBezTo>
                    <a:pt x="685" y="2223"/>
                    <a:pt x="984" y="2337"/>
                    <a:pt x="1283" y="2337"/>
                  </a:cubicBezTo>
                  <a:cubicBezTo>
                    <a:pt x="1582" y="2337"/>
                    <a:pt x="1880" y="2223"/>
                    <a:pt x="2109" y="1995"/>
                  </a:cubicBezTo>
                  <a:cubicBezTo>
                    <a:pt x="2565" y="1539"/>
                    <a:pt x="2565" y="799"/>
                    <a:pt x="2109" y="343"/>
                  </a:cubicBezTo>
                  <a:cubicBezTo>
                    <a:pt x="1880" y="115"/>
                    <a:pt x="1582" y="1"/>
                    <a:pt x="12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6"/>
            <p:cNvSpPr/>
            <p:nvPr/>
          </p:nvSpPr>
          <p:spPr>
            <a:xfrm>
              <a:off x="4404153" y="4148464"/>
              <a:ext cx="75873" cy="75975"/>
            </a:xfrm>
            <a:custGeom>
              <a:avLst/>
              <a:gdLst/>
              <a:ahLst/>
              <a:cxnLst/>
              <a:rect l="l" t="t" r="r" b="b"/>
              <a:pathLst>
                <a:path w="759" h="760" fill="none" extrusionOk="0">
                  <a:moveTo>
                    <a:pt x="1" y="1"/>
                  </a:moveTo>
                  <a:lnTo>
                    <a:pt x="759" y="760"/>
                  </a:lnTo>
                </a:path>
              </a:pathLst>
            </a:custGeom>
            <a:no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6"/>
            <p:cNvSpPr/>
            <p:nvPr/>
          </p:nvSpPr>
          <p:spPr>
            <a:xfrm>
              <a:off x="4404153" y="4148464"/>
              <a:ext cx="75873" cy="75975"/>
            </a:xfrm>
            <a:custGeom>
              <a:avLst/>
              <a:gdLst/>
              <a:ahLst/>
              <a:cxnLst/>
              <a:rect l="l" t="t" r="r" b="b"/>
              <a:pathLst>
                <a:path w="759" h="760" fill="none" extrusionOk="0">
                  <a:moveTo>
                    <a:pt x="1" y="760"/>
                  </a:moveTo>
                  <a:lnTo>
                    <a:pt x="759" y="1"/>
                  </a:lnTo>
                </a:path>
              </a:pathLst>
            </a:custGeom>
            <a:no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6"/>
            <p:cNvSpPr/>
            <p:nvPr/>
          </p:nvSpPr>
          <p:spPr>
            <a:xfrm>
              <a:off x="4239411" y="3589256"/>
              <a:ext cx="798221" cy="100"/>
            </a:xfrm>
            <a:custGeom>
              <a:avLst/>
              <a:gdLst/>
              <a:ahLst/>
              <a:cxnLst/>
              <a:rect l="l" t="t" r="r" b="b"/>
              <a:pathLst>
                <a:path w="7985" h="1" fill="none" extrusionOk="0">
                  <a:moveTo>
                    <a:pt x="0" y="0"/>
                  </a:moveTo>
                  <a:lnTo>
                    <a:pt x="7984"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6"/>
            <p:cNvSpPr/>
            <p:nvPr/>
          </p:nvSpPr>
          <p:spPr>
            <a:xfrm>
              <a:off x="4239411" y="3720911"/>
              <a:ext cx="798221" cy="100"/>
            </a:xfrm>
            <a:custGeom>
              <a:avLst/>
              <a:gdLst/>
              <a:ahLst/>
              <a:cxnLst/>
              <a:rect l="l" t="t" r="r" b="b"/>
              <a:pathLst>
                <a:path w="7985" h="1" fill="none" extrusionOk="0">
                  <a:moveTo>
                    <a:pt x="0" y="0"/>
                  </a:moveTo>
                  <a:lnTo>
                    <a:pt x="7984"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6"/>
            <p:cNvSpPr/>
            <p:nvPr/>
          </p:nvSpPr>
          <p:spPr>
            <a:xfrm>
              <a:off x="4239411" y="3852365"/>
              <a:ext cx="798221" cy="100"/>
            </a:xfrm>
            <a:custGeom>
              <a:avLst/>
              <a:gdLst/>
              <a:ahLst/>
              <a:cxnLst/>
              <a:rect l="l" t="t" r="r" b="b"/>
              <a:pathLst>
                <a:path w="7985" h="1" fill="none" extrusionOk="0">
                  <a:moveTo>
                    <a:pt x="0" y="1"/>
                  </a:moveTo>
                  <a:lnTo>
                    <a:pt x="7984"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6"/>
            <p:cNvSpPr/>
            <p:nvPr/>
          </p:nvSpPr>
          <p:spPr>
            <a:xfrm>
              <a:off x="4443939" y="3982021"/>
              <a:ext cx="389164" cy="100"/>
            </a:xfrm>
            <a:custGeom>
              <a:avLst/>
              <a:gdLst/>
              <a:ahLst/>
              <a:cxnLst/>
              <a:rect l="l" t="t" r="r" b="b"/>
              <a:pathLst>
                <a:path w="3893" h="1" fill="none" extrusionOk="0">
                  <a:moveTo>
                    <a:pt x="0" y="0"/>
                  </a:moveTo>
                  <a:lnTo>
                    <a:pt x="3893"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6"/>
            <p:cNvSpPr/>
            <p:nvPr/>
          </p:nvSpPr>
          <p:spPr>
            <a:xfrm>
              <a:off x="4239411" y="2591311"/>
              <a:ext cx="798221" cy="100"/>
            </a:xfrm>
            <a:custGeom>
              <a:avLst/>
              <a:gdLst/>
              <a:ahLst/>
              <a:cxnLst/>
              <a:rect l="l" t="t" r="r" b="b"/>
              <a:pathLst>
                <a:path w="7985" h="1" fill="none" extrusionOk="0">
                  <a:moveTo>
                    <a:pt x="0" y="1"/>
                  </a:moveTo>
                  <a:lnTo>
                    <a:pt x="7984"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14" name="Google Shape;1814;p36"/>
          <p:cNvSpPr txBox="1"/>
          <p:nvPr/>
        </p:nvSpPr>
        <p:spPr>
          <a:xfrm>
            <a:off x="434925" y="2385419"/>
            <a:ext cx="5210039" cy="365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7000" dirty="0">
                <a:solidFill>
                  <a:schemeClr val="dk1"/>
                </a:solidFill>
                <a:latin typeface="Roboto" panose="02000000000000000000"/>
                <a:ea typeface="Roboto" panose="02000000000000000000"/>
                <a:cs typeface="Roboto" panose="02000000000000000000"/>
                <a:sym typeface="Roboto" panose="02000000000000000000"/>
              </a:rPr>
              <a:t>THANK YOU</a:t>
            </a:r>
            <a:endParaRPr sz="7000" dirty="0">
              <a:solidFill>
                <a:schemeClr val="dk1"/>
              </a:solidFill>
              <a:latin typeface="Roboto" panose="02000000000000000000"/>
              <a:ea typeface="Roboto" panose="02000000000000000000"/>
              <a:cs typeface="Roboto" panose="02000000000000000000"/>
              <a:sym typeface="Roboto" panose="02000000000000000000"/>
            </a:endParaRPr>
          </a:p>
        </p:txBody>
      </p:sp>
      <p:pic>
        <p:nvPicPr>
          <p:cNvPr id="3" name="Picture 2"/>
          <p:cNvPicPr>
            <a:picLocks noChangeAspect="1"/>
          </p:cNvPicPr>
          <p:nvPr/>
        </p:nvPicPr>
        <p:blipFill>
          <a:blip r:embed="rId3"/>
          <a:srcRect l="1773"/>
          <a:stretch>
            <a:fillRect/>
          </a:stretch>
        </p:blipFill>
        <p:spPr>
          <a:xfrm>
            <a:off x="0" y="5080"/>
            <a:ext cx="1618615" cy="77597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232321"/>
      </a:lt2>
      <a:accent1>
        <a:srgbClr val="8999CE"/>
      </a:accent1>
      <a:accent2>
        <a:srgbClr val="E2A8A2"/>
      </a:accent2>
      <a:accent3>
        <a:srgbClr val="E4796B"/>
      </a:accent3>
      <a:accent4>
        <a:srgbClr val="FEC357"/>
      </a:accent4>
      <a:accent5>
        <a:srgbClr val="659E67"/>
      </a:accent5>
      <a:accent6>
        <a:srgbClr val="E1E2EA"/>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1213</Words>
  <Application>Microsoft Office PowerPoint</Application>
  <PresentationFormat>On-screen Show (16:9)</PresentationFormat>
  <Paragraphs>207</Paragraphs>
  <Slides>19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Roboto</vt:lpstr>
      <vt:lpstr>Times New Roman</vt:lpstr>
      <vt:lpstr>Fira Sans Extra Condensed SemiBold</vt:lpstr>
      <vt:lpstr>Calibri</vt:lpstr>
      <vt:lpstr>Fira Sans Extra Condensed</vt:lpstr>
      <vt:lpstr>Simple Light</vt:lpstr>
      <vt:lpstr>PowerPoint Presentation</vt:lpstr>
      <vt:lpstr>PowerPoint Presentation</vt:lpstr>
      <vt:lpstr>PROBLEM STATEMENT</vt:lpstr>
      <vt:lpstr>OBJECTIVES</vt:lpstr>
      <vt:lpstr>PowerPoint Presentation</vt:lpstr>
      <vt:lpstr>Problem Gap Identification</vt:lpstr>
      <vt:lpstr>INNOVATION &amp; NOVELTY</vt:lpstr>
      <vt:lpstr>FEASIBILITY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Laasya Priya</dc:creator>
  <cp:lastModifiedBy>Laasya Priya</cp:lastModifiedBy>
  <cp:revision>19</cp:revision>
  <dcterms:created xsi:type="dcterms:W3CDTF">2026-08-20T03:10:00Z</dcterms:created>
  <dcterms:modified xsi:type="dcterms:W3CDTF">2026-10-29T03:33:19Z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00E9E6F22C6142F7A4965457E4717C42_13</vt:lpwstr>
  </property>
</Properties>
</file>