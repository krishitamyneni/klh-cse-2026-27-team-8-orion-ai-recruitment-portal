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2" r:id="rId6"/>
    <p:sldId id="260" r:id="rId7"/>
    <p:sldId id="279" r:id="rId8"/>
    <p:sldId id="259" r:id="rId9"/>
    <p:sldId id="261" r:id="rId10"/>
    <p:sldId id="290" r:id="rId11"/>
    <p:sldId id="295" r:id="rId12"/>
    <p:sldId id="267" r:id="rId13"/>
    <p:sldId id="296" r:id="rId14"/>
    <p:sldId id="269" r:id="rId15"/>
    <p:sldId id="297" r:id="rId16"/>
    <p:sldId id="298" r:id="rId17"/>
  </p:sldIdLst>
  <p:sldSz cx="9144000" cy="5143500" type="screen16x9"/>
  <p:notesSz cx="6858000" cy="9144000"/>
  <p:embeddedFontLst>
    <p:embeddedFont>
      <p:font typeface="Fira Sans Extra Condensed SemiBold" panose="020B0603050000020004"/>
      <p:bold r:id="rId21"/>
      <p:italic r:id="rId22"/>
      <p:boldItalic r:id="rId23"/>
    </p:embeddedFont>
    <p:embeddedFont>
      <p:font typeface="Roboto" panose="02000000000000000000"/>
      <p:regular r:id="rId24"/>
      <p:bold r:id="rId25"/>
      <p:italic r:id="rId26"/>
      <p:boldItalic r:id="rId27"/>
    </p:embeddedFont>
    <p:embeddedFont>
      <p:font typeface="Fira Sans Extra Condensed" panose="020B0503050000020004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D1A021F-8C0E-4362-855C-B3FDB9A311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fbdd8e67b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fbdd8e67b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46ea8cfa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46ea8cfa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03611b93a7_0_9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103611b93a7_0_9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03611b93a7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03611b93a7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cf973cdd10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cf973cdd10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fbdd8e67be_2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fbdd8e67be_2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fbdd8e67be_1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fbdd8e67be_1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046ea8cfab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046ea8cfab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03611b93a7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03611b93a7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03611b93a7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03611b93a7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gcf973cdd10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4" name="Google Shape;1974;gcf973cdd10_1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03611b93a7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03611b93a7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104da4ce32b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104da4ce32b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cf973cdd10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cf973cdd10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477988"/>
            <a:ext cx="4484100" cy="14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259013"/>
            <a:ext cx="3771300" cy="4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209800" y="2150850"/>
            <a:ext cx="4724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720000" y="1231157"/>
            <a:ext cx="7704000" cy="33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851556" y="540000"/>
            <a:ext cx="74409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38634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23507" y="1152475"/>
            <a:ext cx="38634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613050" y="555600"/>
            <a:ext cx="7917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613050" y="1389600"/>
            <a:ext cx="7917900" cy="31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2549400" y="116925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" name="Google Shape;29;p9"/>
          <p:cNvSpPr txBox="1">
            <a:spLocks noGrp="1"/>
          </p:cNvSpPr>
          <p:nvPr>
            <p:ph type="subTitle" idx="1"/>
          </p:nvPr>
        </p:nvSpPr>
        <p:spPr>
          <a:xfrm>
            <a:off x="2549400" y="273915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 SemiBold" panose="020B0603050000020004"/>
              <a:buNone/>
              <a:defRPr sz="30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1157"/>
            <a:ext cx="77040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>
            <a:spLocks noGrp="1"/>
          </p:cNvSpPr>
          <p:nvPr>
            <p:ph type="ctrTitle"/>
          </p:nvPr>
        </p:nvSpPr>
        <p:spPr>
          <a:xfrm>
            <a:off x="238539" y="1376888"/>
            <a:ext cx="5035826" cy="14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Orion: AI Assisted Microservices</a:t>
            </a:r>
            <a:br>
              <a:rPr lang="en-IN" dirty="0"/>
            </a:br>
            <a:r>
              <a:rPr lang="en-IN" dirty="0"/>
              <a:t>Based Online Recruitment Portal</a:t>
            </a:r>
            <a:endParaRPr b="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45" name="Google Shape;45;p15"/>
          <p:cNvSpPr txBox="1">
            <a:spLocks noGrp="1"/>
          </p:cNvSpPr>
          <p:nvPr>
            <p:ph type="subTitle" idx="1"/>
          </p:nvPr>
        </p:nvSpPr>
        <p:spPr>
          <a:xfrm>
            <a:off x="386850" y="4054143"/>
            <a:ext cx="3771300" cy="4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dirty="0"/>
              <a:t>By:</a:t>
            </a:r>
            <a:endParaRPr lang="en-GB" dirty="0"/>
          </a:p>
          <a:p>
            <a:pPr marL="0" lvl="0" indent="0">
              <a:buSzPts val="1100"/>
            </a:pPr>
            <a:r>
              <a:rPr lang="en-IN" dirty="0"/>
              <a:t>Bhanu Prakash - 2420030209</a:t>
            </a:r>
            <a:endParaRPr lang="en-IN" dirty="0"/>
          </a:p>
          <a:p>
            <a:pPr marL="0" lvl="0" indent="0">
              <a:buSzPts val="1100"/>
            </a:pPr>
            <a:r>
              <a:rPr lang="en-IN" dirty="0" err="1"/>
              <a:t>Krishita</a:t>
            </a:r>
            <a:r>
              <a:rPr lang="en-IN" dirty="0"/>
              <a:t> – 2420030443</a:t>
            </a:r>
            <a:endParaRPr lang="en-IN" dirty="0"/>
          </a:p>
          <a:p>
            <a:pPr marL="0" lvl="0" indent="0">
              <a:buSzPts val="1100"/>
            </a:pPr>
            <a:r>
              <a:rPr lang="en-IN" dirty="0"/>
              <a:t>Laasya Priya - 2420030002</a:t>
            </a:r>
            <a:endParaRPr dirty="0"/>
          </a:p>
        </p:txBody>
      </p:sp>
      <p:sp>
        <p:nvSpPr>
          <p:cNvPr id="46" name="Google Shape;46;p15"/>
          <p:cNvSpPr/>
          <p:nvPr/>
        </p:nvSpPr>
        <p:spPr>
          <a:xfrm>
            <a:off x="1033922" y="396126"/>
            <a:ext cx="59657" cy="59657"/>
          </a:xfrm>
          <a:custGeom>
            <a:avLst/>
            <a:gdLst/>
            <a:ahLst/>
            <a:cxnLst/>
            <a:rect l="l" t="t" r="r" b="b"/>
            <a:pathLst>
              <a:path w="1921" h="1921" extrusionOk="0">
                <a:moveTo>
                  <a:pt x="961" y="0"/>
                </a:moveTo>
                <a:cubicBezTo>
                  <a:pt x="430" y="0"/>
                  <a:pt x="0" y="430"/>
                  <a:pt x="0" y="960"/>
                </a:cubicBezTo>
                <a:cubicBezTo>
                  <a:pt x="0" y="1491"/>
                  <a:pt x="430" y="1921"/>
                  <a:pt x="961" y="1921"/>
                </a:cubicBezTo>
                <a:cubicBezTo>
                  <a:pt x="1491" y="1921"/>
                  <a:pt x="1921" y="1491"/>
                  <a:pt x="1921" y="960"/>
                </a:cubicBezTo>
                <a:cubicBezTo>
                  <a:pt x="1921" y="430"/>
                  <a:pt x="1491" y="0"/>
                  <a:pt x="9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15"/>
          <p:cNvSpPr/>
          <p:nvPr/>
        </p:nvSpPr>
        <p:spPr>
          <a:xfrm>
            <a:off x="1114106" y="396126"/>
            <a:ext cx="59688" cy="59657"/>
          </a:xfrm>
          <a:custGeom>
            <a:avLst/>
            <a:gdLst/>
            <a:ahLst/>
            <a:cxnLst/>
            <a:rect l="l" t="t" r="r" b="b"/>
            <a:pathLst>
              <a:path w="1922" h="1921" extrusionOk="0">
                <a:moveTo>
                  <a:pt x="961" y="0"/>
                </a:moveTo>
                <a:cubicBezTo>
                  <a:pt x="431" y="0"/>
                  <a:pt x="1" y="430"/>
                  <a:pt x="1" y="960"/>
                </a:cubicBezTo>
                <a:cubicBezTo>
                  <a:pt x="1" y="1491"/>
                  <a:pt x="431" y="1921"/>
                  <a:pt x="961" y="1921"/>
                </a:cubicBezTo>
                <a:cubicBezTo>
                  <a:pt x="1491" y="1921"/>
                  <a:pt x="1921" y="1491"/>
                  <a:pt x="1921" y="960"/>
                </a:cubicBezTo>
                <a:cubicBezTo>
                  <a:pt x="1921" y="430"/>
                  <a:pt x="1491" y="0"/>
                  <a:pt x="9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15"/>
          <p:cNvSpPr/>
          <p:nvPr/>
        </p:nvSpPr>
        <p:spPr>
          <a:xfrm>
            <a:off x="1194321" y="396126"/>
            <a:ext cx="59688" cy="59657"/>
          </a:xfrm>
          <a:custGeom>
            <a:avLst/>
            <a:gdLst/>
            <a:ahLst/>
            <a:cxnLst/>
            <a:rect l="l" t="t" r="r" b="b"/>
            <a:pathLst>
              <a:path w="1922" h="1921" extrusionOk="0">
                <a:moveTo>
                  <a:pt x="960" y="0"/>
                </a:moveTo>
                <a:cubicBezTo>
                  <a:pt x="430" y="0"/>
                  <a:pt x="0" y="430"/>
                  <a:pt x="0" y="960"/>
                </a:cubicBezTo>
                <a:cubicBezTo>
                  <a:pt x="0" y="1491"/>
                  <a:pt x="430" y="1921"/>
                  <a:pt x="960" y="1921"/>
                </a:cubicBezTo>
                <a:cubicBezTo>
                  <a:pt x="1491" y="1921"/>
                  <a:pt x="1922" y="1491"/>
                  <a:pt x="1922" y="960"/>
                </a:cubicBezTo>
                <a:cubicBezTo>
                  <a:pt x="1922" y="430"/>
                  <a:pt x="1491" y="0"/>
                  <a:pt x="9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9" name="Google Shape;49;p15"/>
          <p:cNvGrpSpPr/>
          <p:nvPr/>
        </p:nvGrpSpPr>
        <p:grpSpPr>
          <a:xfrm>
            <a:off x="5038860" y="1020968"/>
            <a:ext cx="3153553" cy="3101575"/>
            <a:chOff x="5638950" y="1285454"/>
            <a:chExt cx="2619230" cy="2576059"/>
          </a:xfrm>
        </p:grpSpPr>
        <p:grpSp>
          <p:nvGrpSpPr>
            <p:cNvPr id="50" name="Google Shape;50;p15"/>
            <p:cNvGrpSpPr/>
            <p:nvPr/>
          </p:nvGrpSpPr>
          <p:grpSpPr>
            <a:xfrm>
              <a:off x="6008285" y="1285454"/>
              <a:ext cx="882112" cy="912220"/>
              <a:chOff x="6617547" y="1329436"/>
              <a:chExt cx="722569" cy="747231"/>
            </a:xfrm>
          </p:grpSpPr>
          <p:grpSp>
            <p:nvGrpSpPr>
              <p:cNvPr id="51" name="Google Shape;51;p15"/>
              <p:cNvGrpSpPr/>
              <p:nvPr/>
            </p:nvGrpSpPr>
            <p:grpSpPr>
              <a:xfrm>
                <a:off x="6617547" y="1329436"/>
                <a:ext cx="722569" cy="432110"/>
                <a:chOff x="6617547" y="1329436"/>
                <a:chExt cx="722569" cy="432110"/>
              </a:xfrm>
            </p:grpSpPr>
            <p:grpSp>
              <p:nvGrpSpPr>
                <p:cNvPr id="52" name="Google Shape;52;p15"/>
                <p:cNvGrpSpPr/>
                <p:nvPr/>
              </p:nvGrpSpPr>
              <p:grpSpPr>
                <a:xfrm>
                  <a:off x="6854197" y="1437303"/>
                  <a:ext cx="463438" cy="295104"/>
                  <a:chOff x="6854197" y="1437303"/>
                  <a:chExt cx="463438" cy="295104"/>
                </a:xfrm>
              </p:grpSpPr>
              <p:sp>
                <p:nvSpPr>
                  <p:cNvPr id="53" name="Google Shape;53;p15"/>
                  <p:cNvSpPr/>
                  <p:nvPr/>
                </p:nvSpPr>
                <p:spPr>
                  <a:xfrm>
                    <a:off x="7263055" y="1545764"/>
                    <a:ext cx="54579" cy="184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3720" extrusionOk="0">
                        <a:moveTo>
                          <a:pt x="307" y="1"/>
                        </a:moveTo>
                        <a:lnTo>
                          <a:pt x="0" y="3653"/>
                        </a:lnTo>
                        <a:lnTo>
                          <a:pt x="794" y="3719"/>
                        </a:lnTo>
                        <a:lnTo>
                          <a:pt x="1100" y="67"/>
                        </a:lnTo>
                        <a:lnTo>
                          <a:pt x="307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54" name="Google Shape;54;p15"/>
                  <p:cNvSpPr/>
                  <p:nvPr/>
                </p:nvSpPr>
                <p:spPr>
                  <a:xfrm>
                    <a:off x="7194053" y="1456289"/>
                    <a:ext cx="74260" cy="2738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8" h="5525" extrusionOk="0">
                        <a:moveTo>
                          <a:pt x="306" y="1"/>
                        </a:moveTo>
                        <a:lnTo>
                          <a:pt x="0" y="5458"/>
                        </a:lnTo>
                        <a:lnTo>
                          <a:pt x="1191" y="5524"/>
                        </a:lnTo>
                        <a:lnTo>
                          <a:pt x="1498" y="67"/>
                        </a:lnTo>
                        <a:lnTo>
                          <a:pt x="30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55" name="Google Shape;55;p15"/>
                  <p:cNvSpPr/>
                  <p:nvPr/>
                </p:nvSpPr>
                <p:spPr>
                  <a:xfrm>
                    <a:off x="7144730" y="1507595"/>
                    <a:ext cx="54579" cy="222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4484" extrusionOk="0">
                        <a:moveTo>
                          <a:pt x="307" y="0"/>
                        </a:moveTo>
                        <a:lnTo>
                          <a:pt x="0" y="4429"/>
                        </a:lnTo>
                        <a:lnTo>
                          <a:pt x="794" y="4484"/>
                        </a:lnTo>
                        <a:lnTo>
                          <a:pt x="1100" y="55"/>
                        </a:lnTo>
                        <a:lnTo>
                          <a:pt x="30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56" name="Google Shape;56;p15"/>
                  <p:cNvSpPr/>
                  <p:nvPr/>
                </p:nvSpPr>
                <p:spPr>
                  <a:xfrm>
                    <a:off x="7050298" y="1528414"/>
                    <a:ext cx="84273" cy="2038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0" h="4113" extrusionOk="0">
                        <a:moveTo>
                          <a:pt x="1184" y="1"/>
                        </a:moveTo>
                        <a:lnTo>
                          <a:pt x="1" y="154"/>
                        </a:lnTo>
                        <a:lnTo>
                          <a:pt x="517" y="4113"/>
                        </a:lnTo>
                        <a:lnTo>
                          <a:pt x="1700" y="3960"/>
                        </a:lnTo>
                        <a:lnTo>
                          <a:pt x="118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57" name="Google Shape;57;p15"/>
                  <p:cNvSpPr/>
                  <p:nvPr/>
                </p:nvSpPr>
                <p:spPr>
                  <a:xfrm>
                    <a:off x="6972472" y="1437303"/>
                    <a:ext cx="93543" cy="294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7" h="5947" extrusionOk="0">
                        <a:moveTo>
                          <a:pt x="1186" y="1"/>
                        </a:moveTo>
                        <a:lnTo>
                          <a:pt x="0" y="144"/>
                        </a:lnTo>
                        <a:lnTo>
                          <a:pt x="701" y="5946"/>
                        </a:lnTo>
                        <a:lnTo>
                          <a:pt x="1886" y="5802"/>
                        </a:lnTo>
                        <a:lnTo>
                          <a:pt x="118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58" name="Google Shape;58;p15"/>
                  <p:cNvSpPr/>
                  <p:nvPr/>
                </p:nvSpPr>
                <p:spPr>
                  <a:xfrm>
                    <a:off x="6923150" y="1479736"/>
                    <a:ext cx="73863" cy="2515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0" h="5075" extrusionOk="0">
                        <a:moveTo>
                          <a:pt x="788" y="1"/>
                        </a:moveTo>
                        <a:lnTo>
                          <a:pt x="1" y="112"/>
                        </a:lnTo>
                        <a:lnTo>
                          <a:pt x="701" y="5074"/>
                        </a:lnTo>
                        <a:lnTo>
                          <a:pt x="1489" y="4962"/>
                        </a:lnTo>
                        <a:lnTo>
                          <a:pt x="788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59" name="Google Shape;59;p15"/>
                  <p:cNvSpPr/>
                  <p:nvPr/>
                </p:nvSpPr>
                <p:spPr>
                  <a:xfrm>
                    <a:off x="6854197" y="1459263"/>
                    <a:ext cx="93444" cy="2731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5" h="5510" extrusionOk="0">
                        <a:moveTo>
                          <a:pt x="1184" y="0"/>
                        </a:moveTo>
                        <a:lnTo>
                          <a:pt x="0" y="154"/>
                        </a:lnTo>
                        <a:lnTo>
                          <a:pt x="701" y="5509"/>
                        </a:lnTo>
                        <a:lnTo>
                          <a:pt x="1884" y="5354"/>
                        </a:lnTo>
                        <a:lnTo>
                          <a:pt x="118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60" name="Google Shape;60;p15"/>
                <p:cNvGrpSpPr/>
                <p:nvPr/>
              </p:nvGrpSpPr>
              <p:grpSpPr>
                <a:xfrm>
                  <a:off x="6652013" y="1329436"/>
                  <a:ext cx="229521" cy="403074"/>
                  <a:chOff x="6522150" y="1329350"/>
                  <a:chExt cx="115750" cy="203275"/>
                </a:xfrm>
              </p:grpSpPr>
              <p:sp>
                <p:nvSpPr>
                  <p:cNvPr id="61" name="Google Shape;61;p15"/>
                  <p:cNvSpPr/>
                  <p:nvPr/>
                </p:nvSpPr>
                <p:spPr>
                  <a:xfrm>
                    <a:off x="6560975" y="1329350"/>
                    <a:ext cx="40150" cy="167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6" h="6703" extrusionOk="0">
                        <a:moveTo>
                          <a:pt x="962" y="1"/>
                        </a:moveTo>
                        <a:cubicBezTo>
                          <a:pt x="747" y="2248"/>
                          <a:pt x="426" y="4486"/>
                          <a:pt x="0" y="6702"/>
                        </a:cubicBezTo>
                        <a:lnTo>
                          <a:pt x="721" y="6503"/>
                        </a:lnTo>
                        <a:cubicBezTo>
                          <a:pt x="1518" y="4443"/>
                          <a:pt x="1605" y="2115"/>
                          <a:pt x="96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2" name="Google Shape;62;p15"/>
                  <p:cNvSpPr/>
                  <p:nvPr/>
                </p:nvSpPr>
                <p:spPr>
                  <a:xfrm>
                    <a:off x="6535825" y="1347425"/>
                    <a:ext cx="43400" cy="138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6" h="5538" extrusionOk="0">
                        <a:moveTo>
                          <a:pt x="964" y="0"/>
                        </a:moveTo>
                        <a:lnTo>
                          <a:pt x="964" y="0"/>
                        </a:lnTo>
                        <a:cubicBezTo>
                          <a:pt x="159" y="1618"/>
                          <a:pt x="0" y="3547"/>
                          <a:pt x="530" y="5275"/>
                        </a:cubicBezTo>
                        <a:lnTo>
                          <a:pt x="1212" y="5538"/>
                        </a:lnTo>
                        <a:cubicBezTo>
                          <a:pt x="1736" y="3742"/>
                          <a:pt x="706" y="1715"/>
                          <a:pt x="96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3" name="Google Shape;63;p15"/>
                  <p:cNvSpPr/>
                  <p:nvPr/>
                </p:nvSpPr>
                <p:spPr>
                  <a:xfrm>
                    <a:off x="6575000" y="1374225"/>
                    <a:ext cx="62900" cy="11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6" h="4551" extrusionOk="0">
                        <a:moveTo>
                          <a:pt x="2516" y="1"/>
                        </a:moveTo>
                        <a:cubicBezTo>
                          <a:pt x="1463" y="1178"/>
                          <a:pt x="841" y="780"/>
                          <a:pt x="458" y="2739"/>
                        </a:cubicBezTo>
                        <a:cubicBezTo>
                          <a:pt x="381" y="3127"/>
                          <a:pt x="1" y="4551"/>
                          <a:pt x="471" y="4551"/>
                        </a:cubicBezTo>
                        <a:cubicBezTo>
                          <a:pt x="478" y="4551"/>
                          <a:pt x="486" y="4550"/>
                          <a:pt x="494" y="4549"/>
                        </a:cubicBezTo>
                        <a:cubicBezTo>
                          <a:pt x="1004" y="4503"/>
                          <a:pt x="1192" y="2984"/>
                          <a:pt x="1450" y="2231"/>
                        </a:cubicBezTo>
                        <a:cubicBezTo>
                          <a:pt x="1800" y="1216"/>
                          <a:pt x="2220" y="737"/>
                          <a:pt x="251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4" name="Google Shape;64;p15"/>
                  <p:cNvSpPr/>
                  <p:nvPr/>
                </p:nvSpPr>
                <p:spPr>
                  <a:xfrm>
                    <a:off x="6560775" y="1365525"/>
                    <a:ext cx="40400" cy="11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6" h="4600" extrusionOk="0">
                        <a:moveTo>
                          <a:pt x="525" y="0"/>
                        </a:moveTo>
                        <a:lnTo>
                          <a:pt x="525" y="0"/>
                        </a:lnTo>
                        <a:cubicBezTo>
                          <a:pt x="434" y="502"/>
                          <a:pt x="498" y="1019"/>
                          <a:pt x="571" y="1524"/>
                        </a:cubicBezTo>
                        <a:cubicBezTo>
                          <a:pt x="644" y="2029"/>
                          <a:pt x="727" y="2540"/>
                          <a:pt x="674" y="3048"/>
                        </a:cubicBezTo>
                        <a:cubicBezTo>
                          <a:pt x="620" y="3555"/>
                          <a:pt x="410" y="4070"/>
                          <a:pt x="0" y="4375"/>
                        </a:cubicBezTo>
                        <a:lnTo>
                          <a:pt x="991" y="4599"/>
                        </a:lnTo>
                        <a:cubicBezTo>
                          <a:pt x="1465" y="3927"/>
                          <a:pt x="1616" y="3037"/>
                          <a:pt x="1390" y="2245"/>
                        </a:cubicBezTo>
                        <a:cubicBezTo>
                          <a:pt x="1163" y="1447"/>
                          <a:pt x="629" y="824"/>
                          <a:pt x="52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5" name="Google Shape;65;p15"/>
                  <p:cNvSpPr/>
                  <p:nvPr/>
                </p:nvSpPr>
                <p:spPr>
                  <a:xfrm>
                    <a:off x="6522150" y="1365525"/>
                    <a:ext cx="41900" cy="12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6" h="4899" extrusionOk="0">
                        <a:moveTo>
                          <a:pt x="486" y="0"/>
                        </a:moveTo>
                        <a:lnTo>
                          <a:pt x="486" y="0"/>
                        </a:lnTo>
                        <a:cubicBezTo>
                          <a:pt x="1" y="2037"/>
                          <a:pt x="372" y="3631"/>
                          <a:pt x="1055" y="4899"/>
                        </a:cubicBezTo>
                        <a:lnTo>
                          <a:pt x="1676" y="4803"/>
                        </a:lnTo>
                        <a:cubicBezTo>
                          <a:pt x="1676" y="4803"/>
                          <a:pt x="970" y="1378"/>
                          <a:pt x="486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6" name="Google Shape;66;p15"/>
                  <p:cNvSpPr/>
                  <p:nvPr/>
                </p:nvSpPr>
                <p:spPr>
                  <a:xfrm>
                    <a:off x="6531250" y="1464600"/>
                    <a:ext cx="73675" cy="68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7" h="2721" extrusionOk="0">
                        <a:moveTo>
                          <a:pt x="194" y="0"/>
                        </a:moveTo>
                        <a:cubicBezTo>
                          <a:pt x="85" y="0"/>
                          <a:pt x="0" y="94"/>
                          <a:pt x="14" y="203"/>
                        </a:cubicBezTo>
                        <a:lnTo>
                          <a:pt x="320" y="2562"/>
                        </a:lnTo>
                        <a:cubicBezTo>
                          <a:pt x="332" y="2653"/>
                          <a:pt x="409" y="2720"/>
                          <a:pt x="499" y="2720"/>
                        </a:cubicBezTo>
                        <a:lnTo>
                          <a:pt x="2385" y="2720"/>
                        </a:lnTo>
                        <a:cubicBezTo>
                          <a:pt x="2474" y="2720"/>
                          <a:pt x="2550" y="2655"/>
                          <a:pt x="2563" y="2568"/>
                        </a:cubicBezTo>
                        <a:lnTo>
                          <a:pt x="2728" y="1503"/>
                        </a:lnTo>
                        <a:lnTo>
                          <a:pt x="2930" y="207"/>
                        </a:lnTo>
                        <a:cubicBezTo>
                          <a:pt x="2946" y="98"/>
                          <a:pt x="2863" y="0"/>
                          <a:pt x="275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7" name="Google Shape;67;p15"/>
                  <p:cNvSpPr/>
                  <p:nvPr/>
                </p:nvSpPr>
                <p:spPr>
                  <a:xfrm>
                    <a:off x="6559600" y="1464600"/>
                    <a:ext cx="45475" cy="5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9" h="2088" extrusionOk="0">
                        <a:moveTo>
                          <a:pt x="0" y="0"/>
                        </a:moveTo>
                        <a:cubicBezTo>
                          <a:pt x="434" y="1130"/>
                          <a:pt x="1006" y="1749"/>
                          <a:pt x="1515" y="2088"/>
                        </a:cubicBezTo>
                        <a:lnTo>
                          <a:pt x="1795" y="287"/>
                        </a:lnTo>
                        <a:cubicBezTo>
                          <a:pt x="1818" y="135"/>
                          <a:pt x="1701" y="0"/>
                          <a:pt x="154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68" name="Google Shape;68;p15"/>
                <p:cNvSpPr/>
                <p:nvPr/>
              </p:nvSpPr>
              <p:spPr>
                <a:xfrm>
                  <a:off x="6617547" y="1718320"/>
                  <a:ext cx="722569" cy="43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6" h="872" extrusionOk="0">
                      <a:moveTo>
                        <a:pt x="0" y="1"/>
                      </a:moveTo>
                      <a:lnTo>
                        <a:pt x="0" y="872"/>
                      </a:lnTo>
                      <a:lnTo>
                        <a:pt x="14576" y="872"/>
                      </a:lnTo>
                      <a:lnTo>
                        <a:pt x="1457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69" name="Google Shape;69;p15"/>
              <p:cNvGrpSpPr/>
              <p:nvPr/>
            </p:nvGrpSpPr>
            <p:grpSpPr>
              <a:xfrm>
                <a:off x="6617547" y="1775574"/>
                <a:ext cx="722569" cy="301094"/>
                <a:chOff x="6617547" y="1775574"/>
                <a:chExt cx="722569" cy="301094"/>
              </a:xfrm>
            </p:grpSpPr>
            <p:grpSp>
              <p:nvGrpSpPr>
                <p:cNvPr id="70" name="Google Shape;70;p15"/>
                <p:cNvGrpSpPr/>
                <p:nvPr/>
              </p:nvGrpSpPr>
              <p:grpSpPr>
                <a:xfrm>
                  <a:off x="6648776" y="1775574"/>
                  <a:ext cx="654787" cy="278250"/>
                  <a:chOff x="6648776" y="1775574"/>
                  <a:chExt cx="654787" cy="278250"/>
                </a:xfrm>
              </p:grpSpPr>
              <p:sp>
                <p:nvSpPr>
                  <p:cNvPr id="71" name="Google Shape;71;p15"/>
                  <p:cNvSpPr/>
                  <p:nvPr/>
                </p:nvSpPr>
                <p:spPr>
                  <a:xfrm>
                    <a:off x="6648776" y="1822666"/>
                    <a:ext cx="51456" cy="228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8" h="4613" extrusionOk="0">
                        <a:moveTo>
                          <a:pt x="749" y="0"/>
                        </a:moveTo>
                        <a:lnTo>
                          <a:pt x="0" y="47"/>
                        </a:lnTo>
                        <a:lnTo>
                          <a:pt x="288" y="4613"/>
                        </a:lnTo>
                        <a:lnTo>
                          <a:pt x="1037" y="4566"/>
                        </a:lnTo>
                        <a:lnTo>
                          <a:pt x="749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2" name="Google Shape;72;p15"/>
                  <p:cNvSpPr/>
                  <p:nvPr/>
                </p:nvSpPr>
                <p:spPr>
                  <a:xfrm>
                    <a:off x="6743060" y="1793469"/>
                    <a:ext cx="70046" cy="2582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3" h="5210" extrusionOk="0">
                        <a:moveTo>
                          <a:pt x="1124" y="1"/>
                        </a:moveTo>
                        <a:lnTo>
                          <a:pt x="1" y="63"/>
                        </a:lnTo>
                        <a:lnTo>
                          <a:pt x="290" y="5210"/>
                        </a:lnTo>
                        <a:lnTo>
                          <a:pt x="1412" y="5147"/>
                        </a:lnTo>
                        <a:lnTo>
                          <a:pt x="112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3" name="Google Shape;73;p15"/>
                  <p:cNvSpPr/>
                  <p:nvPr/>
                </p:nvSpPr>
                <p:spPr>
                  <a:xfrm>
                    <a:off x="6808195" y="1841800"/>
                    <a:ext cx="51407" cy="209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7" h="4230" extrusionOk="0">
                        <a:moveTo>
                          <a:pt x="748" y="1"/>
                        </a:moveTo>
                        <a:lnTo>
                          <a:pt x="0" y="52"/>
                        </a:lnTo>
                        <a:lnTo>
                          <a:pt x="288" y="4229"/>
                        </a:lnTo>
                        <a:lnTo>
                          <a:pt x="1037" y="4178"/>
                        </a:lnTo>
                        <a:lnTo>
                          <a:pt x="748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4" name="Google Shape;74;p15"/>
                  <p:cNvSpPr/>
                  <p:nvPr/>
                </p:nvSpPr>
                <p:spPr>
                  <a:xfrm>
                    <a:off x="6869167" y="1861480"/>
                    <a:ext cx="79415" cy="1923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2" h="3880" extrusionOk="0">
                        <a:moveTo>
                          <a:pt x="486" y="0"/>
                        </a:moveTo>
                        <a:lnTo>
                          <a:pt x="0" y="3734"/>
                        </a:lnTo>
                        <a:lnTo>
                          <a:pt x="1116" y="3879"/>
                        </a:lnTo>
                        <a:lnTo>
                          <a:pt x="1602" y="146"/>
                        </a:lnTo>
                        <a:lnTo>
                          <a:pt x="486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5" name="Google Shape;75;p15"/>
                  <p:cNvSpPr/>
                  <p:nvPr/>
                </p:nvSpPr>
                <p:spPr>
                  <a:xfrm>
                    <a:off x="6933857" y="1775574"/>
                    <a:ext cx="88189" cy="277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9" h="5607" extrusionOk="0">
                        <a:moveTo>
                          <a:pt x="661" y="0"/>
                        </a:moveTo>
                        <a:lnTo>
                          <a:pt x="1" y="5472"/>
                        </a:lnTo>
                        <a:lnTo>
                          <a:pt x="1118" y="5606"/>
                        </a:lnTo>
                        <a:lnTo>
                          <a:pt x="1778" y="135"/>
                        </a:lnTo>
                        <a:lnTo>
                          <a:pt x="661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6" name="Google Shape;76;p15"/>
                  <p:cNvSpPr/>
                  <p:nvPr/>
                </p:nvSpPr>
                <p:spPr>
                  <a:xfrm>
                    <a:off x="6998943" y="1815577"/>
                    <a:ext cx="69600" cy="2372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4" h="4785" extrusionOk="0">
                        <a:moveTo>
                          <a:pt x="661" y="0"/>
                        </a:moveTo>
                        <a:lnTo>
                          <a:pt x="0" y="4679"/>
                        </a:lnTo>
                        <a:lnTo>
                          <a:pt x="743" y="4785"/>
                        </a:lnTo>
                        <a:lnTo>
                          <a:pt x="1404" y="106"/>
                        </a:lnTo>
                        <a:lnTo>
                          <a:pt x="661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7" name="Google Shape;77;p15"/>
                  <p:cNvSpPr/>
                  <p:nvPr/>
                </p:nvSpPr>
                <p:spPr>
                  <a:xfrm>
                    <a:off x="7045490" y="1796245"/>
                    <a:ext cx="88140" cy="2575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8" h="5196" extrusionOk="0">
                        <a:moveTo>
                          <a:pt x="662" y="1"/>
                        </a:moveTo>
                        <a:lnTo>
                          <a:pt x="1" y="5049"/>
                        </a:lnTo>
                        <a:lnTo>
                          <a:pt x="1117" y="5195"/>
                        </a:lnTo>
                        <a:lnTo>
                          <a:pt x="1777" y="147"/>
                        </a:lnTo>
                        <a:lnTo>
                          <a:pt x="662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8" name="Google Shape;78;p15"/>
                  <p:cNvSpPr/>
                  <p:nvPr/>
                </p:nvSpPr>
                <p:spPr>
                  <a:xfrm>
                    <a:off x="7066260" y="1982184"/>
                    <a:ext cx="237304" cy="574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7" h="1159" extrusionOk="0">
                        <a:moveTo>
                          <a:pt x="0" y="0"/>
                        </a:moveTo>
                        <a:lnTo>
                          <a:pt x="0" y="1158"/>
                        </a:lnTo>
                        <a:lnTo>
                          <a:pt x="4787" y="1158"/>
                        </a:lnTo>
                        <a:lnTo>
                          <a:pt x="478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9" name="Google Shape;79;p15"/>
                  <p:cNvSpPr/>
                  <p:nvPr/>
                </p:nvSpPr>
                <p:spPr>
                  <a:xfrm>
                    <a:off x="7093623" y="1923195"/>
                    <a:ext cx="178213" cy="501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5" h="1012" extrusionOk="0">
                        <a:moveTo>
                          <a:pt x="0" y="0"/>
                        </a:moveTo>
                        <a:lnTo>
                          <a:pt x="0" y="1012"/>
                        </a:lnTo>
                        <a:lnTo>
                          <a:pt x="3594" y="1012"/>
                        </a:lnTo>
                        <a:lnTo>
                          <a:pt x="359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80" name="Google Shape;80;p15"/>
                <p:cNvSpPr/>
                <p:nvPr/>
              </p:nvSpPr>
              <p:spPr>
                <a:xfrm>
                  <a:off x="6617547" y="2033440"/>
                  <a:ext cx="722569" cy="43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6" h="872" extrusionOk="0">
                      <a:moveTo>
                        <a:pt x="0" y="1"/>
                      </a:moveTo>
                      <a:lnTo>
                        <a:pt x="0" y="872"/>
                      </a:lnTo>
                      <a:lnTo>
                        <a:pt x="14576" y="872"/>
                      </a:lnTo>
                      <a:lnTo>
                        <a:pt x="1457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81" name="Google Shape;81;p15"/>
            <p:cNvGrpSpPr/>
            <p:nvPr/>
          </p:nvGrpSpPr>
          <p:grpSpPr>
            <a:xfrm>
              <a:off x="6295708" y="2449490"/>
              <a:ext cx="846285" cy="1408551"/>
              <a:chOff x="6784074" y="2206739"/>
              <a:chExt cx="693222" cy="1153793"/>
            </a:xfrm>
          </p:grpSpPr>
          <p:sp>
            <p:nvSpPr>
              <p:cNvPr id="82" name="Google Shape;82;p15"/>
              <p:cNvSpPr/>
              <p:nvPr/>
            </p:nvSpPr>
            <p:spPr>
              <a:xfrm rot="-900050">
                <a:off x="7040061" y="2822022"/>
                <a:ext cx="140524" cy="529344"/>
              </a:xfrm>
              <a:custGeom>
                <a:avLst/>
                <a:gdLst/>
                <a:ahLst/>
                <a:cxnLst/>
                <a:rect l="l" t="t" r="r" b="b"/>
                <a:pathLst>
                  <a:path w="2819" h="10619" extrusionOk="0">
                    <a:moveTo>
                      <a:pt x="1633" y="0"/>
                    </a:moveTo>
                    <a:lnTo>
                      <a:pt x="0" y="10618"/>
                    </a:lnTo>
                    <a:lnTo>
                      <a:pt x="592" y="10618"/>
                    </a:lnTo>
                    <a:lnTo>
                      <a:pt x="28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6818606" y="2831200"/>
                <a:ext cx="140520" cy="529331"/>
              </a:xfrm>
              <a:custGeom>
                <a:avLst/>
                <a:gdLst/>
                <a:ahLst/>
                <a:cxnLst/>
                <a:rect l="l" t="t" r="r" b="b"/>
                <a:pathLst>
                  <a:path w="2819" h="10619" extrusionOk="0">
                    <a:moveTo>
                      <a:pt x="1633" y="0"/>
                    </a:moveTo>
                    <a:lnTo>
                      <a:pt x="0" y="10618"/>
                    </a:lnTo>
                    <a:lnTo>
                      <a:pt x="592" y="10618"/>
                    </a:lnTo>
                    <a:lnTo>
                      <a:pt x="28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 flipH="1">
                <a:off x="7313906" y="2831200"/>
                <a:ext cx="140520" cy="529331"/>
              </a:xfrm>
              <a:custGeom>
                <a:avLst/>
                <a:gdLst/>
                <a:ahLst/>
                <a:cxnLst/>
                <a:rect l="l" t="t" r="r" b="b"/>
                <a:pathLst>
                  <a:path w="2819" h="10619" extrusionOk="0">
                    <a:moveTo>
                      <a:pt x="1633" y="0"/>
                    </a:moveTo>
                    <a:lnTo>
                      <a:pt x="0" y="10618"/>
                    </a:lnTo>
                    <a:lnTo>
                      <a:pt x="592" y="10618"/>
                    </a:lnTo>
                    <a:lnTo>
                      <a:pt x="28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85" name="Google Shape;85;p15"/>
              <p:cNvGrpSpPr/>
              <p:nvPr/>
            </p:nvGrpSpPr>
            <p:grpSpPr>
              <a:xfrm>
                <a:off x="6784074" y="2206739"/>
                <a:ext cx="693222" cy="636392"/>
                <a:chOff x="6784074" y="2206739"/>
                <a:chExt cx="693222" cy="636392"/>
              </a:xfrm>
            </p:grpSpPr>
            <p:sp>
              <p:nvSpPr>
                <p:cNvPr id="86" name="Google Shape;86;p15"/>
                <p:cNvSpPr/>
                <p:nvPr/>
              </p:nvSpPr>
              <p:spPr>
                <a:xfrm>
                  <a:off x="6784421" y="2206739"/>
                  <a:ext cx="406990" cy="599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12093" extrusionOk="0">
                      <a:moveTo>
                        <a:pt x="3828" y="1"/>
                      </a:moveTo>
                      <a:cubicBezTo>
                        <a:pt x="1850" y="1"/>
                        <a:pt x="222" y="1582"/>
                        <a:pt x="176" y="3571"/>
                      </a:cubicBezTo>
                      <a:lnTo>
                        <a:pt x="27" y="9905"/>
                      </a:lnTo>
                      <a:cubicBezTo>
                        <a:pt x="1" y="11010"/>
                        <a:pt x="875" y="11926"/>
                        <a:pt x="1980" y="11953"/>
                      </a:cubicBezTo>
                      <a:lnTo>
                        <a:pt x="7968" y="12092"/>
                      </a:lnTo>
                      <a:lnTo>
                        <a:pt x="8163" y="3758"/>
                      </a:lnTo>
                      <a:cubicBezTo>
                        <a:pt x="8210" y="1739"/>
                        <a:pt x="6613" y="66"/>
                        <a:pt x="4594" y="18"/>
                      </a:cubicBezTo>
                      <a:lnTo>
                        <a:pt x="3915" y="2"/>
                      </a:lnTo>
                      <a:cubicBezTo>
                        <a:pt x="3886" y="1"/>
                        <a:pt x="3857" y="1"/>
                        <a:pt x="382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7" name="Google Shape;87;p15"/>
                <p:cNvSpPr/>
                <p:nvPr/>
              </p:nvSpPr>
              <p:spPr>
                <a:xfrm>
                  <a:off x="6786305" y="2531717"/>
                  <a:ext cx="690991" cy="311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9" h="6282" extrusionOk="0">
                      <a:moveTo>
                        <a:pt x="120" y="0"/>
                      </a:moveTo>
                      <a:lnTo>
                        <a:pt x="24" y="4077"/>
                      </a:lnTo>
                      <a:cubicBezTo>
                        <a:pt x="0" y="5140"/>
                        <a:pt x="842" y="6021"/>
                        <a:pt x="1905" y="6047"/>
                      </a:cubicBezTo>
                      <a:lnTo>
                        <a:pt x="11892" y="6281"/>
                      </a:lnTo>
                      <a:cubicBezTo>
                        <a:pt x="11907" y="6281"/>
                        <a:pt x="11923" y="6281"/>
                        <a:pt x="11938" y="6281"/>
                      </a:cubicBezTo>
                      <a:cubicBezTo>
                        <a:pt x="12980" y="6281"/>
                        <a:pt x="13838" y="5448"/>
                        <a:pt x="13863" y="4400"/>
                      </a:cubicBezTo>
                      <a:lnTo>
                        <a:pt x="13913" y="2250"/>
                      </a:lnTo>
                      <a:cubicBezTo>
                        <a:pt x="13938" y="1187"/>
                        <a:pt x="13096" y="304"/>
                        <a:pt x="12032" y="279"/>
                      </a:cubicBezTo>
                      <a:lnTo>
                        <a:pt x="12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6844996" y="2208573"/>
                  <a:ext cx="352659" cy="598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" h="12072" extrusionOk="0">
                      <a:moveTo>
                        <a:pt x="3624" y="0"/>
                      </a:moveTo>
                      <a:cubicBezTo>
                        <a:pt x="1758" y="0"/>
                        <a:pt x="225" y="1490"/>
                        <a:pt x="181" y="3365"/>
                      </a:cubicBezTo>
                      <a:lnTo>
                        <a:pt x="25" y="10025"/>
                      </a:lnTo>
                      <a:cubicBezTo>
                        <a:pt x="1" y="11065"/>
                        <a:pt x="825" y="11929"/>
                        <a:pt x="1865" y="11953"/>
                      </a:cubicBezTo>
                      <a:lnTo>
                        <a:pt x="6868" y="12071"/>
                      </a:lnTo>
                      <a:lnTo>
                        <a:pt x="7069" y="3526"/>
                      </a:lnTo>
                      <a:cubicBezTo>
                        <a:pt x="7114" y="1624"/>
                        <a:pt x="5608" y="46"/>
                        <a:pt x="3706" y="1"/>
                      </a:cubicBezTo>
                      <a:cubicBezTo>
                        <a:pt x="3678" y="1"/>
                        <a:pt x="3651" y="0"/>
                        <a:pt x="36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7083580" y="2378898"/>
                  <a:ext cx="40947" cy="41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847" extrusionOk="0">
                      <a:moveTo>
                        <a:pt x="413" y="0"/>
                      </a:moveTo>
                      <a:cubicBezTo>
                        <a:pt x="197" y="0"/>
                        <a:pt x="19" y="180"/>
                        <a:pt x="10" y="408"/>
                      </a:cubicBezTo>
                      <a:cubicBezTo>
                        <a:pt x="1" y="642"/>
                        <a:pt x="173" y="839"/>
                        <a:pt x="396" y="847"/>
                      </a:cubicBezTo>
                      <a:cubicBezTo>
                        <a:pt x="401" y="847"/>
                        <a:pt x="407" y="847"/>
                        <a:pt x="412" y="847"/>
                      </a:cubicBezTo>
                      <a:cubicBezTo>
                        <a:pt x="628" y="847"/>
                        <a:pt x="808" y="668"/>
                        <a:pt x="817" y="440"/>
                      </a:cubicBezTo>
                      <a:cubicBezTo>
                        <a:pt x="826" y="206"/>
                        <a:pt x="653" y="10"/>
                        <a:pt x="429" y="1"/>
                      </a:cubicBezTo>
                      <a:cubicBezTo>
                        <a:pt x="424" y="0"/>
                        <a:pt x="419" y="0"/>
                        <a:pt x="41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6957720" y="2373892"/>
                  <a:ext cx="41046" cy="42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" h="848" extrusionOk="0">
                      <a:moveTo>
                        <a:pt x="414" y="1"/>
                      </a:moveTo>
                      <a:cubicBezTo>
                        <a:pt x="199" y="1"/>
                        <a:pt x="19" y="180"/>
                        <a:pt x="10" y="408"/>
                      </a:cubicBezTo>
                      <a:cubicBezTo>
                        <a:pt x="1" y="642"/>
                        <a:pt x="174" y="839"/>
                        <a:pt x="397" y="847"/>
                      </a:cubicBezTo>
                      <a:cubicBezTo>
                        <a:pt x="403" y="847"/>
                        <a:pt x="408" y="847"/>
                        <a:pt x="413" y="847"/>
                      </a:cubicBezTo>
                      <a:cubicBezTo>
                        <a:pt x="629" y="847"/>
                        <a:pt x="808" y="669"/>
                        <a:pt x="818" y="440"/>
                      </a:cubicBezTo>
                      <a:cubicBezTo>
                        <a:pt x="827" y="207"/>
                        <a:pt x="653" y="10"/>
                        <a:pt x="430" y="1"/>
                      </a:cubicBezTo>
                      <a:cubicBezTo>
                        <a:pt x="425" y="1"/>
                        <a:pt x="420" y="1"/>
                        <a:pt x="41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6791163" y="2525925"/>
                  <a:ext cx="333970" cy="30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7" h="6061" extrusionOk="0">
                      <a:moveTo>
                        <a:pt x="113" y="0"/>
                      </a:moveTo>
                      <a:lnTo>
                        <a:pt x="59" y="2490"/>
                      </a:lnTo>
                      <a:lnTo>
                        <a:pt x="21" y="4214"/>
                      </a:lnTo>
                      <a:cubicBezTo>
                        <a:pt x="1" y="5157"/>
                        <a:pt x="688" y="5940"/>
                        <a:pt x="1553" y="5962"/>
                      </a:cubicBezTo>
                      <a:lnTo>
                        <a:pt x="2112" y="5977"/>
                      </a:lnTo>
                      <a:lnTo>
                        <a:pt x="5397" y="6060"/>
                      </a:lnTo>
                      <a:lnTo>
                        <a:pt x="6636" y="5531"/>
                      </a:lnTo>
                      <a:lnTo>
                        <a:pt x="6718" y="1718"/>
                      </a:lnTo>
                      <a:cubicBezTo>
                        <a:pt x="6736" y="863"/>
                        <a:pt x="6114" y="153"/>
                        <a:pt x="5328" y="133"/>
                      </a:cubicBezTo>
                      <a:lnTo>
                        <a:pt x="11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2" name="Google Shape;92;p15"/>
                <p:cNvSpPr/>
                <p:nvPr/>
              </p:nvSpPr>
              <p:spPr>
                <a:xfrm>
                  <a:off x="7114313" y="2796481"/>
                  <a:ext cx="299814" cy="13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48" h="263" extrusionOk="0">
                      <a:moveTo>
                        <a:pt x="2" y="1"/>
                      </a:moveTo>
                      <a:lnTo>
                        <a:pt x="0" y="122"/>
                      </a:lnTo>
                      <a:lnTo>
                        <a:pt x="6044" y="263"/>
                      </a:lnTo>
                      <a:lnTo>
                        <a:pt x="6048" y="14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3" name="Google Shape;93;p15"/>
                <p:cNvSpPr/>
                <p:nvPr/>
              </p:nvSpPr>
              <p:spPr>
                <a:xfrm>
                  <a:off x="6785363" y="2530584"/>
                  <a:ext cx="333920" cy="30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6" h="6061" extrusionOk="0">
                      <a:moveTo>
                        <a:pt x="112" y="1"/>
                      </a:moveTo>
                      <a:lnTo>
                        <a:pt x="58" y="2490"/>
                      </a:lnTo>
                      <a:lnTo>
                        <a:pt x="21" y="4215"/>
                      </a:lnTo>
                      <a:cubicBezTo>
                        <a:pt x="0" y="5158"/>
                        <a:pt x="686" y="5941"/>
                        <a:pt x="1552" y="5963"/>
                      </a:cubicBezTo>
                      <a:lnTo>
                        <a:pt x="2111" y="5976"/>
                      </a:lnTo>
                      <a:lnTo>
                        <a:pt x="5396" y="6061"/>
                      </a:lnTo>
                      <a:lnTo>
                        <a:pt x="6635" y="5531"/>
                      </a:lnTo>
                      <a:lnTo>
                        <a:pt x="6716" y="1719"/>
                      </a:lnTo>
                      <a:cubicBezTo>
                        <a:pt x="6736" y="864"/>
                        <a:pt x="6113" y="154"/>
                        <a:pt x="5326" y="134"/>
                      </a:cubicBez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6784074" y="2530584"/>
                  <a:ext cx="281076" cy="30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0" h="6061" extrusionOk="0">
                      <a:moveTo>
                        <a:pt x="111" y="1"/>
                      </a:moveTo>
                      <a:lnTo>
                        <a:pt x="58" y="2490"/>
                      </a:lnTo>
                      <a:lnTo>
                        <a:pt x="21" y="4215"/>
                      </a:lnTo>
                      <a:cubicBezTo>
                        <a:pt x="1" y="5158"/>
                        <a:pt x="676" y="5941"/>
                        <a:pt x="1529" y="5963"/>
                      </a:cubicBezTo>
                      <a:lnTo>
                        <a:pt x="2080" y="5976"/>
                      </a:lnTo>
                      <a:lnTo>
                        <a:pt x="5313" y="6061"/>
                      </a:lnTo>
                      <a:lnTo>
                        <a:pt x="5382" y="3299"/>
                      </a:lnTo>
                      <a:cubicBezTo>
                        <a:pt x="5382" y="1093"/>
                        <a:pt x="5670" y="90"/>
                        <a:pt x="3548" y="90"/>
                      </a:cubicBez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sp>
          <p:nvSpPr>
            <p:cNvPr id="95" name="Google Shape;95;p15"/>
            <p:cNvSpPr/>
            <p:nvPr/>
          </p:nvSpPr>
          <p:spPr>
            <a:xfrm>
              <a:off x="7382908" y="2457626"/>
              <a:ext cx="113773" cy="46659"/>
            </a:xfrm>
            <a:custGeom>
              <a:avLst/>
              <a:gdLst/>
              <a:ahLst/>
              <a:cxnLst/>
              <a:rect l="l" t="t" r="r" b="b"/>
              <a:pathLst>
                <a:path w="1880" h="771" extrusionOk="0">
                  <a:moveTo>
                    <a:pt x="1011" y="0"/>
                  </a:moveTo>
                  <a:cubicBezTo>
                    <a:pt x="616" y="0"/>
                    <a:pt x="237" y="195"/>
                    <a:pt x="0" y="525"/>
                  </a:cubicBezTo>
                  <a:lnTo>
                    <a:pt x="1157" y="770"/>
                  </a:lnTo>
                  <a:lnTo>
                    <a:pt x="1451" y="405"/>
                  </a:lnTo>
                  <a:lnTo>
                    <a:pt x="1880" y="130"/>
                  </a:lnTo>
                  <a:lnTo>
                    <a:pt x="1136" y="7"/>
                  </a:lnTo>
                  <a:cubicBezTo>
                    <a:pt x="1094" y="2"/>
                    <a:pt x="1052" y="0"/>
                    <a:pt x="1011" y="0"/>
                  </a:cubicBez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479613" y="2416778"/>
              <a:ext cx="361047" cy="136709"/>
            </a:xfrm>
            <a:custGeom>
              <a:avLst/>
              <a:gdLst/>
              <a:ahLst/>
              <a:cxnLst/>
              <a:rect l="l" t="t" r="r" b="b"/>
              <a:pathLst>
                <a:path w="5966" h="2259" extrusionOk="0">
                  <a:moveTo>
                    <a:pt x="4851" y="0"/>
                  </a:moveTo>
                  <a:cubicBezTo>
                    <a:pt x="4763" y="0"/>
                    <a:pt x="4675" y="11"/>
                    <a:pt x="4586" y="34"/>
                  </a:cubicBezTo>
                  <a:lnTo>
                    <a:pt x="7" y="1173"/>
                  </a:lnTo>
                  <a:lnTo>
                    <a:pt x="1" y="1174"/>
                  </a:lnTo>
                  <a:lnTo>
                    <a:pt x="89" y="1914"/>
                  </a:lnTo>
                  <a:cubicBezTo>
                    <a:pt x="89" y="1914"/>
                    <a:pt x="1452" y="2259"/>
                    <a:pt x="3406" y="2259"/>
                  </a:cubicBezTo>
                  <a:cubicBezTo>
                    <a:pt x="3893" y="2259"/>
                    <a:pt x="4418" y="2238"/>
                    <a:pt x="4966" y="2184"/>
                  </a:cubicBezTo>
                  <a:cubicBezTo>
                    <a:pt x="5383" y="2143"/>
                    <a:pt x="5715" y="1871"/>
                    <a:pt x="5863" y="1512"/>
                  </a:cubicBezTo>
                  <a:cubicBezTo>
                    <a:pt x="5940" y="1322"/>
                    <a:pt x="5966" y="1108"/>
                    <a:pt x="5924" y="891"/>
                  </a:cubicBezTo>
                  <a:cubicBezTo>
                    <a:pt x="5832" y="402"/>
                    <a:pt x="5428" y="54"/>
                    <a:pt x="4961" y="6"/>
                  </a:cubicBezTo>
                  <a:cubicBezTo>
                    <a:pt x="4924" y="2"/>
                    <a:pt x="4888" y="0"/>
                    <a:pt x="4851" y="0"/>
                  </a:cubicBezTo>
                  <a:close/>
                </a:path>
              </a:pathLst>
            </a:custGeom>
            <a:solidFill>
              <a:srgbClr val="8E51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434165" y="2454903"/>
              <a:ext cx="125090" cy="61788"/>
            </a:xfrm>
            <a:custGeom>
              <a:avLst/>
              <a:gdLst/>
              <a:ahLst/>
              <a:cxnLst/>
              <a:rect l="l" t="t" r="r" b="b"/>
              <a:pathLst>
                <a:path w="2067" h="1021" extrusionOk="0">
                  <a:moveTo>
                    <a:pt x="925" y="0"/>
                  </a:moveTo>
                  <a:cubicBezTo>
                    <a:pt x="799" y="0"/>
                    <a:pt x="671" y="16"/>
                    <a:pt x="546" y="47"/>
                  </a:cubicBezTo>
                  <a:lnTo>
                    <a:pt x="381" y="101"/>
                  </a:lnTo>
                  <a:cubicBezTo>
                    <a:pt x="243" y="145"/>
                    <a:pt x="135" y="255"/>
                    <a:pt x="93" y="394"/>
                  </a:cubicBezTo>
                  <a:lnTo>
                    <a:pt x="0" y="698"/>
                  </a:lnTo>
                  <a:lnTo>
                    <a:pt x="0" y="698"/>
                  </a:lnTo>
                  <a:lnTo>
                    <a:pt x="204" y="610"/>
                  </a:lnTo>
                  <a:lnTo>
                    <a:pt x="630" y="1020"/>
                  </a:lnTo>
                  <a:lnTo>
                    <a:pt x="2066" y="498"/>
                  </a:lnTo>
                  <a:cubicBezTo>
                    <a:pt x="1767" y="176"/>
                    <a:pt x="1352" y="0"/>
                    <a:pt x="925" y="0"/>
                  </a:cubicBezTo>
                  <a:close/>
                </a:path>
              </a:pathLst>
            </a:custGeom>
            <a:solidFill>
              <a:srgbClr val="8E51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98" name="Google Shape;98;p15"/>
            <p:cNvGrpSpPr/>
            <p:nvPr/>
          </p:nvGrpSpPr>
          <p:grpSpPr>
            <a:xfrm>
              <a:off x="6727087" y="1670074"/>
              <a:ext cx="765062" cy="2187889"/>
              <a:chOff x="6885325" y="1449825"/>
              <a:chExt cx="316050" cy="903825"/>
            </a:xfrm>
          </p:grpSpPr>
          <p:sp>
            <p:nvSpPr>
              <p:cNvPr id="99" name="Google Shape;99;p15"/>
              <p:cNvSpPr/>
              <p:nvPr/>
            </p:nvSpPr>
            <p:spPr>
              <a:xfrm>
                <a:off x="6910600" y="2085150"/>
                <a:ext cx="70450" cy="2654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10619" extrusionOk="0">
                    <a:moveTo>
                      <a:pt x="1633" y="0"/>
                    </a:moveTo>
                    <a:lnTo>
                      <a:pt x="1" y="10618"/>
                    </a:lnTo>
                    <a:lnTo>
                      <a:pt x="593" y="10618"/>
                    </a:lnTo>
                    <a:lnTo>
                      <a:pt x="28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6982700" y="1624575"/>
                <a:ext cx="93125" cy="188725"/>
              </a:xfrm>
              <a:custGeom>
                <a:avLst/>
                <a:gdLst/>
                <a:ahLst/>
                <a:cxnLst/>
                <a:rect l="l" t="t" r="r" b="b"/>
                <a:pathLst>
                  <a:path w="3725" h="7549" extrusionOk="0">
                    <a:moveTo>
                      <a:pt x="2170" y="0"/>
                    </a:moveTo>
                    <a:cubicBezTo>
                      <a:pt x="1532" y="0"/>
                      <a:pt x="958" y="392"/>
                      <a:pt x="768" y="1000"/>
                    </a:cubicBezTo>
                    <a:cubicBezTo>
                      <a:pt x="0" y="3466"/>
                      <a:pt x="388" y="4136"/>
                      <a:pt x="972" y="6500"/>
                    </a:cubicBezTo>
                    <a:cubicBezTo>
                      <a:pt x="1092" y="6985"/>
                      <a:pt x="1479" y="7371"/>
                      <a:pt x="1978" y="7501"/>
                    </a:cubicBezTo>
                    <a:cubicBezTo>
                      <a:pt x="2100" y="7533"/>
                      <a:pt x="2221" y="7548"/>
                      <a:pt x="2339" y="7548"/>
                    </a:cubicBezTo>
                    <a:cubicBezTo>
                      <a:pt x="3078" y="7548"/>
                      <a:pt x="3697" y="6960"/>
                      <a:pt x="3652" y="6203"/>
                    </a:cubicBezTo>
                    <a:lnTo>
                      <a:pt x="3724" y="1422"/>
                    </a:lnTo>
                    <a:cubicBezTo>
                      <a:pt x="3704" y="1081"/>
                      <a:pt x="3563" y="767"/>
                      <a:pt x="3338" y="519"/>
                    </a:cubicBezTo>
                    <a:cubicBezTo>
                      <a:pt x="3131" y="290"/>
                      <a:pt x="2855" y="120"/>
                      <a:pt x="2534" y="43"/>
                    </a:cubicBezTo>
                    <a:cubicBezTo>
                      <a:pt x="2412" y="14"/>
                      <a:pt x="2290" y="0"/>
                      <a:pt x="2170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7001200" y="1786050"/>
                <a:ext cx="140650" cy="122800"/>
              </a:xfrm>
              <a:custGeom>
                <a:avLst/>
                <a:gdLst/>
                <a:ahLst/>
                <a:cxnLst/>
                <a:rect l="l" t="t" r="r" b="b"/>
                <a:pathLst>
                  <a:path w="5626" h="4912" extrusionOk="0">
                    <a:moveTo>
                      <a:pt x="2157" y="1"/>
                    </a:moveTo>
                    <a:lnTo>
                      <a:pt x="1" y="1800"/>
                    </a:lnTo>
                    <a:cubicBezTo>
                      <a:pt x="1871" y="3493"/>
                      <a:pt x="4863" y="4912"/>
                      <a:pt x="4863" y="4912"/>
                    </a:cubicBezTo>
                    <a:lnTo>
                      <a:pt x="5625" y="4133"/>
                    </a:lnTo>
                    <a:lnTo>
                      <a:pt x="2157" y="1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7143100" y="1882775"/>
                <a:ext cx="54275" cy="29525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181" extrusionOk="0">
                    <a:moveTo>
                      <a:pt x="1" y="0"/>
                    </a:moveTo>
                    <a:lnTo>
                      <a:pt x="1853" y="1165"/>
                    </a:lnTo>
                    <a:cubicBezTo>
                      <a:pt x="1877" y="1175"/>
                      <a:pt x="1903" y="1181"/>
                      <a:pt x="1930" y="1181"/>
                    </a:cubicBezTo>
                    <a:cubicBezTo>
                      <a:pt x="1947" y="1181"/>
                      <a:pt x="1965" y="1178"/>
                      <a:pt x="1983" y="1173"/>
                    </a:cubicBezTo>
                    <a:cubicBezTo>
                      <a:pt x="2124" y="1132"/>
                      <a:pt x="2170" y="957"/>
                      <a:pt x="2070" y="852"/>
                    </a:cubicBezTo>
                    <a:lnTo>
                      <a:pt x="1488" y="243"/>
                    </a:lnTo>
                    <a:cubicBezTo>
                      <a:pt x="1377" y="126"/>
                      <a:pt x="1225" y="58"/>
                      <a:pt x="1064" y="5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7104300" y="1878175"/>
                <a:ext cx="7357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055" extrusionOk="0">
                    <a:moveTo>
                      <a:pt x="1108" y="0"/>
                    </a:moveTo>
                    <a:lnTo>
                      <a:pt x="0" y="839"/>
                    </a:lnTo>
                    <a:lnTo>
                      <a:pt x="1009" y="2055"/>
                    </a:lnTo>
                    <a:lnTo>
                      <a:pt x="2943" y="759"/>
                    </a:lnTo>
                    <a:lnTo>
                      <a:pt x="1108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7153575" y="1897150"/>
                <a:ext cx="43200" cy="32300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292" extrusionOk="0">
                    <a:moveTo>
                      <a:pt x="972" y="0"/>
                    </a:moveTo>
                    <a:lnTo>
                      <a:pt x="0" y="509"/>
                    </a:lnTo>
                    <a:lnTo>
                      <a:pt x="862" y="715"/>
                    </a:lnTo>
                    <a:lnTo>
                      <a:pt x="1348" y="1236"/>
                    </a:lnTo>
                    <a:cubicBezTo>
                      <a:pt x="1382" y="1270"/>
                      <a:pt x="1429" y="1290"/>
                      <a:pt x="1478" y="1291"/>
                    </a:cubicBezTo>
                    <a:cubicBezTo>
                      <a:pt x="1480" y="1291"/>
                      <a:pt x="1482" y="1291"/>
                      <a:pt x="1484" y="1291"/>
                    </a:cubicBezTo>
                    <a:cubicBezTo>
                      <a:pt x="1637" y="1291"/>
                      <a:pt x="1727" y="1118"/>
                      <a:pt x="1641" y="992"/>
                    </a:cubicBez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7151650" y="1904575"/>
                <a:ext cx="32050" cy="2457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83" extrusionOk="0">
                    <a:moveTo>
                      <a:pt x="519" y="1"/>
                    </a:moveTo>
                    <a:lnTo>
                      <a:pt x="0" y="410"/>
                    </a:lnTo>
                    <a:lnTo>
                      <a:pt x="820" y="939"/>
                    </a:lnTo>
                    <a:cubicBezTo>
                      <a:pt x="866" y="969"/>
                      <a:pt x="918" y="983"/>
                      <a:pt x="970" y="983"/>
                    </a:cubicBezTo>
                    <a:cubicBezTo>
                      <a:pt x="1045" y="983"/>
                      <a:pt x="1119" y="953"/>
                      <a:pt x="1173" y="895"/>
                    </a:cubicBezTo>
                    <a:cubicBezTo>
                      <a:pt x="1282" y="776"/>
                      <a:pt x="1267" y="589"/>
                      <a:pt x="1141" y="490"/>
                    </a:cubicBezTo>
                    <a:lnTo>
                      <a:pt x="519" y="1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7140350" y="1912250"/>
                <a:ext cx="32075" cy="24575"/>
              </a:xfrm>
              <a:custGeom>
                <a:avLst/>
                <a:gdLst/>
                <a:ahLst/>
                <a:cxnLst/>
                <a:rect l="l" t="t" r="r" b="b"/>
                <a:pathLst>
                  <a:path w="1283" h="983" extrusionOk="0">
                    <a:moveTo>
                      <a:pt x="520" y="0"/>
                    </a:moveTo>
                    <a:lnTo>
                      <a:pt x="1" y="410"/>
                    </a:lnTo>
                    <a:lnTo>
                      <a:pt x="821" y="939"/>
                    </a:lnTo>
                    <a:cubicBezTo>
                      <a:pt x="867" y="968"/>
                      <a:pt x="919" y="983"/>
                      <a:pt x="970" y="983"/>
                    </a:cubicBezTo>
                    <a:cubicBezTo>
                      <a:pt x="1045" y="983"/>
                      <a:pt x="1120" y="952"/>
                      <a:pt x="1174" y="894"/>
                    </a:cubicBezTo>
                    <a:cubicBezTo>
                      <a:pt x="1282" y="776"/>
                      <a:pt x="1269" y="590"/>
                      <a:pt x="1142" y="490"/>
                    </a:cubicBezTo>
                    <a:lnTo>
                      <a:pt x="520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7129500" y="1919300"/>
                <a:ext cx="32050" cy="24600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84" extrusionOk="0">
                    <a:moveTo>
                      <a:pt x="520" y="0"/>
                    </a:moveTo>
                    <a:lnTo>
                      <a:pt x="1" y="410"/>
                    </a:lnTo>
                    <a:lnTo>
                      <a:pt x="820" y="939"/>
                    </a:lnTo>
                    <a:cubicBezTo>
                      <a:pt x="866" y="969"/>
                      <a:pt x="918" y="983"/>
                      <a:pt x="969" y="983"/>
                    </a:cubicBezTo>
                    <a:cubicBezTo>
                      <a:pt x="1044" y="983"/>
                      <a:pt x="1118" y="953"/>
                      <a:pt x="1172" y="894"/>
                    </a:cubicBezTo>
                    <a:cubicBezTo>
                      <a:pt x="1282" y="777"/>
                      <a:pt x="1267" y="590"/>
                      <a:pt x="1140" y="490"/>
                    </a:cubicBezTo>
                    <a:lnTo>
                      <a:pt x="520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7042625" y="2216550"/>
                <a:ext cx="63125" cy="88725"/>
              </a:xfrm>
              <a:custGeom>
                <a:avLst/>
                <a:gdLst/>
                <a:ahLst/>
                <a:cxnLst/>
                <a:rect l="l" t="t" r="r" b="b"/>
                <a:pathLst>
                  <a:path w="2525" h="3549" extrusionOk="0">
                    <a:moveTo>
                      <a:pt x="2298" y="1"/>
                    </a:moveTo>
                    <a:lnTo>
                      <a:pt x="0" y="51"/>
                    </a:lnTo>
                    <a:lnTo>
                      <a:pt x="241" y="3549"/>
                    </a:lnTo>
                    <a:lnTo>
                      <a:pt x="2524" y="3292"/>
                    </a:lnTo>
                    <a:lnTo>
                      <a:pt x="229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7040900" y="2277775"/>
                <a:ext cx="160475" cy="75850"/>
              </a:xfrm>
              <a:custGeom>
                <a:avLst/>
                <a:gdLst/>
                <a:ahLst/>
                <a:cxnLst/>
                <a:rect l="l" t="t" r="r" b="b"/>
                <a:pathLst>
                  <a:path w="6419" h="3034" extrusionOk="0">
                    <a:moveTo>
                      <a:pt x="2013" y="0"/>
                    </a:moveTo>
                    <a:cubicBezTo>
                      <a:pt x="1802" y="0"/>
                      <a:pt x="1597" y="63"/>
                      <a:pt x="1427" y="182"/>
                    </a:cubicBezTo>
                    <a:cubicBezTo>
                      <a:pt x="1254" y="302"/>
                      <a:pt x="1049" y="365"/>
                      <a:pt x="841" y="365"/>
                    </a:cubicBezTo>
                    <a:cubicBezTo>
                      <a:pt x="723" y="365"/>
                      <a:pt x="604" y="345"/>
                      <a:pt x="490" y="303"/>
                    </a:cubicBezTo>
                    <a:lnTo>
                      <a:pt x="374" y="261"/>
                    </a:lnTo>
                    <a:cubicBezTo>
                      <a:pt x="343" y="249"/>
                      <a:pt x="310" y="244"/>
                      <a:pt x="277" y="244"/>
                    </a:cubicBezTo>
                    <a:cubicBezTo>
                      <a:pt x="222" y="244"/>
                      <a:pt x="167" y="260"/>
                      <a:pt x="120" y="292"/>
                    </a:cubicBezTo>
                    <a:cubicBezTo>
                      <a:pt x="44" y="340"/>
                      <a:pt x="1" y="422"/>
                      <a:pt x="1" y="507"/>
                    </a:cubicBezTo>
                    <a:cubicBezTo>
                      <a:pt x="1" y="530"/>
                      <a:pt x="4" y="554"/>
                      <a:pt x="11" y="576"/>
                    </a:cubicBezTo>
                    <a:cubicBezTo>
                      <a:pt x="322" y="1656"/>
                      <a:pt x="13" y="1875"/>
                      <a:pt x="68" y="2610"/>
                    </a:cubicBezTo>
                    <a:cubicBezTo>
                      <a:pt x="77" y="2734"/>
                      <a:pt x="98" y="2873"/>
                      <a:pt x="132" y="3033"/>
                    </a:cubicBezTo>
                    <a:lnTo>
                      <a:pt x="6418" y="3033"/>
                    </a:lnTo>
                    <a:cubicBezTo>
                      <a:pt x="6418" y="2878"/>
                      <a:pt x="6402" y="2737"/>
                      <a:pt x="6372" y="2610"/>
                    </a:cubicBezTo>
                    <a:cubicBezTo>
                      <a:pt x="6056" y="1287"/>
                      <a:pt x="4211" y="1385"/>
                      <a:pt x="3132" y="300"/>
                    </a:cubicBezTo>
                    <a:cubicBezTo>
                      <a:pt x="2944" y="109"/>
                      <a:pt x="2684" y="0"/>
                      <a:pt x="24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7044600" y="2310600"/>
                <a:ext cx="4297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1719" h="1509" fill="none" extrusionOk="0">
                    <a:moveTo>
                      <a:pt x="0" y="1"/>
                    </a:moveTo>
                    <a:cubicBezTo>
                      <a:pt x="1214" y="1"/>
                      <a:pt x="1718" y="1509"/>
                      <a:pt x="1718" y="1509"/>
                    </a:cubicBezTo>
                  </a:path>
                </a:pathLst>
              </a:custGeom>
              <a:noFill/>
              <a:ln w="475" cap="flat" cmpd="sng">
                <a:solidFill>
                  <a:srgbClr val="4C4C4B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7042600" y="2343025"/>
                <a:ext cx="158775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6351" h="424" extrusionOk="0">
                    <a:moveTo>
                      <a:pt x="0" y="0"/>
                    </a:moveTo>
                    <a:cubicBezTo>
                      <a:pt x="9" y="124"/>
                      <a:pt x="30" y="263"/>
                      <a:pt x="64" y="423"/>
                    </a:cubicBezTo>
                    <a:lnTo>
                      <a:pt x="6350" y="423"/>
                    </a:lnTo>
                    <a:cubicBezTo>
                      <a:pt x="6350" y="268"/>
                      <a:pt x="6334" y="127"/>
                      <a:pt x="6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6892725" y="2223400"/>
                <a:ext cx="72100" cy="93350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3734" extrusionOk="0">
                    <a:moveTo>
                      <a:pt x="586" y="1"/>
                    </a:moveTo>
                    <a:lnTo>
                      <a:pt x="0" y="3733"/>
                    </a:lnTo>
                    <a:lnTo>
                      <a:pt x="2250" y="3095"/>
                    </a:lnTo>
                    <a:lnTo>
                      <a:pt x="2883" y="12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6885325" y="2284925"/>
                <a:ext cx="119825" cy="68725"/>
              </a:xfrm>
              <a:custGeom>
                <a:avLst/>
                <a:gdLst/>
                <a:ahLst/>
                <a:cxnLst/>
                <a:rect l="l" t="t" r="r" b="b"/>
                <a:pathLst>
                  <a:path w="4793" h="2749" extrusionOk="0">
                    <a:moveTo>
                      <a:pt x="899" y="0"/>
                    </a:moveTo>
                    <a:cubicBezTo>
                      <a:pt x="45" y="1199"/>
                      <a:pt x="0" y="2748"/>
                      <a:pt x="457" y="2748"/>
                    </a:cubicBezTo>
                    <a:lnTo>
                      <a:pt x="4213" y="2748"/>
                    </a:lnTo>
                    <a:cubicBezTo>
                      <a:pt x="4793" y="2748"/>
                      <a:pt x="4663" y="2127"/>
                      <a:pt x="4119" y="2127"/>
                    </a:cubicBezTo>
                    <a:cubicBezTo>
                      <a:pt x="4020" y="2127"/>
                      <a:pt x="3908" y="2147"/>
                      <a:pt x="3784" y="2195"/>
                    </a:cubicBezTo>
                    <a:cubicBezTo>
                      <a:pt x="2871" y="1062"/>
                      <a:pt x="2775" y="0"/>
                      <a:pt x="2775" y="0"/>
                    </a:cubicBezTo>
                    <a:close/>
                  </a:path>
                </a:pathLst>
              </a:custGeom>
              <a:solidFill>
                <a:srgbClr val="C06C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6885350" y="2275700"/>
                <a:ext cx="118300" cy="77925"/>
              </a:xfrm>
              <a:custGeom>
                <a:avLst/>
                <a:gdLst/>
                <a:ahLst/>
                <a:cxnLst/>
                <a:rect l="l" t="t" r="r" b="b"/>
                <a:pathLst>
                  <a:path w="4732" h="3117" extrusionOk="0">
                    <a:moveTo>
                      <a:pt x="1771" y="1"/>
                    </a:moveTo>
                    <a:cubicBezTo>
                      <a:pt x="1493" y="1"/>
                      <a:pt x="1229" y="80"/>
                      <a:pt x="1009" y="219"/>
                    </a:cubicBezTo>
                    <a:cubicBezTo>
                      <a:pt x="786" y="358"/>
                      <a:pt x="604" y="558"/>
                      <a:pt x="493" y="799"/>
                    </a:cubicBezTo>
                    <a:cubicBezTo>
                      <a:pt x="275" y="1276"/>
                      <a:pt x="51" y="1941"/>
                      <a:pt x="9" y="2733"/>
                    </a:cubicBezTo>
                    <a:cubicBezTo>
                      <a:pt x="1" y="2858"/>
                      <a:pt x="0" y="2985"/>
                      <a:pt x="3" y="3116"/>
                    </a:cubicBezTo>
                    <a:lnTo>
                      <a:pt x="4732" y="3116"/>
                    </a:lnTo>
                    <a:cubicBezTo>
                      <a:pt x="4732" y="2969"/>
                      <a:pt x="4711" y="2843"/>
                      <a:pt x="4670" y="2733"/>
                    </a:cubicBezTo>
                    <a:cubicBezTo>
                      <a:pt x="4426" y="2022"/>
                      <a:pt x="3485" y="1944"/>
                      <a:pt x="3080" y="878"/>
                    </a:cubicBezTo>
                    <a:cubicBezTo>
                      <a:pt x="2882" y="352"/>
                      <a:pt x="2359" y="1"/>
                      <a:pt x="17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6892725" y="2308000"/>
                <a:ext cx="18800" cy="4082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1633" fill="none" extrusionOk="0">
                    <a:moveTo>
                      <a:pt x="0" y="1"/>
                    </a:moveTo>
                    <a:cubicBezTo>
                      <a:pt x="751" y="587"/>
                      <a:pt x="562" y="1632"/>
                      <a:pt x="562" y="1632"/>
                    </a:cubicBezTo>
                  </a:path>
                </a:pathLst>
              </a:custGeom>
              <a:noFill/>
              <a:ln w="475" cap="flat" cmpd="sng">
                <a:solidFill>
                  <a:srgbClr val="4C4C4B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6885350" y="2344025"/>
                <a:ext cx="11830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4732" h="384" extrusionOk="0">
                    <a:moveTo>
                      <a:pt x="9" y="0"/>
                    </a:moveTo>
                    <a:cubicBezTo>
                      <a:pt x="1" y="125"/>
                      <a:pt x="0" y="252"/>
                      <a:pt x="3" y="383"/>
                    </a:cubicBezTo>
                    <a:lnTo>
                      <a:pt x="4732" y="383"/>
                    </a:lnTo>
                    <a:cubicBezTo>
                      <a:pt x="4732" y="236"/>
                      <a:pt x="4711" y="110"/>
                      <a:pt x="4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6912125" y="1801925"/>
                <a:ext cx="158600" cy="101575"/>
              </a:xfrm>
              <a:custGeom>
                <a:avLst/>
                <a:gdLst/>
                <a:ahLst/>
                <a:cxnLst/>
                <a:rect l="l" t="t" r="r" b="b"/>
                <a:pathLst>
                  <a:path w="6344" h="4063" extrusionOk="0">
                    <a:moveTo>
                      <a:pt x="1291" y="0"/>
                    </a:moveTo>
                    <a:cubicBezTo>
                      <a:pt x="795" y="467"/>
                      <a:pt x="496" y="1134"/>
                      <a:pt x="315" y="1793"/>
                    </a:cubicBezTo>
                    <a:cubicBezTo>
                      <a:pt x="1" y="2939"/>
                      <a:pt x="46" y="4062"/>
                      <a:pt x="46" y="4062"/>
                    </a:cubicBezTo>
                    <a:lnTo>
                      <a:pt x="6344" y="4062"/>
                    </a:lnTo>
                    <a:cubicBezTo>
                      <a:pt x="6269" y="3462"/>
                      <a:pt x="6155" y="2928"/>
                      <a:pt x="6024" y="2465"/>
                    </a:cubicBezTo>
                    <a:cubicBezTo>
                      <a:pt x="5614" y="990"/>
                      <a:pt x="5040" y="213"/>
                      <a:pt x="5040" y="213"/>
                    </a:cubicBezTo>
                    <a:lnTo>
                      <a:pt x="12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6963500" y="1851275"/>
                <a:ext cx="153975" cy="418275"/>
              </a:xfrm>
              <a:custGeom>
                <a:avLst/>
                <a:gdLst/>
                <a:ahLst/>
                <a:cxnLst/>
                <a:rect l="l" t="t" r="r" b="b"/>
                <a:pathLst>
                  <a:path w="6159" h="16731" extrusionOk="0">
                    <a:moveTo>
                      <a:pt x="1" y="1"/>
                    </a:moveTo>
                    <a:lnTo>
                      <a:pt x="1108" y="3240"/>
                    </a:lnTo>
                    <a:lnTo>
                      <a:pt x="2638" y="7726"/>
                    </a:lnTo>
                    <a:lnTo>
                      <a:pt x="3065" y="16722"/>
                    </a:lnTo>
                    <a:lnTo>
                      <a:pt x="4010" y="16724"/>
                    </a:lnTo>
                    <a:lnTo>
                      <a:pt x="6158" y="16731"/>
                    </a:lnTo>
                    <a:lnTo>
                      <a:pt x="5772" y="7316"/>
                    </a:lnTo>
                    <a:lnTo>
                      <a:pt x="38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6991175" y="1888750"/>
                <a:ext cx="72600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15226" extrusionOk="0">
                    <a:moveTo>
                      <a:pt x="411" y="0"/>
                    </a:moveTo>
                    <a:lnTo>
                      <a:pt x="1" y="1741"/>
                    </a:lnTo>
                    <a:lnTo>
                      <a:pt x="1531" y="6227"/>
                    </a:lnTo>
                    <a:lnTo>
                      <a:pt x="1958" y="15223"/>
                    </a:lnTo>
                    <a:lnTo>
                      <a:pt x="2903" y="15225"/>
                    </a:lnTo>
                    <a:lnTo>
                      <a:pt x="2554" y="6123"/>
                    </a:lnTo>
                    <a:lnTo>
                      <a:pt x="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7001425" y="1888750"/>
                <a:ext cx="62350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15226" fill="none" extrusionOk="0">
                    <a:moveTo>
                      <a:pt x="2493" y="15225"/>
                    </a:moveTo>
                    <a:lnTo>
                      <a:pt x="2144" y="6123"/>
                    </a:lnTo>
                    <a:lnTo>
                      <a:pt x="1" y="0"/>
                    </a:lnTo>
                  </a:path>
                </a:pathLst>
              </a:custGeom>
              <a:noFill/>
              <a:ln w="950" cap="flat" cmpd="sng">
                <a:solidFill>
                  <a:srgbClr val="2D2D2F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7039475" y="2254000"/>
                <a:ext cx="77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098" h="1" fill="none" extrusionOk="0">
                    <a:moveTo>
                      <a:pt x="1" y="0"/>
                    </a:moveTo>
                    <a:lnTo>
                      <a:pt x="3097" y="0"/>
                    </a:lnTo>
                  </a:path>
                </a:pathLst>
              </a:custGeom>
              <a:noFill/>
              <a:ln w="950" cap="flat" cmpd="sng">
                <a:solidFill>
                  <a:schemeClr val="dk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6891725" y="1875125"/>
                <a:ext cx="120675" cy="393325"/>
              </a:xfrm>
              <a:custGeom>
                <a:avLst/>
                <a:gdLst/>
                <a:ahLst/>
                <a:cxnLst/>
                <a:rect l="l" t="t" r="r" b="b"/>
                <a:pathLst>
                  <a:path w="4827" h="15733" extrusionOk="0">
                    <a:moveTo>
                      <a:pt x="4827" y="0"/>
                    </a:moveTo>
                    <a:lnTo>
                      <a:pt x="863" y="1133"/>
                    </a:lnTo>
                    <a:lnTo>
                      <a:pt x="1078" y="7131"/>
                    </a:lnTo>
                    <a:lnTo>
                      <a:pt x="0" y="15732"/>
                    </a:lnTo>
                    <a:lnTo>
                      <a:pt x="2793" y="15732"/>
                    </a:lnTo>
                    <a:lnTo>
                      <a:pt x="4220" y="6712"/>
                    </a:lnTo>
                    <a:lnTo>
                      <a:pt x="48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6994775" y="1820175"/>
                <a:ext cx="22100" cy="53825"/>
              </a:xfrm>
              <a:custGeom>
                <a:avLst/>
                <a:gdLst/>
                <a:ahLst/>
                <a:cxnLst/>
                <a:rect l="l" t="t" r="r" b="b"/>
                <a:pathLst>
                  <a:path w="884" h="2153" fill="none" extrusionOk="0">
                    <a:moveTo>
                      <a:pt x="883" y="1"/>
                    </a:moveTo>
                    <a:lnTo>
                      <a:pt x="660" y="2152"/>
                    </a:lnTo>
                    <a:cubicBezTo>
                      <a:pt x="660" y="2152"/>
                      <a:pt x="1" y="1804"/>
                      <a:pt x="186" y="1077"/>
                    </a:cubicBezTo>
                  </a:path>
                </a:pathLst>
              </a:custGeom>
              <a:noFill/>
              <a:ln w="950" cap="flat" cmpd="sng">
                <a:solidFill>
                  <a:schemeClr val="dk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6912175" y="1872550"/>
                <a:ext cx="28725" cy="395900"/>
              </a:xfrm>
              <a:custGeom>
                <a:avLst/>
                <a:gdLst/>
                <a:ahLst/>
                <a:cxnLst/>
                <a:rect l="l" t="t" r="r" b="b"/>
                <a:pathLst>
                  <a:path w="1149" h="15836" fill="none" extrusionOk="0">
                    <a:moveTo>
                      <a:pt x="1" y="15835"/>
                    </a:moveTo>
                    <a:lnTo>
                      <a:pt x="1149" y="7246"/>
                    </a:lnTo>
                    <a:cubicBezTo>
                      <a:pt x="1149" y="7246"/>
                      <a:pt x="487" y="2661"/>
                      <a:pt x="929" y="0"/>
                    </a:cubicBezTo>
                  </a:path>
                </a:pathLst>
              </a:custGeom>
              <a:noFill/>
              <a:ln w="950" cap="flat" cmpd="sng">
                <a:solidFill>
                  <a:schemeClr val="dk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6893350" y="2254625"/>
                <a:ext cx="70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1" fill="none" extrusionOk="0">
                    <a:moveTo>
                      <a:pt x="0" y="0"/>
                    </a:moveTo>
                    <a:lnTo>
                      <a:pt x="2812" y="0"/>
                    </a:lnTo>
                  </a:path>
                </a:pathLst>
              </a:custGeom>
              <a:noFill/>
              <a:ln w="950" cap="flat" cmpd="sng">
                <a:solidFill>
                  <a:schemeClr val="dk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6915050" y="1831475"/>
                <a:ext cx="64000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2560" h="2220" fill="none" extrusionOk="0">
                    <a:moveTo>
                      <a:pt x="0" y="1619"/>
                    </a:moveTo>
                    <a:cubicBezTo>
                      <a:pt x="0" y="1619"/>
                      <a:pt x="1884" y="2219"/>
                      <a:pt x="2560" y="0"/>
                    </a:cubicBezTo>
                  </a:path>
                </a:pathLst>
              </a:custGeom>
              <a:noFill/>
              <a:ln w="950" cap="flat" cmpd="sng">
                <a:solidFill>
                  <a:schemeClr val="dk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6935200" y="1817475"/>
                <a:ext cx="109225" cy="4875"/>
              </a:xfrm>
              <a:custGeom>
                <a:avLst/>
                <a:gdLst/>
                <a:ahLst/>
                <a:cxnLst/>
                <a:rect l="l" t="t" r="r" b="b"/>
                <a:pathLst>
                  <a:path w="4369" h="195" fill="none" extrusionOk="0">
                    <a:moveTo>
                      <a:pt x="4368" y="195"/>
                    </a:moveTo>
                    <a:lnTo>
                      <a:pt x="0" y="0"/>
                    </a:lnTo>
                  </a:path>
                </a:pathLst>
              </a:custGeom>
              <a:noFill/>
              <a:ln w="950" cap="flat" cmpd="sng">
                <a:solidFill>
                  <a:srgbClr val="2D2D2F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6919975" y="1801925"/>
                <a:ext cx="142750" cy="63075"/>
              </a:xfrm>
              <a:custGeom>
                <a:avLst/>
                <a:gdLst/>
                <a:ahLst/>
                <a:cxnLst/>
                <a:rect l="l" t="t" r="r" b="b"/>
                <a:pathLst>
                  <a:path w="5710" h="2523" extrusionOk="0">
                    <a:moveTo>
                      <a:pt x="977" y="0"/>
                    </a:moveTo>
                    <a:cubicBezTo>
                      <a:pt x="481" y="467"/>
                      <a:pt x="182" y="1134"/>
                      <a:pt x="1" y="1793"/>
                    </a:cubicBezTo>
                    <a:lnTo>
                      <a:pt x="4567" y="1660"/>
                    </a:lnTo>
                    <a:cubicBezTo>
                      <a:pt x="4567" y="1660"/>
                      <a:pt x="4693" y="2522"/>
                      <a:pt x="5381" y="2522"/>
                    </a:cubicBezTo>
                    <a:cubicBezTo>
                      <a:pt x="5479" y="2522"/>
                      <a:pt x="5588" y="2505"/>
                      <a:pt x="5710" y="2465"/>
                    </a:cubicBezTo>
                    <a:cubicBezTo>
                      <a:pt x="5300" y="990"/>
                      <a:pt x="4726" y="213"/>
                      <a:pt x="4726" y="213"/>
                    </a:cubicBezTo>
                    <a:lnTo>
                      <a:pt x="9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6908900" y="1595550"/>
                <a:ext cx="159225" cy="242700"/>
              </a:xfrm>
              <a:custGeom>
                <a:avLst/>
                <a:gdLst/>
                <a:ahLst/>
                <a:cxnLst/>
                <a:rect l="l" t="t" r="r" b="b"/>
                <a:pathLst>
                  <a:path w="6369" h="9708" extrusionOk="0">
                    <a:moveTo>
                      <a:pt x="3081" y="0"/>
                    </a:moveTo>
                    <a:cubicBezTo>
                      <a:pt x="2654" y="0"/>
                      <a:pt x="868" y="443"/>
                      <a:pt x="267" y="2841"/>
                    </a:cubicBezTo>
                    <a:cubicBezTo>
                      <a:pt x="0" y="3911"/>
                      <a:pt x="194" y="4965"/>
                      <a:pt x="235" y="5937"/>
                    </a:cubicBezTo>
                    <a:cubicBezTo>
                      <a:pt x="330" y="8117"/>
                      <a:pt x="293" y="9605"/>
                      <a:pt x="293" y="9605"/>
                    </a:cubicBezTo>
                    <a:lnTo>
                      <a:pt x="6256" y="9707"/>
                    </a:lnTo>
                    <a:lnTo>
                      <a:pt x="5448" y="6270"/>
                    </a:lnTo>
                    <a:lnTo>
                      <a:pt x="5446" y="6262"/>
                    </a:lnTo>
                    <a:lnTo>
                      <a:pt x="5437" y="6226"/>
                    </a:lnTo>
                    <a:cubicBezTo>
                      <a:pt x="5980" y="5764"/>
                      <a:pt x="6239" y="5237"/>
                      <a:pt x="6329" y="4707"/>
                    </a:cubicBezTo>
                    <a:cubicBezTo>
                      <a:pt x="6344" y="4618"/>
                      <a:pt x="6354" y="4526"/>
                      <a:pt x="6358" y="4437"/>
                    </a:cubicBezTo>
                    <a:cubicBezTo>
                      <a:pt x="6366" y="4375"/>
                      <a:pt x="6368" y="4314"/>
                      <a:pt x="6368" y="4255"/>
                    </a:cubicBezTo>
                    <a:cubicBezTo>
                      <a:pt x="6369" y="4046"/>
                      <a:pt x="6348" y="3840"/>
                      <a:pt x="6316" y="3640"/>
                    </a:cubicBezTo>
                    <a:cubicBezTo>
                      <a:pt x="6306" y="3581"/>
                      <a:pt x="6295" y="3521"/>
                      <a:pt x="6282" y="3464"/>
                    </a:cubicBezTo>
                    <a:cubicBezTo>
                      <a:pt x="6224" y="3188"/>
                      <a:pt x="6145" y="2870"/>
                      <a:pt x="6064" y="2560"/>
                    </a:cubicBezTo>
                    <a:cubicBezTo>
                      <a:pt x="5851" y="1751"/>
                      <a:pt x="5298" y="1075"/>
                      <a:pt x="4547" y="708"/>
                    </a:cubicBezTo>
                    <a:lnTo>
                      <a:pt x="3167" y="32"/>
                    </a:lnTo>
                    <a:cubicBezTo>
                      <a:pt x="3188" y="14"/>
                      <a:pt x="3155" y="0"/>
                      <a:pt x="30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6985650" y="1595550"/>
                <a:ext cx="60675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4287" extrusionOk="0">
                    <a:moveTo>
                      <a:pt x="1" y="0"/>
                    </a:moveTo>
                    <a:lnTo>
                      <a:pt x="2427" y="4286"/>
                    </a:lnTo>
                    <a:lnTo>
                      <a:pt x="2291" y="1487"/>
                    </a:lnTo>
                    <a:lnTo>
                      <a:pt x="1441" y="9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7010250" y="1591550"/>
                <a:ext cx="43975" cy="42125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685" extrusionOk="0">
                    <a:moveTo>
                      <a:pt x="704" y="0"/>
                    </a:moveTo>
                    <a:lnTo>
                      <a:pt x="0" y="1229"/>
                    </a:lnTo>
                    <a:lnTo>
                      <a:pt x="1260" y="1684"/>
                    </a:lnTo>
                    <a:lnTo>
                      <a:pt x="1414" y="1540"/>
                    </a:lnTo>
                    <a:cubicBezTo>
                      <a:pt x="1758" y="1220"/>
                      <a:pt x="1714" y="681"/>
                      <a:pt x="1322" y="417"/>
                    </a:cubicBezTo>
                    <a:lnTo>
                      <a:pt x="704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6988050" y="1494550"/>
                <a:ext cx="78575" cy="138725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5549" extrusionOk="0">
                    <a:moveTo>
                      <a:pt x="1429" y="0"/>
                    </a:moveTo>
                    <a:lnTo>
                      <a:pt x="1" y="4072"/>
                    </a:lnTo>
                    <a:lnTo>
                      <a:pt x="1511" y="5548"/>
                    </a:lnTo>
                    <a:lnTo>
                      <a:pt x="2015" y="4862"/>
                    </a:lnTo>
                    <a:lnTo>
                      <a:pt x="2865" y="3704"/>
                    </a:lnTo>
                    <a:lnTo>
                      <a:pt x="3142" y="3327"/>
                    </a:lnTo>
                    <a:lnTo>
                      <a:pt x="1429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7026450" y="1449825"/>
                <a:ext cx="66475" cy="63400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2536" extrusionOk="0">
                    <a:moveTo>
                      <a:pt x="1329" y="0"/>
                    </a:moveTo>
                    <a:cubicBezTo>
                      <a:pt x="595" y="0"/>
                      <a:pt x="0" y="567"/>
                      <a:pt x="0" y="1268"/>
                    </a:cubicBezTo>
                    <a:cubicBezTo>
                      <a:pt x="0" y="1968"/>
                      <a:pt x="595" y="2536"/>
                      <a:pt x="1329" y="2536"/>
                    </a:cubicBezTo>
                    <a:cubicBezTo>
                      <a:pt x="2064" y="2536"/>
                      <a:pt x="2658" y="1968"/>
                      <a:pt x="2658" y="1268"/>
                    </a:cubicBezTo>
                    <a:cubicBezTo>
                      <a:pt x="2658" y="567"/>
                      <a:pt x="2064" y="0"/>
                      <a:pt x="1329" y="0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7001475" y="1477800"/>
                <a:ext cx="104025" cy="126475"/>
              </a:xfrm>
              <a:custGeom>
                <a:avLst/>
                <a:gdLst/>
                <a:ahLst/>
                <a:cxnLst/>
                <a:rect l="l" t="t" r="r" b="b"/>
                <a:pathLst>
                  <a:path w="4161" h="5059" extrusionOk="0">
                    <a:moveTo>
                      <a:pt x="1485" y="1"/>
                    </a:moveTo>
                    <a:cubicBezTo>
                      <a:pt x="1325" y="1"/>
                      <a:pt x="1171" y="26"/>
                      <a:pt x="1029" y="71"/>
                    </a:cubicBezTo>
                    <a:cubicBezTo>
                      <a:pt x="416" y="269"/>
                      <a:pt x="0" y="858"/>
                      <a:pt x="81" y="1512"/>
                    </a:cubicBezTo>
                    <a:lnTo>
                      <a:pt x="153" y="2073"/>
                    </a:lnTo>
                    <a:lnTo>
                      <a:pt x="373" y="4333"/>
                    </a:lnTo>
                    <a:cubicBezTo>
                      <a:pt x="373" y="4333"/>
                      <a:pt x="1961" y="4895"/>
                      <a:pt x="2507" y="5027"/>
                    </a:cubicBezTo>
                    <a:cubicBezTo>
                      <a:pt x="2595" y="5048"/>
                      <a:pt x="2685" y="5058"/>
                      <a:pt x="2773" y="5058"/>
                    </a:cubicBezTo>
                    <a:cubicBezTo>
                      <a:pt x="3274" y="5058"/>
                      <a:pt x="3748" y="4734"/>
                      <a:pt x="3857" y="4243"/>
                    </a:cubicBezTo>
                    <a:cubicBezTo>
                      <a:pt x="4033" y="3455"/>
                      <a:pt x="4160" y="2664"/>
                      <a:pt x="3907" y="1768"/>
                    </a:cubicBezTo>
                    <a:cubicBezTo>
                      <a:pt x="3758" y="1240"/>
                      <a:pt x="3430" y="794"/>
                      <a:pt x="2993" y="482"/>
                    </a:cubicBezTo>
                    <a:cubicBezTo>
                      <a:pt x="2797" y="340"/>
                      <a:pt x="2579" y="227"/>
                      <a:pt x="2345" y="146"/>
                    </a:cubicBezTo>
                    <a:lnTo>
                      <a:pt x="2342" y="145"/>
                    </a:lnTo>
                    <a:lnTo>
                      <a:pt x="2210" y="102"/>
                    </a:lnTo>
                    <a:lnTo>
                      <a:pt x="2197" y="98"/>
                    </a:lnTo>
                    <a:cubicBezTo>
                      <a:pt x="2130" y="78"/>
                      <a:pt x="2062" y="63"/>
                      <a:pt x="1994" y="51"/>
                    </a:cubicBezTo>
                    <a:cubicBezTo>
                      <a:pt x="1831" y="18"/>
                      <a:pt x="1665" y="1"/>
                      <a:pt x="1495" y="1"/>
                    </a:cubicBezTo>
                    <a:cubicBezTo>
                      <a:pt x="1492" y="1"/>
                      <a:pt x="1488" y="1"/>
                      <a:pt x="148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7059650" y="1570325"/>
                <a:ext cx="19000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97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4" y="302"/>
                      <a:pt x="208" y="396"/>
                      <a:pt x="368" y="396"/>
                    </a:cubicBezTo>
                    <a:cubicBezTo>
                      <a:pt x="566" y="396"/>
                      <a:pt x="760" y="253"/>
                      <a:pt x="722" y="175"/>
                    </a:cubicBezTo>
                    <a:cubicBezTo>
                      <a:pt x="652" y="3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6970125" y="1468150"/>
                <a:ext cx="98700" cy="91650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3666" extrusionOk="0">
                    <a:moveTo>
                      <a:pt x="2477" y="1"/>
                    </a:moveTo>
                    <a:cubicBezTo>
                      <a:pt x="1609" y="1"/>
                      <a:pt x="598" y="264"/>
                      <a:pt x="351" y="1153"/>
                    </a:cubicBezTo>
                    <a:cubicBezTo>
                      <a:pt x="0" y="2416"/>
                      <a:pt x="1222" y="3665"/>
                      <a:pt x="1222" y="3665"/>
                    </a:cubicBezTo>
                    <a:lnTo>
                      <a:pt x="2214" y="3314"/>
                    </a:lnTo>
                    <a:lnTo>
                      <a:pt x="2196" y="1337"/>
                    </a:lnTo>
                    <a:cubicBezTo>
                      <a:pt x="2196" y="1337"/>
                      <a:pt x="3128" y="1236"/>
                      <a:pt x="3815" y="387"/>
                    </a:cubicBezTo>
                    <a:cubicBezTo>
                      <a:pt x="3948" y="221"/>
                      <a:pt x="3272" y="1"/>
                      <a:pt x="2477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7077125" y="1524375"/>
                <a:ext cx="24000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773" extrusionOk="0">
                    <a:moveTo>
                      <a:pt x="15" y="1"/>
                    </a:moveTo>
                    <a:lnTo>
                      <a:pt x="0" y="1732"/>
                    </a:lnTo>
                    <a:lnTo>
                      <a:pt x="134" y="1760"/>
                    </a:lnTo>
                    <a:cubicBezTo>
                      <a:pt x="174" y="1769"/>
                      <a:pt x="214" y="1773"/>
                      <a:pt x="253" y="1773"/>
                    </a:cubicBezTo>
                    <a:cubicBezTo>
                      <a:pt x="688" y="1773"/>
                      <a:pt x="959" y="1267"/>
                      <a:pt x="648" y="930"/>
                    </a:cubicBezTo>
                    <a:cubicBezTo>
                      <a:pt x="431" y="695"/>
                      <a:pt x="194" y="430"/>
                      <a:pt x="1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6966275" y="1525225"/>
                <a:ext cx="587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738" extrusionOk="0">
                    <a:moveTo>
                      <a:pt x="1234" y="0"/>
                    </a:moveTo>
                    <a:cubicBezTo>
                      <a:pt x="437" y="0"/>
                      <a:pt x="1" y="1395"/>
                      <a:pt x="1834" y="1738"/>
                    </a:cubicBezTo>
                    <a:lnTo>
                      <a:pt x="2350" y="1059"/>
                    </a:lnTo>
                    <a:cubicBezTo>
                      <a:pt x="2020" y="280"/>
                      <a:pt x="1591" y="0"/>
                      <a:pt x="1234" y="0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6993425" y="1540750"/>
                <a:ext cx="14475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93" extrusionOk="0">
                    <a:moveTo>
                      <a:pt x="1" y="1"/>
                    </a:moveTo>
                    <a:lnTo>
                      <a:pt x="578" y="493"/>
                    </a:lnTo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6993425" y="1540750"/>
                <a:ext cx="14475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93" fill="none" extrusionOk="0">
                    <a:moveTo>
                      <a:pt x="1" y="1"/>
                    </a:moveTo>
                    <a:lnTo>
                      <a:pt x="578" y="493"/>
                    </a:lnTo>
                  </a:path>
                </a:pathLst>
              </a:custGeom>
              <a:noFill/>
              <a:ln w="475" cap="flat" cmpd="sng">
                <a:solidFill>
                  <a:srgbClr val="EAAB8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7016100" y="1516025"/>
                <a:ext cx="14750" cy="3580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432" extrusionOk="0">
                    <a:moveTo>
                      <a:pt x="589" y="0"/>
                    </a:moveTo>
                    <a:lnTo>
                      <a:pt x="0" y="477"/>
                    </a:lnTo>
                    <a:lnTo>
                      <a:pt x="375" y="1399"/>
                    </a:lnTo>
                    <a:lnTo>
                      <a:pt x="581" y="1431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7058000" y="1533100"/>
                <a:ext cx="10475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748" extrusionOk="0">
                    <a:moveTo>
                      <a:pt x="166" y="1"/>
                    </a:moveTo>
                    <a:cubicBezTo>
                      <a:pt x="162" y="1"/>
                      <a:pt x="158" y="1"/>
                      <a:pt x="153" y="2"/>
                    </a:cubicBezTo>
                    <a:cubicBezTo>
                      <a:pt x="55" y="15"/>
                      <a:pt x="0" y="193"/>
                      <a:pt x="31" y="398"/>
                    </a:cubicBezTo>
                    <a:cubicBezTo>
                      <a:pt x="62" y="596"/>
                      <a:pt x="160" y="748"/>
                      <a:pt x="255" y="748"/>
                    </a:cubicBezTo>
                    <a:cubicBezTo>
                      <a:pt x="259" y="748"/>
                      <a:pt x="263" y="748"/>
                      <a:pt x="267" y="747"/>
                    </a:cubicBezTo>
                    <a:cubicBezTo>
                      <a:pt x="365" y="733"/>
                      <a:pt x="419" y="555"/>
                      <a:pt x="388" y="349"/>
                    </a:cubicBezTo>
                    <a:cubicBezTo>
                      <a:pt x="358" y="152"/>
                      <a:pt x="260" y="1"/>
                      <a:pt x="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7042975" y="1511850"/>
                <a:ext cx="2232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334" extrusionOk="0">
                    <a:moveTo>
                      <a:pt x="499" y="1"/>
                    </a:moveTo>
                    <a:cubicBezTo>
                      <a:pt x="422" y="1"/>
                      <a:pt x="336" y="17"/>
                      <a:pt x="254" y="55"/>
                    </a:cubicBezTo>
                    <a:cubicBezTo>
                      <a:pt x="0" y="173"/>
                      <a:pt x="5" y="334"/>
                      <a:pt x="233" y="334"/>
                    </a:cubicBezTo>
                    <a:cubicBezTo>
                      <a:pt x="295" y="334"/>
                      <a:pt x="375" y="321"/>
                      <a:pt x="471" y="293"/>
                    </a:cubicBezTo>
                    <a:cubicBezTo>
                      <a:pt x="892" y="167"/>
                      <a:pt x="746" y="1"/>
                      <a:pt x="499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7087450" y="1527950"/>
                <a:ext cx="1050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420" h="748" extrusionOk="0">
                    <a:moveTo>
                      <a:pt x="165" y="0"/>
                    </a:moveTo>
                    <a:cubicBezTo>
                      <a:pt x="161" y="0"/>
                      <a:pt x="157" y="0"/>
                      <a:pt x="153" y="1"/>
                    </a:cubicBezTo>
                    <a:cubicBezTo>
                      <a:pt x="55" y="15"/>
                      <a:pt x="1" y="193"/>
                      <a:pt x="32" y="399"/>
                    </a:cubicBezTo>
                    <a:cubicBezTo>
                      <a:pt x="61" y="596"/>
                      <a:pt x="159" y="747"/>
                      <a:pt x="254" y="747"/>
                    </a:cubicBezTo>
                    <a:cubicBezTo>
                      <a:pt x="258" y="747"/>
                      <a:pt x="262" y="747"/>
                      <a:pt x="266" y="746"/>
                    </a:cubicBezTo>
                    <a:cubicBezTo>
                      <a:pt x="364" y="732"/>
                      <a:pt x="419" y="555"/>
                      <a:pt x="388" y="350"/>
                    </a:cubicBezTo>
                    <a:cubicBezTo>
                      <a:pt x="358" y="152"/>
                      <a:pt x="260" y="0"/>
                      <a:pt x="1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7078875" y="1504900"/>
                <a:ext cx="25050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302" extrusionOk="0">
                    <a:moveTo>
                      <a:pt x="406" y="1"/>
                    </a:moveTo>
                    <a:cubicBezTo>
                      <a:pt x="390" y="1"/>
                      <a:pt x="375" y="1"/>
                      <a:pt x="359" y="3"/>
                    </a:cubicBezTo>
                    <a:cubicBezTo>
                      <a:pt x="1" y="31"/>
                      <a:pt x="8" y="270"/>
                      <a:pt x="472" y="299"/>
                    </a:cubicBezTo>
                    <a:cubicBezTo>
                      <a:pt x="499" y="300"/>
                      <a:pt x="524" y="301"/>
                      <a:pt x="547" y="301"/>
                    </a:cubicBezTo>
                    <a:cubicBezTo>
                      <a:pt x="1001" y="301"/>
                      <a:pt x="751" y="1"/>
                      <a:pt x="406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7074975" y="1522325"/>
                <a:ext cx="24000" cy="44350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774" extrusionOk="0">
                    <a:moveTo>
                      <a:pt x="15" y="1"/>
                    </a:moveTo>
                    <a:lnTo>
                      <a:pt x="0" y="1733"/>
                    </a:lnTo>
                    <a:lnTo>
                      <a:pt x="134" y="1761"/>
                    </a:lnTo>
                    <a:cubicBezTo>
                      <a:pt x="175" y="1769"/>
                      <a:pt x="214" y="1773"/>
                      <a:pt x="253" y="1773"/>
                    </a:cubicBezTo>
                    <a:cubicBezTo>
                      <a:pt x="688" y="1773"/>
                      <a:pt x="959" y="1267"/>
                      <a:pt x="649" y="930"/>
                    </a:cubicBezTo>
                    <a:cubicBezTo>
                      <a:pt x="431" y="696"/>
                      <a:pt x="195" y="429"/>
                      <a:pt x="1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7074975" y="1522325"/>
                <a:ext cx="24675" cy="46625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865" fill="none" extrusionOk="0">
                    <a:moveTo>
                      <a:pt x="15" y="1"/>
                    </a:moveTo>
                    <a:cubicBezTo>
                      <a:pt x="195" y="429"/>
                      <a:pt x="431" y="696"/>
                      <a:pt x="649" y="930"/>
                    </a:cubicBezTo>
                    <a:cubicBezTo>
                      <a:pt x="987" y="1297"/>
                      <a:pt x="636" y="1864"/>
                      <a:pt x="134" y="1761"/>
                    </a:cubicBezTo>
                    <a:lnTo>
                      <a:pt x="0" y="1733"/>
                    </a:lnTo>
                  </a:path>
                </a:pathLst>
              </a:custGeom>
              <a:noFill/>
              <a:ln w="475" cap="flat" cmpd="sng">
                <a:solidFill>
                  <a:srgbClr val="EAAB8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7012375" y="1492550"/>
                <a:ext cx="29050" cy="48500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940" extrusionOk="0">
                    <a:moveTo>
                      <a:pt x="945" y="0"/>
                    </a:moveTo>
                    <a:lnTo>
                      <a:pt x="1" y="494"/>
                    </a:lnTo>
                    <a:lnTo>
                      <a:pt x="443" y="1939"/>
                    </a:lnTo>
                    <a:lnTo>
                      <a:pt x="559" y="1825"/>
                    </a:lnTo>
                    <a:cubicBezTo>
                      <a:pt x="994" y="1393"/>
                      <a:pt x="1161" y="776"/>
                      <a:pt x="1000" y="197"/>
                    </a:cubicBezTo>
                    <a:lnTo>
                      <a:pt x="945" y="0"/>
                    </a:ln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7049700" y="1479350"/>
                <a:ext cx="354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67" extrusionOk="0">
                    <a:moveTo>
                      <a:pt x="708" y="1"/>
                    </a:moveTo>
                    <a:cubicBezTo>
                      <a:pt x="288" y="1"/>
                      <a:pt x="1" y="359"/>
                      <a:pt x="1" y="359"/>
                    </a:cubicBezTo>
                    <a:cubicBezTo>
                      <a:pt x="298" y="589"/>
                      <a:pt x="555" y="666"/>
                      <a:pt x="765" y="666"/>
                    </a:cubicBezTo>
                    <a:cubicBezTo>
                      <a:pt x="1184" y="666"/>
                      <a:pt x="1417" y="359"/>
                      <a:pt x="1417" y="359"/>
                    </a:cubicBezTo>
                    <a:cubicBezTo>
                      <a:pt x="1161" y="90"/>
                      <a:pt x="918" y="1"/>
                      <a:pt x="708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6933525" y="1669775"/>
                <a:ext cx="131775" cy="168475"/>
              </a:xfrm>
              <a:custGeom>
                <a:avLst/>
                <a:gdLst/>
                <a:ahLst/>
                <a:cxnLst/>
                <a:rect l="l" t="t" r="r" b="b"/>
                <a:pathLst>
                  <a:path w="5271" h="6739" extrusionOk="0">
                    <a:moveTo>
                      <a:pt x="368" y="0"/>
                    </a:moveTo>
                    <a:cubicBezTo>
                      <a:pt x="75" y="1350"/>
                      <a:pt x="1" y="5332"/>
                      <a:pt x="41" y="6649"/>
                    </a:cubicBezTo>
                    <a:lnTo>
                      <a:pt x="5271" y="6738"/>
                    </a:lnTo>
                    <a:lnTo>
                      <a:pt x="5271" y="6738"/>
                    </a:lnTo>
                    <a:lnTo>
                      <a:pt x="5039" y="2715"/>
                    </a:lnTo>
                    <a:lnTo>
                      <a:pt x="3293" y="2471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>
                <a:off x="6926900" y="1617975"/>
                <a:ext cx="132950" cy="201925"/>
              </a:xfrm>
              <a:custGeom>
                <a:avLst/>
                <a:gdLst/>
                <a:ahLst/>
                <a:cxnLst/>
                <a:rect l="l" t="t" r="r" b="b"/>
                <a:pathLst>
                  <a:path w="5318" h="8077" extrusionOk="0">
                    <a:moveTo>
                      <a:pt x="1420" y="0"/>
                    </a:moveTo>
                    <a:cubicBezTo>
                      <a:pt x="1402" y="0"/>
                      <a:pt x="1383" y="1"/>
                      <a:pt x="1364" y="2"/>
                    </a:cubicBezTo>
                    <a:cubicBezTo>
                      <a:pt x="573" y="48"/>
                      <a:pt x="1" y="755"/>
                      <a:pt x="41" y="1512"/>
                    </a:cubicBezTo>
                    <a:cubicBezTo>
                      <a:pt x="164" y="3889"/>
                      <a:pt x="1047" y="5607"/>
                      <a:pt x="2122" y="7329"/>
                    </a:cubicBezTo>
                    <a:cubicBezTo>
                      <a:pt x="2419" y="7803"/>
                      <a:pt x="2949" y="8076"/>
                      <a:pt x="3502" y="8076"/>
                    </a:cubicBezTo>
                    <a:cubicBezTo>
                      <a:pt x="3686" y="8076"/>
                      <a:pt x="3873" y="8046"/>
                      <a:pt x="4054" y="7983"/>
                    </a:cubicBezTo>
                    <a:cubicBezTo>
                      <a:pt x="4892" y="7689"/>
                      <a:pt x="5317" y="6798"/>
                      <a:pt x="5000" y="6003"/>
                    </a:cubicBezTo>
                    <a:lnTo>
                      <a:pt x="2729" y="1001"/>
                    </a:lnTo>
                    <a:cubicBezTo>
                      <a:pt x="2597" y="697"/>
                      <a:pt x="2095" y="0"/>
                      <a:pt x="14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7010475" y="1621350"/>
                <a:ext cx="35850" cy="8130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3252" extrusionOk="0">
                    <a:moveTo>
                      <a:pt x="616" y="1"/>
                    </a:moveTo>
                    <a:lnTo>
                      <a:pt x="409" y="26"/>
                    </a:lnTo>
                    <a:lnTo>
                      <a:pt x="0" y="325"/>
                    </a:lnTo>
                    <a:lnTo>
                      <a:pt x="595" y="828"/>
                    </a:lnTo>
                    <a:lnTo>
                      <a:pt x="614" y="1802"/>
                    </a:lnTo>
                    <a:lnTo>
                      <a:pt x="1434" y="3252"/>
                    </a:lnTo>
                    <a:lnTo>
                      <a:pt x="1347" y="1473"/>
                    </a:lnTo>
                    <a:lnTo>
                      <a:pt x="947" y="760"/>
                    </a:lnTo>
                    <a:lnTo>
                      <a:pt x="1026" y="273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6979850" y="1577400"/>
                <a:ext cx="53250" cy="61350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2454" extrusionOk="0">
                    <a:moveTo>
                      <a:pt x="474" y="1"/>
                    </a:moveTo>
                    <a:lnTo>
                      <a:pt x="1" y="755"/>
                    </a:lnTo>
                    <a:lnTo>
                      <a:pt x="1210" y="2454"/>
                    </a:lnTo>
                    <a:lnTo>
                      <a:pt x="1631" y="2048"/>
                    </a:lnTo>
                    <a:cubicBezTo>
                      <a:pt x="2129" y="1566"/>
                      <a:pt x="2040" y="742"/>
                      <a:pt x="1420" y="414"/>
                    </a:cubicBezTo>
                    <a:cubicBezTo>
                      <a:pt x="1392" y="400"/>
                      <a:pt x="1362" y="386"/>
                      <a:pt x="1334" y="373"/>
                    </a:cubicBezTo>
                    <a:lnTo>
                      <a:pt x="47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54" name="Google Shape;154;p15"/>
            <p:cNvSpPr/>
            <p:nvPr/>
          </p:nvSpPr>
          <p:spPr>
            <a:xfrm>
              <a:off x="6995001" y="2371935"/>
              <a:ext cx="454850" cy="190449"/>
            </a:xfrm>
            <a:custGeom>
              <a:avLst/>
              <a:gdLst/>
              <a:ahLst/>
              <a:cxnLst/>
              <a:rect l="l" t="t" r="r" b="b"/>
              <a:pathLst>
                <a:path w="7516" h="3147" extrusionOk="0">
                  <a:moveTo>
                    <a:pt x="1433" y="0"/>
                  </a:moveTo>
                  <a:cubicBezTo>
                    <a:pt x="1427" y="0"/>
                    <a:pt x="1420" y="1"/>
                    <a:pt x="1414" y="1"/>
                  </a:cubicBezTo>
                  <a:cubicBezTo>
                    <a:pt x="810" y="9"/>
                    <a:pt x="252" y="408"/>
                    <a:pt x="78" y="1025"/>
                  </a:cubicBezTo>
                  <a:cubicBezTo>
                    <a:pt x="1" y="1298"/>
                    <a:pt x="10" y="1575"/>
                    <a:pt x="87" y="1827"/>
                  </a:cubicBezTo>
                  <a:cubicBezTo>
                    <a:pt x="236" y="2304"/>
                    <a:pt x="630" y="2689"/>
                    <a:pt x="1160" y="2789"/>
                  </a:cubicBezTo>
                  <a:cubicBezTo>
                    <a:pt x="2635" y="3067"/>
                    <a:pt x="3984" y="3147"/>
                    <a:pt x="5051" y="3147"/>
                  </a:cubicBezTo>
                  <a:cubicBezTo>
                    <a:pt x="6509" y="3147"/>
                    <a:pt x="7439" y="2997"/>
                    <a:pt x="7439" y="2997"/>
                  </a:cubicBezTo>
                  <a:lnTo>
                    <a:pt x="7516" y="1931"/>
                  </a:lnTo>
                  <a:lnTo>
                    <a:pt x="1891" y="77"/>
                  </a:lnTo>
                  <a:cubicBezTo>
                    <a:pt x="1739" y="26"/>
                    <a:pt x="1585" y="0"/>
                    <a:pt x="1433" y="0"/>
                  </a:cubicBez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7341334" y="2474873"/>
              <a:ext cx="156498" cy="104635"/>
            </a:xfrm>
            <a:custGeom>
              <a:avLst/>
              <a:gdLst/>
              <a:ahLst/>
              <a:cxnLst/>
              <a:rect l="l" t="t" r="r" b="b"/>
              <a:pathLst>
                <a:path w="2586" h="1729" extrusionOk="0">
                  <a:moveTo>
                    <a:pt x="937" y="1"/>
                  </a:moveTo>
                  <a:lnTo>
                    <a:pt x="0" y="1155"/>
                  </a:lnTo>
                  <a:lnTo>
                    <a:pt x="1156" y="1728"/>
                  </a:lnTo>
                  <a:lnTo>
                    <a:pt x="2585" y="362"/>
                  </a:lnTo>
                  <a:lnTo>
                    <a:pt x="937" y="1"/>
                  </a:ln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7448750" y="2496720"/>
              <a:ext cx="106329" cy="65238"/>
            </a:xfrm>
            <a:custGeom>
              <a:avLst/>
              <a:gdLst/>
              <a:ahLst/>
              <a:cxnLst/>
              <a:rect l="l" t="t" r="r" b="b"/>
              <a:pathLst>
                <a:path w="1757" h="1078" extrusionOk="0">
                  <a:moveTo>
                    <a:pt x="810" y="1"/>
                  </a:moveTo>
                  <a:lnTo>
                    <a:pt x="1" y="675"/>
                  </a:lnTo>
                  <a:lnTo>
                    <a:pt x="1114" y="902"/>
                  </a:lnTo>
                  <a:lnTo>
                    <a:pt x="1423" y="1049"/>
                  </a:lnTo>
                  <a:cubicBezTo>
                    <a:pt x="1453" y="1068"/>
                    <a:pt x="1486" y="1078"/>
                    <a:pt x="1520" y="1078"/>
                  </a:cubicBezTo>
                  <a:cubicBezTo>
                    <a:pt x="1532" y="1078"/>
                    <a:pt x="1544" y="1077"/>
                    <a:pt x="1555" y="1074"/>
                  </a:cubicBezTo>
                  <a:cubicBezTo>
                    <a:pt x="1703" y="1046"/>
                    <a:pt x="1757" y="862"/>
                    <a:pt x="1647" y="759"/>
                  </a:cubicBezTo>
                  <a:lnTo>
                    <a:pt x="810" y="1"/>
                  </a:ln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7447116" y="2521773"/>
              <a:ext cx="79581" cy="51500"/>
            </a:xfrm>
            <a:custGeom>
              <a:avLst/>
              <a:gdLst/>
              <a:ahLst/>
              <a:cxnLst/>
              <a:rect l="l" t="t" r="r" b="b"/>
              <a:pathLst>
                <a:path w="1315" h="851" extrusionOk="0">
                  <a:moveTo>
                    <a:pt x="339" y="1"/>
                  </a:moveTo>
                  <a:lnTo>
                    <a:pt x="0" y="384"/>
                  </a:lnTo>
                  <a:lnTo>
                    <a:pt x="987" y="834"/>
                  </a:lnTo>
                  <a:cubicBezTo>
                    <a:pt x="1014" y="845"/>
                    <a:pt x="1042" y="851"/>
                    <a:pt x="1069" y="851"/>
                  </a:cubicBezTo>
                  <a:cubicBezTo>
                    <a:pt x="1140" y="851"/>
                    <a:pt x="1208" y="815"/>
                    <a:pt x="1249" y="752"/>
                  </a:cubicBezTo>
                  <a:cubicBezTo>
                    <a:pt x="1315" y="648"/>
                    <a:pt x="1278" y="508"/>
                    <a:pt x="1169" y="450"/>
                  </a:cubicBezTo>
                  <a:lnTo>
                    <a:pt x="339" y="1"/>
                  </a:ln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7428900" y="2539686"/>
              <a:ext cx="79641" cy="51440"/>
            </a:xfrm>
            <a:custGeom>
              <a:avLst/>
              <a:gdLst/>
              <a:ahLst/>
              <a:cxnLst/>
              <a:rect l="l" t="t" r="r" b="b"/>
              <a:pathLst>
                <a:path w="1316" h="850" extrusionOk="0">
                  <a:moveTo>
                    <a:pt x="339" y="1"/>
                  </a:moveTo>
                  <a:lnTo>
                    <a:pt x="1" y="383"/>
                  </a:lnTo>
                  <a:lnTo>
                    <a:pt x="987" y="833"/>
                  </a:lnTo>
                  <a:cubicBezTo>
                    <a:pt x="1014" y="844"/>
                    <a:pt x="1042" y="850"/>
                    <a:pt x="1070" y="850"/>
                  </a:cubicBezTo>
                  <a:cubicBezTo>
                    <a:pt x="1141" y="850"/>
                    <a:pt x="1209" y="814"/>
                    <a:pt x="1249" y="752"/>
                  </a:cubicBezTo>
                  <a:cubicBezTo>
                    <a:pt x="1315" y="647"/>
                    <a:pt x="1279" y="507"/>
                    <a:pt x="1169" y="449"/>
                  </a:cubicBezTo>
                  <a:lnTo>
                    <a:pt x="339" y="1"/>
                  </a:ln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7411290" y="2556267"/>
              <a:ext cx="79581" cy="51440"/>
            </a:xfrm>
            <a:custGeom>
              <a:avLst/>
              <a:gdLst/>
              <a:ahLst/>
              <a:cxnLst/>
              <a:rect l="l" t="t" r="r" b="b"/>
              <a:pathLst>
                <a:path w="1315" h="850" extrusionOk="0">
                  <a:moveTo>
                    <a:pt x="338" y="0"/>
                  </a:moveTo>
                  <a:lnTo>
                    <a:pt x="0" y="383"/>
                  </a:lnTo>
                  <a:lnTo>
                    <a:pt x="987" y="833"/>
                  </a:lnTo>
                  <a:cubicBezTo>
                    <a:pt x="1013" y="845"/>
                    <a:pt x="1041" y="850"/>
                    <a:pt x="1068" y="850"/>
                  </a:cubicBezTo>
                  <a:cubicBezTo>
                    <a:pt x="1139" y="850"/>
                    <a:pt x="1208" y="814"/>
                    <a:pt x="1248" y="751"/>
                  </a:cubicBezTo>
                  <a:cubicBezTo>
                    <a:pt x="1315" y="646"/>
                    <a:pt x="1278" y="506"/>
                    <a:pt x="1168" y="448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7425088" y="2462952"/>
              <a:ext cx="47446" cy="44420"/>
            </a:xfrm>
            <a:custGeom>
              <a:avLst/>
              <a:gdLst/>
              <a:ahLst/>
              <a:cxnLst/>
              <a:rect l="l" t="t" r="r" b="b"/>
              <a:pathLst>
                <a:path w="784" h="734" extrusionOk="0">
                  <a:moveTo>
                    <a:pt x="526" y="0"/>
                  </a:moveTo>
                  <a:cubicBezTo>
                    <a:pt x="466" y="0"/>
                    <a:pt x="407" y="23"/>
                    <a:pt x="361" y="68"/>
                  </a:cubicBezTo>
                  <a:lnTo>
                    <a:pt x="94" y="331"/>
                  </a:lnTo>
                  <a:cubicBezTo>
                    <a:pt x="2" y="423"/>
                    <a:pt x="1" y="571"/>
                    <a:pt x="92" y="663"/>
                  </a:cubicBezTo>
                  <a:cubicBezTo>
                    <a:pt x="138" y="710"/>
                    <a:pt x="198" y="733"/>
                    <a:pt x="259" y="733"/>
                  </a:cubicBezTo>
                  <a:cubicBezTo>
                    <a:pt x="318" y="733"/>
                    <a:pt x="378" y="711"/>
                    <a:pt x="424" y="665"/>
                  </a:cubicBezTo>
                  <a:lnTo>
                    <a:pt x="690" y="401"/>
                  </a:lnTo>
                  <a:cubicBezTo>
                    <a:pt x="783" y="311"/>
                    <a:pt x="784" y="162"/>
                    <a:pt x="692" y="70"/>
                  </a:cubicBezTo>
                  <a:cubicBezTo>
                    <a:pt x="646" y="24"/>
                    <a:pt x="586" y="0"/>
                    <a:pt x="526" y="0"/>
                  </a:cubicBezTo>
                  <a:close/>
                </a:path>
              </a:pathLst>
            </a:custGeom>
            <a:solidFill>
              <a:srgbClr val="8E51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61" name="Google Shape;161;p15"/>
            <p:cNvGrpSpPr/>
            <p:nvPr/>
          </p:nvGrpSpPr>
          <p:grpSpPr>
            <a:xfrm>
              <a:off x="7305211" y="1741078"/>
              <a:ext cx="952969" cy="2116902"/>
              <a:chOff x="7124150" y="1490025"/>
              <a:chExt cx="393675" cy="874500"/>
            </a:xfrm>
          </p:grpSpPr>
          <p:sp>
            <p:nvSpPr>
              <p:cNvPr id="162" name="Google Shape;162;p15"/>
              <p:cNvSpPr/>
              <p:nvPr/>
            </p:nvSpPr>
            <p:spPr>
              <a:xfrm>
                <a:off x="7384600" y="2001125"/>
                <a:ext cx="111675" cy="303475"/>
              </a:xfrm>
              <a:custGeom>
                <a:avLst/>
                <a:gdLst/>
                <a:ahLst/>
                <a:cxnLst/>
                <a:rect l="l" t="t" r="r" b="b"/>
                <a:pathLst>
                  <a:path w="4467" h="12139" extrusionOk="0">
                    <a:moveTo>
                      <a:pt x="1731" y="0"/>
                    </a:moveTo>
                    <a:lnTo>
                      <a:pt x="1274" y="91"/>
                    </a:lnTo>
                    <a:cubicBezTo>
                      <a:pt x="511" y="241"/>
                      <a:pt x="0" y="915"/>
                      <a:pt x="12" y="1649"/>
                    </a:cubicBezTo>
                    <a:cubicBezTo>
                      <a:pt x="14" y="1797"/>
                      <a:pt x="38" y="1948"/>
                      <a:pt x="85" y="2099"/>
                    </a:cubicBezTo>
                    <a:lnTo>
                      <a:pt x="321" y="2842"/>
                    </a:lnTo>
                    <a:lnTo>
                      <a:pt x="1079" y="5229"/>
                    </a:lnTo>
                    <a:lnTo>
                      <a:pt x="3270" y="12139"/>
                    </a:lnTo>
                    <a:lnTo>
                      <a:pt x="4078" y="11804"/>
                    </a:lnTo>
                    <a:cubicBezTo>
                      <a:pt x="3734" y="10617"/>
                      <a:pt x="4467" y="8067"/>
                      <a:pt x="4030" y="5229"/>
                    </a:cubicBezTo>
                    <a:cubicBezTo>
                      <a:pt x="3870" y="4183"/>
                      <a:pt x="3550" y="3098"/>
                      <a:pt x="2959" y="2027"/>
                    </a:cubicBezTo>
                    <a:cubicBezTo>
                      <a:pt x="2889" y="1899"/>
                      <a:pt x="2822" y="1774"/>
                      <a:pt x="2757" y="1649"/>
                    </a:cubicBezTo>
                    <a:cubicBezTo>
                      <a:pt x="2419" y="1004"/>
                      <a:pt x="2136" y="410"/>
                      <a:pt x="1731" y="0"/>
                    </a:cubicBezTo>
                    <a:close/>
                  </a:path>
                </a:pathLst>
              </a:custGeom>
              <a:solidFill>
                <a:srgbClr val="8E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7432925" y="2252950"/>
                <a:ext cx="80000" cy="111575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4463" extrusionOk="0">
                    <a:moveTo>
                      <a:pt x="1318" y="1"/>
                    </a:moveTo>
                    <a:lnTo>
                      <a:pt x="1028" y="4110"/>
                    </a:lnTo>
                    <a:lnTo>
                      <a:pt x="1" y="4463"/>
                    </a:lnTo>
                    <a:lnTo>
                      <a:pt x="1752" y="4463"/>
                    </a:lnTo>
                    <a:cubicBezTo>
                      <a:pt x="1752" y="4463"/>
                      <a:pt x="2102" y="2531"/>
                      <a:pt x="3199" y="1756"/>
                    </a:cubicBezTo>
                    <a:cubicBezTo>
                      <a:pt x="3199" y="1756"/>
                      <a:pt x="3031" y="632"/>
                      <a:pt x="1318" y="1"/>
                    </a:cubicBezTo>
                    <a:close/>
                  </a:path>
                </a:pathLst>
              </a:custGeom>
              <a:solidFill>
                <a:srgbClr val="8E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7432925" y="2270225"/>
                <a:ext cx="84900" cy="94300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3772" extrusionOk="0">
                    <a:moveTo>
                      <a:pt x="2517" y="0"/>
                    </a:moveTo>
                    <a:lnTo>
                      <a:pt x="1028" y="3419"/>
                    </a:lnTo>
                    <a:lnTo>
                      <a:pt x="1" y="3772"/>
                    </a:lnTo>
                    <a:lnTo>
                      <a:pt x="1752" y="3772"/>
                    </a:lnTo>
                    <a:cubicBezTo>
                      <a:pt x="1752" y="3772"/>
                      <a:pt x="2174" y="1919"/>
                      <a:pt x="3199" y="1065"/>
                    </a:cubicBezTo>
                    <a:cubicBezTo>
                      <a:pt x="3199" y="1065"/>
                      <a:pt x="3396" y="391"/>
                      <a:pt x="2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7503100" y="2296825"/>
                <a:ext cx="9825" cy="67700"/>
              </a:xfrm>
              <a:custGeom>
                <a:avLst/>
                <a:gdLst/>
                <a:ahLst/>
                <a:cxnLst/>
                <a:rect l="l" t="t" r="r" b="b"/>
                <a:pathLst>
                  <a:path w="393" h="2708" extrusionOk="0">
                    <a:moveTo>
                      <a:pt x="0" y="1"/>
                    </a:moveTo>
                    <a:lnTo>
                      <a:pt x="50" y="2708"/>
                    </a:lnTo>
                    <a:lnTo>
                      <a:pt x="193" y="2708"/>
                    </a:lnTo>
                    <a:lnTo>
                      <a:pt x="3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7293025" y="2007000"/>
                <a:ext cx="93225" cy="298575"/>
              </a:xfrm>
              <a:custGeom>
                <a:avLst/>
                <a:gdLst/>
                <a:ahLst/>
                <a:cxnLst/>
                <a:rect l="l" t="t" r="r" b="b"/>
                <a:pathLst>
                  <a:path w="3729" h="11943" extrusionOk="0">
                    <a:moveTo>
                      <a:pt x="2515" y="0"/>
                    </a:moveTo>
                    <a:cubicBezTo>
                      <a:pt x="1728" y="0"/>
                      <a:pt x="1039" y="598"/>
                      <a:pt x="959" y="1414"/>
                    </a:cubicBezTo>
                    <a:cubicBezTo>
                      <a:pt x="959" y="1417"/>
                      <a:pt x="958" y="1419"/>
                      <a:pt x="958" y="1423"/>
                    </a:cubicBezTo>
                    <a:lnTo>
                      <a:pt x="887" y="2200"/>
                    </a:lnTo>
                    <a:lnTo>
                      <a:pt x="633" y="4994"/>
                    </a:lnTo>
                    <a:lnTo>
                      <a:pt x="1" y="11942"/>
                    </a:lnTo>
                    <a:lnTo>
                      <a:pt x="870" y="11916"/>
                    </a:lnTo>
                    <a:cubicBezTo>
                      <a:pt x="1027" y="10568"/>
                      <a:pt x="3022" y="8209"/>
                      <a:pt x="3555" y="4994"/>
                    </a:cubicBezTo>
                    <a:cubicBezTo>
                      <a:pt x="3686" y="4204"/>
                      <a:pt x="3729" y="3364"/>
                      <a:pt x="3634" y="2473"/>
                    </a:cubicBezTo>
                    <a:cubicBezTo>
                      <a:pt x="3595" y="2104"/>
                      <a:pt x="3573" y="1749"/>
                      <a:pt x="3542" y="1414"/>
                    </a:cubicBezTo>
                    <a:cubicBezTo>
                      <a:pt x="3499" y="937"/>
                      <a:pt x="3439" y="501"/>
                      <a:pt x="3290" y="129"/>
                    </a:cubicBezTo>
                    <a:lnTo>
                      <a:pt x="2832" y="33"/>
                    </a:lnTo>
                    <a:cubicBezTo>
                      <a:pt x="2726" y="11"/>
                      <a:pt x="2619" y="0"/>
                      <a:pt x="2515" y="0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7308825" y="2042325"/>
                <a:ext cx="77425" cy="89550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3582" extrusionOk="0">
                    <a:moveTo>
                      <a:pt x="327" y="1"/>
                    </a:moveTo>
                    <a:cubicBezTo>
                      <a:pt x="327" y="4"/>
                      <a:pt x="326" y="6"/>
                      <a:pt x="326" y="10"/>
                    </a:cubicBezTo>
                    <a:lnTo>
                      <a:pt x="255" y="787"/>
                    </a:lnTo>
                    <a:lnTo>
                      <a:pt x="1" y="3581"/>
                    </a:lnTo>
                    <a:lnTo>
                      <a:pt x="2923" y="3581"/>
                    </a:lnTo>
                    <a:cubicBezTo>
                      <a:pt x="3054" y="2791"/>
                      <a:pt x="3097" y="1951"/>
                      <a:pt x="3002" y="1060"/>
                    </a:cubicBezTo>
                    <a:cubicBezTo>
                      <a:pt x="2963" y="691"/>
                      <a:pt x="2941" y="336"/>
                      <a:pt x="2910" y="1"/>
                    </a:cubicBezTo>
                    <a:close/>
                  </a:path>
                </a:pathLst>
              </a:custGeom>
              <a:solidFill>
                <a:srgbClr val="8E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7258575" y="2252950"/>
                <a:ext cx="86575" cy="111575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4463" extrusionOk="0">
                    <a:moveTo>
                      <a:pt x="1749" y="1"/>
                    </a:moveTo>
                    <a:lnTo>
                      <a:pt x="1028" y="4110"/>
                    </a:lnTo>
                    <a:lnTo>
                      <a:pt x="0" y="4463"/>
                    </a:lnTo>
                    <a:lnTo>
                      <a:pt x="1751" y="4463"/>
                    </a:lnTo>
                    <a:cubicBezTo>
                      <a:pt x="1751" y="4463"/>
                      <a:pt x="2101" y="2531"/>
                      <a:pt x="3199" y="1756"/>
                    </a:cubicBezTo>
                    <a:cubicBezTo>
                      <a:pt x="3199" y="1756"/>
                      <a:pt x="3463" y="632"/>
                      <a:pt x="1749" y="1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7258575" y="2271850"/>
                <a:ext cx="94550" cy="92675"/>
              </a:xfrm>
              <a:custGeom>
                <a:avLst/>
                <a:gdLst/>
                <a:ahLst/>
                <a:cxnLst/>
                <a:rect l="l" t="t" r="r" b="b"/>
                <a:pathLst>
                  <a:path w="3782" h="3707" extrusionOk="0">
                    <a:moveTo>
                      <a:pt x="2903" y="1"/>
                    </a:moveTo>
                    <a:lnTo>
                      <a:pt x="1028" y="3354"/>
                    </a:lnTo>
                    <a:lnTo>
                      <a:pt x="0" y="3707"/>
                    </a:lnTo>
                    <a:lnTo>
                      <a:pt x="1751" y="3707"/>
                    </a:lnTo>
                    <a:cubicBezTo>
                      <a:pt x="1751" y="3707"/>
                      <a:pt x="2173" y="1854"/>
                      <a:pt x="3199" y="1000"/>
                    </a:cubicBezTo>
                    <a:cubicBezTo>
                      <a:pt x="3199" y="1000"/>
                      <a:pt x="3782" y="393"/>
                      <a:pt x="29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7328725" y="2296825"/>
                <a:ext cx="9825" cy="67700"/>
              </a:xfrm>
              <a:custGeom>
                <a:avLst/>
                <a:gdLst/>
                <a:ahLst/>
                <a:cxnLst/>
                <a:rect l="l" t="t" r="r" b="b"/>
                <a:pathLst>
                  <a:path w="393" h="2708" extrusionOk="0">
                    <a:moveTo>
                      <a:pt x="1" y="1"/>
                    </a:moveTo>
                    <a:lnTo>
                      <a:pt x="51" y="2708"/>
                    </a:lnTo>
                    <a:lnTo>
                      <a:pt x="194" y="2708"/>
                    </a:lnTo>
                    <a:lnTo>
                      <a:pt x="3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7301150" y="1769500"/>
                <a:ext cx="156325" cy="45200"/>
              </a:xfrm>
              <a:custGeom>
                <a:avLst/>
                <a:gdLst/>
                <a:ahLst/>
                <a:cxnLst/>
                <a:rect l="l" t="t" r="r" b="b"/>
                <a:pathLst>
                  <a:path w="6253" h="1808" extrusionOk="0">
                    <a:moveTo>
                      <a:pt x="4554" y="1"/>
                    </a:moveTo>
                    <a:lnTo>
                      <a:pt x="1703" y="191"/>
                    </a:lnTo>
                    <a:lnTo>
                      <a:pt x="1113" y="230"/>
                    </a:lnTo>
                    <a:cubicBezTo>
                      <a:pt x="1066" y="266"/>
                      <a:pt x="1020" y="304"/>
                      <a:pt x="977" y="343"/>
                    </a:cubicBezTo>
                    <a:cubicBezTo>
                      <a:pt x="961" y="357"/>
                      <a:pt x="946" y="370"/>
                      <a:pt x="931" y="384"/>
                    </a:cubicBezTo>
                    <a:cubicBezTo>
                      <a:pt x="291" y="974"/>
                      <a:pt x="1" y="1807"/>
                      <a:pt x="959" y="1807"/>
                    </a:cubicBezTo>
                    <a:cubicBezTo>
                      <a:pt x="1004" y="1807"/>
                      <a:pt x="1052" y="1805"/>
                      <a:pt x="1102" y="1801"/>
                    </a:cubicBezTo>
                    <a:lnTo>
                      <a:pt x="3731" y="1652"/>
                    </a:lnTo>
                    <a:lnTo>
                      <a:pt x="5398" y="1556"/>
                    </a:lnTo>
                    <a:cubicBezTo>
                      <a:pt x="5408" y="1552"/>
                      <a:pt x="5416" y="1549"/>
                      <a:pt x="5424" y="1545"/>
                    </a:cubicBezTo>
                    <a:cubicBezTo>
                      <a:pt x="6076" y="1271"/>
                      <a:pt x="6252" y="481"/>
                      <a:pt x="4899" y="86"/>
                    </a:cubicBezTo>
                    <a:cubicBezTo>
                      <a:pt x="4794" y="55"/>
                      <a:pt x="4678" y="26"/>
                      <a:pt x="4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7350425" y="1552825"/>
                <a:ext cx="63975" cy="104575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4183" extrusionOk="0">
                    <a:moveTo>
                      <a:pt x="2203" y="0"/>
                    </a:moveTo>
                    <a:lnTo>
                      <a:pt x="0" y="757"/>
                    </a:lnTo>
                    <a:lnTo>
                      <a:pt x="687" y="4182"/>
                    </a:lnTo>
                    <a:lnTo>
                      <a:pt x="2559" y="3318"/>
                    </a:lnTo>
                    <a:lnTo>
                      <a:pt x="2211" y="156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rgbClr val="8E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7302325" y="1624925"/>
                <a:ext cx="1553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6215" h="7748" extrusionOk="0">
                    <a:moveTo>
                      <a:pt x="6129" y="1"/>
                    </a:moveTo>
                    <a:lnTo>
                      <a:pt x="5861" y="3"/>
                    </a:lnTo>
                    <a:lnTo>
                      <a:pt x="2367" y="122"/>
                    </a:lnTo>
                    <a:lnTo>
                      <a:pt x="669" y="1360"/>
                    </a:lnTo>
                    <a:cubicBezTo>
                      <a:pt x="0" y="1920"/>
                      <a:pt x="124" y="2983"/>
                      <a:pt x="905" y="3374"/>
                    </a:cubicBezTo>
                    <a:lnTo>
                      <a:pt x="895" y="4660"/>
                    </a:lnTo>
                    <a:lnTo>
                      <a:pt x="884" y="6136"/>
                    </a:lnTo>
                    <a:lnTo>
                      <a:pt x="884" y="6167"/>
                    </a:lnTo>
                    <a:lnTo>
                      <a:pt x="878" y="6958"/>
                    </a:lnTo>
                    <a:lnTo>
                      <a:pt x="3684" y="7435"/>
                    </a:lnTo>
                    <a:lnTo>
                      <a:pt x="5529" y="7748"/>
                    </a:lnTo>
                    <a:lnTo>
                      <a:pt x="5377" y="7328"/>
                    </a:lnTo>
                    <a:lnTo>
                      <a:pt x="4852" y="5869"/>
                    </a:lnTo>
                    <a:lnTo>
                      <a:pt x="4444" y="4737"/>
                    </a:lnTo>
                    <a:cubicBezTo>
                      <a:pt x="4444" y="4737"/>
                      <a:pt x="4811" y="4291"/>
                      <a:pt x="5205" y="3602"/>
                    </a:cubicBezTo>
                    <a:cubicBezTo>
                      <a:pt x="5483" y="3116"/>
                      <a:pt x="5774" y="2508"/>
                      <a:pt x="5961" y="1849"/>
                    </a:cubicBezTo>
                    <a:cubicBezTo>
                      <a:pt x="6130" y="1257"/>
                      <a:pt x="6215" y="625"/>
                      <a:pt x="61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7324400" y="1671150"/>
                <a:ext cx="126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078" h="4318" extrusionOk="0">
                    <a:moveTo>
                      <a:pt x="5078" y="0"/>
                    </a:moveTo>
                    <a:lnTo>
                      <a:pt x="1827" y="622"/>
                    </a:lnTo>
                    <a:lnTo>
                      <a:pt x="12" y="2811"/>
                    </a:lnTo>
                    <a:lnTo>
                      <a:pt x="1" y="4287"/>
                    </a:lnTo>
                    <a:lnTo>
                      <a:pt x="1" y="4318"/>
                    </a:lnTo>
                    <a:cubicBezTo>
                      <a:pt x="1480" y="3619"/>
                      <a:pt x="2678" y="1916"/>
                      <a:pt x="2678" y="1916"/>
                    </a:cubicBezTo>
                    <a:lnTo>
                      <a:pt x="4322" y="1753"/>
                    </a:lnTo>
                    <a:cubicBezTo>
                      <a:pt x="4600" y="1267"/>
                      <a:pt x="4891" y="659"/>
                      <a:pt x="5078" y="0"/>
                    </a:cubicBezTo>
                    <a:close/>
                  </a:path>
                </a:pathLst>
              </a:custGeom>
              <a:solidFill>
                <a:srgbClr val="232321">
                  <a:alpha val="31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7260100" y="1636100"/>
                <a:ext cx="141750" cy="163050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6522" extrusionOk="0">
                    <a:moveTo>
                      <a:pt x="4446" y="0"/>
                    </a:moveTo>
                    <a:cubicBezTo>
                      <a:pt x="4427" y="0"/>
                      <a:pt x="4408" y="1"/>
                      <a:pt x="4388" y="2"/>
                    </a:cubicBezTo>
                    <a:cubicBezTo>
                      <a:pt x="4060" y="20"/>
                      <a:pt x="3746" y="189"/>
                      <a:pt x="3550" y="481"/>
                    </a:cubicBezTo>
                    <a:lnTo>
                      <a:pt x="2704" y="1758"/>
                    </a:lnTo>
                    <a:lnTo>
                      <a:pt x="464" y="4743"/>
                    </a:lnTo>
                    <a:cubicBezTo>
                      <a:pt x="1" y="5360"/>
                      <a:pt x="292" y="6250"/>
                      <a:pt x="1031" y="6474"/>
                    </a:cubicBezTo>
                    <a:cubicBezTo>
                      <a:pt x="1137" y="6506"/>
                      <a:pt x="1245" y="6522"/>
                      <a:pt x="1352" y="6522"/>
                    </a:cubicBezTo>
                    <a:cubicBezTo>
                      <a:pt x="1686" y="6522"/>
                      <a:pt x="2009" y="6372"/>
                      <a:pt x="2223" y="6103"/>
                    </a:cubicBezTo>
                    <a:cubicBezTo>
                      <a:pt x="2877" y="5281"/>
                      <a:pt x="4021" y="3831"/>
                      <a:pt x="4403" y="3260"/>
                    </a:cubicBezTo>
                    <a:cubicBezTo>
                      <a:pt x="4812" y="2648"/>
                      <a:pt x="5153" y="2046"/>
                      <a:pt x="5399" y="1569"/>
                    </a:cubicBezTo>
                    <a:cubicBezTo>
                      <a:pt x="5670" y="1044"/>
                      <a:pt x="5470" y="402"/>
                      <a:pt x="4948" y="125"/>
                    </a:cubicBezTo>
                    <a:cubicBezTo>
                      <a:pt x="4788" y="41"/>
                      <a:pt x="4616" y="0"/>
                      <a:pt x="44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>
                <a:off x="7322500" y="1499375"/>
                <a:ext cx="98475" cy="11247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4499" extrusionOk="0">
                    <a:moveTo>
                      <a:pt x="2488" y="0"/>
                    </a:moveTo>
                    <a:cubicBezTo>
                      <a:pt x="2345" y="0"/>
                      <a:pt x="2204" y="13"/>
                      <a:pt x="2067" y="38"/>
                    </a:cubicBezTo>
                    <a:cubicBezTo>
                      <a:pt x="2002" y="50"/>
                      <a:pt x="1938" y="64"/>
                      <a:pt x="1875" y="81"/>
                    </a:cubicBezTo>
                    <a:lnTo>
                      <a:pt x="1861" y="84"/>
                    </a:lnTo>
                    <a:lnTo>
                      <a:pt x="1736" y="123"/>
                    </a:lnTo>
                    <a:lnTo>
                      <a:pt x="1733" y="123"/>
                    </a:lnTo>
                    <a:cubicBezTo>
                      <a:pt x="1018" y="363"/>
                      <a:pt x="420" y="954"/>
                      <a:pt x="195" y="1707"/>
                    </a:cubicBezTo>
                    <a:cubicBezTo>
                      <a:pt x="0" y="2356"/>
                      <a:pt x="5" y="2964"/>
                      <a:pt x="55" y="3485"/>
                    </a:cubicBezTo>
                    <a:cubicBezTo>
                      <a:pt x="112" y="4076"/>
                      <a:pt x="607" y="4498"/>
                      <a:pt x="1162" y="4498"/>
                    </a:cubicBezTo>
                    <a:cubicBezTo>
                      <a:pt x="1275" y="4498"/>
                      <a:pt x="1391" y="4480"/>
                      <a:pt x="1506" y="4443"/>
                    </a:cubicBezTo>
                    <a:lnTo>
                      <a:pt x="2290" y="4190"/>
                    </a:lnTo>
                    <a:cubicBezTo>
                      <a:pt x="2794" y="4027"/>
                      <a:pt x="3177" y="3614"/>
                      <a:pt x="3304" y="3100"/>
                    </a:cubicBezTo>
                    <a:lnTo>
                      <a:pt x="3537" y="2148"/>
                    </a:lnTo>
                    <a:lnTo>
                      <a:pt x="3625" y="1792"/>
                    </a:lnTo>
                    <a:lnTo>
                      <a:pt x="3815" y="1014"/>
                    </a:lnTo>
                    <a:cubicBezTo>
                      <a:pt x="3939" y="511"/>
                      <a:pt x="3565" y="24"/>
                      <a:pt x="3047" y="12"/>
                    </a:cubicBezTo>
                    <a:lnTo>
                      <a:pt x="2539" y="1"/>
                    </a:lnTo>
                    <a:cubicBezTo>
                      <a:pt x="2522" y="0"/>
                      <a:pt x="2505" y="0"/>
                      <a:pt x="2488" y="0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7309825" y="1542425"/>
                <a:ext cx="33275" cy="34875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1395" extrusionOk="0">
                    <a:moveTo>
                      <a:pt x="1330" y="0"/>
                    </a:moveTo>
                    <a:lnTo>
                      <a:pt x="665" y="119"/>
                    </a:lnTo>
                    <a:cubicBezTo>
                      <a:pt x="591" y="515"/>
                      <a:pt x="358" y="643"/>
                      <a:pt x="185" y="683"/>
                    </a:cubicBezTo>
                    <a:cubicBezTo>
                      <a:pt x="74" y="708"/>
                      <a:pt x="1" y="813"/>
                      <a:pt x="16" y="926"/>
                    </a:cubicBezTo>
                    <a:cubicBezTo>
                      <a:pt x="35" y="1075"/>
                      <a:pt x="142" y="1198"/>
                      <a:pt x="284" y="1241"/>
                    </a:cubicBezTo>
                    <a:lnTo>
                      <a:pt x="794" y="1392"/>
                    </a:lnTo>
                    <a:cubicBezTo>
                      <a:pt x="812" y="1394"/>
                      <a:pt x="830" y="1395"/>
                      <a:pt x="847" y="1395"/>
                    </a:cubicBezTo>
                    <a:cubicBezTo>
                      <a:pt x="1098" y="1395"/>
                      <a:pt x="1309" y="1193"/>
                      <a:pt x="1313" y="935"/>
                    </a:cubicBezTo>
                    <a:lnTo>
                      <a:pt x="1330" y="0"/>
                    </a:ln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>
                <a:off x="7329300" y="1545900"/>
                <a:ext cx="855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342" h="727" extrusionOk="0">
                    <a:moveTo>
                      <a:pt x="178" y="1"/>
                    </a:moveTo>
                    <a:cubicBezTo>
                      <a:pt x="88" y="1"/>
                      <a:pt x="10" y="160"/>
                      <a:pt x="5" y="360"/>
                    </a:cubicBezTo>
                    <a:cubicBezTo>
                      <a:pt x="0" y="560"/>
                      <a:pt x="70" y="724"/>
                      <a:pt x="162" y="727"/>
                    </a:cubicBezTo>
                    <a:cubicBezTo>
                      <a:pt x="162" y="727"/>
                      <a:pt x="163" y="727"/>
                      <a:pt x="164" y="727"/>
                    </a:cubicBezTo>
                    <a:cubicBezTo>
                      <a:pt x="254" y="727"/>
                      <a:pt x="331" y="566"/>
                      <a:pt x="335" y="368"/>
                    </a:cubicBezTo>
                    <a:cubicBezTo>
                      <a:pt x="341" y="168"/>
                      <a:pt x="270" y="3"/>
                      <a:pt x="179" y="1"/>
                    </a:cubicBezTo>
                    <a:cubicBezTo>
                      <a:pt x="178" y="1"/>
                      <a:pt x="178" y="1"/>
                      <a:pt x="1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9" name="Google Shape;179;p15"/>
              <p:cNvSpPr/>
              <p:nvPr/>
            </p:nvSpPr>
            <p:spPr>
              <a:xfrm>
                <a:off x="7328975" y="1524225"/>
                <a:ext cx="1725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690" h="365" extrusionOk="0">
                    <a:moveTo>
                      <a:pt x="274" y="0"/>
                    </a:moveTo>
                    <a:cubicBezTo>
                      <a:pt x="99" y="0"/>
                      <a:pt x="1" y="138"/>
                      <a:pt x="303" y="296"/>
                    </a:cubicBezTo>
                    <a:cubicBezTo>
                      <a:pt x="394" y="345"/>
                      <a:pt x="469" y="365"/>
                      <a:pt x="525" y="365"/>
                    </a:cubicBezTo>
                    <a:cubicBezTo>
                      <a:pt x="679" y="365"/>
                      <a:pt x="690" y="213"/>
                      <a:pt x="512" y="81"/>
                    </a:cubicBezTo>
                    <a:cubicBezTo>
                      <a:pt x="435" y="25"/>
                      <a:pt x="348" y="0"/>
                      <a:pt x="274" y="0"/>
                    </a:cubicBezTo>
                    <a:close/>
                  </a:path>
                </a:pathLst>
              </a:custGeom>
              <a:solidFill>
                <a:srgbClr val="3623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0" name="Google Shape;180;p15"/>
              <p:cNvSpPr/>
              <p:nvPr/>
            </p:nvSpPr>
            <p:spPr>
              <a:xfrm>
                <a:off x="7329700" y="1580575"/>
                <a:ext cx="19775" cy="897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359" extrusionOk="0">
                    <a:moveTo>
                      <a:pt x="489" y="1"/>
                    </a:moveTo>
                    <a:cubicBezTo>
                      <a:pt x="306" y="1"/>
                      <a:pt x="100" y="17"/>
                      <a:pt x="53" y="86"/>
                    </a:cubicBezTo>
                    <a:cubicBezTo>
                      <a:pt x="0" y="165"/>
                      <a:pt x="209" y="359"/>
                      <a:pt x="425" y="359"/>
                    </a:cubicBezTo>
                    <a:cubicBezTo>
                      <a:pt x="569" y="359"/>
                      <a:pt x="715" y="273"/>
                      <a:pt x="790" y="13"/>
                    </a:cubicBezTo>
                    <a:cubicBezTo>
                      <a:pt x="790" y="13"/>
                      <a:pt x="649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>
                <a:off x="7338350" y="1490025"/>
                <a:ext cx="131925" cy="82675"/>
              </a:xfrm>
              <a:custGeom>
                <a:avLst/>
                <a:gdLst/>
                <a:ahLst/>
                <a:cxnLst/>
                <a:rect l="l" t="t" r="r" b="b"/>
                <a:pathLst>
                  <a:path w="5277" h="3307" extrusionOk="0">
                    <a:moveTo>
                      <a:pt x="2186" y="1"/>
                    </a:moveTo>
                    <a:cubicBezTo>
                      <a:pt x="1541" y="1"/>
                      <a:pt x="1033" y="147"/>
                      <a:pt x="986" y="274"/>
                    </a:cubicBezTo>
                    <a:cubicBezTo>
                      <a:pt x="473" y="1081"/>
                      <a:pt x="1" y="3101"/>
                      <a:pt x="1347" y="3118"/>
                    </a:cubicBezTo>
                    <a:lnTo>
                      <a:pt x="4068" y="3307"/>
                    </a:lnTo>
                    <a:cubicBezTo>
                      <a:pt x="4068" y="3307"/>
                      <a:pt x="5277" y="1709"/>
                      <a:pt x="4504" y="869"/>
                    </a:cubicBezTo>
                    <a:cubicBezTo>
                      <a:pt x="3890" y="202"/>
                      <a:pt x="2944" y="1"/>
                      <a:pt x="2186" y="1"/>
                    </a:cubicBezTo>
                    <a:close/>
                  </a:path>
                </a:pathLst>
              </a:custGeom>
              <a:solidFill>
                <a:srgbClr val="3623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>
                <a:off x="7348450" y="1524050"/>
                <a:ext cx="135475" cy="163150"/>
              </a:xfrm>
              <a:custGeom>
                <a:avLst/>
                <a:gdLst/>
                <a:ahLst/>
                <a:cxnLst/>
                <a:rect l="l" t="t" r="r" b="b"/>
                <a:pathLst>
                  <a:path w="5419" h="6526" extrusionOk="0">
                    <a:moveTo>
                      <a:pt x="4340" y="0"/>
                    </a:moveTo>
                    <a:lnTo>
                      <a:pt x="674" y="1704"/>
                    </a:lnTo>
                    <a:cubicBezTo>
                      <a:pt x="1393" y="2908"/>
                      <a:pt x="0" y="3626"/>
                      <a:pt x="894" y="5489"/>
                    </a:cubicBezTo>
                    <a:cubicBezTo>
                      <a:pt x="1246" y="6221"/>
                      <a:pt x="2001" y="6526"/>
                      <a:pt x="2789" y="6526"/>
                    </a:cubicBezTo>
                    <a:cubicBezTo>
                      <a:pt x="3211" y="6526"/>
                      <a:pt x="3643" y="6439"/>
                      <a:pt x="4028" y="6283"/>
                    </a:cubicBezTo>
                    <a:cubicBezTo>
                      <a:pt x="5002" y="5890"/>
                      <a:pt x="5419" y="5071"/>
                      <a:pt x="5107" y="4285"/>
                    </a:cubicBezTo>
                    <a:cubicBezTo>
                      <a:pt x="4663" y="3167"/>
                      <a:pt x="4436" y="1980"/>
                      <a:pt x="4403" y="778"/>
                    </a:cubicBezTo>
                    <a:cubicBezTo>
                      <a:pt x="4396" y="520"/>
                      <a:pt x="4376" y="259"/>
                      <a:pt x="4340" y="0"/>
                    </a:cubicBezTo>
                    <a:close/>
                  </a:path>
                </a:pathLst>
              </a:custGeom>
              <a:solidFill>
                <a:srgbClr val="3623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7358300" y="1553850"/>
                <a:ext cx="2827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509" extrusionOk="0">
                    <a:moveTo>
                      <a:pt x="575" y="0"/>
                    </a:moveTo>
                    <a:cubicBezTo>
                      <a:pt x="401" y="0"/>
                      <a:pt x="198" y="126"/>
                      <a:pt x="1" y="432"/>
                    </a:cubicBezTo>
                    <a:lnTo>
                      <a:pt x="121" y="1427"/>
                    </a:lnTo>
                    <a:cubicBezTo>
                      <a:pt x="121" y="1427"/>
                      <a:pt x="276" y="1509"/>
                      <a:pt x="460" y="1509"/>
                    </a:cubicBezTo>
                    <a:cubicBezTo>
                      <a:pt x="664" y="1509"/>
                      <a:pt x="903" y="1408"/>
                      <a:pt x="1004" y="984"/>
                    </a:cubicBezTo>
                    <a:cubicBezTo>
                      <a:pt x="1130" y="455"/>
                      <a:pt x="906" y="0"/>
                      <a:pt x="575" y="0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7362225" y="1589525"/>
                <a:ext cx="110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42" h="442" extrusionOk="0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2"/>
                      <a:pt x="221" y="442"/>
                    </a:cubicBezTo>
                    <a:cubicBezTo>
                      <a:pt x="343" y="442"/>
                      <a:pt x="442" y="342"/>
                      <a:pt x="442" y="221"/>
                    </a:cubicBezTo>
                    <a:cubicBezTo>
                      <a:pt x="442" y="100"/>
                      <a:pt x="343" y="0"/>
                      <a:pt x="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7361525" y="1569150"/>
                <a:ext cx="995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398" h="491" fill="none" extrusionOk="0">
                    <a:moveTo>
                      <a:pt x="1" y="491"/>
                    </a:moveTo>
                    <a:lnTo>
                      <a:pt x="398" y="0"/>
                    </a:lnTo>
                  </a:path>
                </a:pathLst>
              </a:custGeom>
              <a:noFill/>
              <a:ln w="475" cap="flat" cmpd="sng">
                <a:solidFill>
                  <a:srgbClr val="4F333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7306000" y="1788000"/>
                <a:ext cx="186250" cy="328025"/>
              </a:xfrm>
              <a:custGeom>
                <a:avLst/>
                <a:gdLst/>
                <a:ahLst/>
                <a:cxnLst/>
                <a:rect l="l" t="t" r="r" b="b"/>
                <a:pathLst>
                  <a:path w="7450" h="13121" extrusionOk="0">
                    <a:moveTo>
                      <a:pt x="4616" y="1"/>
                    </a:moveTo>
                    <a:lnTo>
                      <a:pt x="4149" y="3"/>
                    </a:lnTo>
                    <a:lnTo>
                      <a:pt x="1081" y="18"/>
                    </a:lnTo>
                    <a:lnTo>
                      <a:pt x="1" y="13121"/>
                    </a:lnTo>
                    <a:lnTo>
                      <a:pt x="7450" y="13121"/>
                    </a:lnTo>
                    <a:lnTo>
                      <a:pt x="6875" y="11329"/>
                    </a:lnTo>
                    <a:cubicBezTo>
                      <a:pt x="6875" y="11329"/>
                      <a:pt x="6819" y="4563"/>
                      <a:pt x="6510" y="3400"/>
                    </a:cubicBezTo>
                    <a:cubicBezTo>
                      <a:pt x="6310" y="2644"/>
                      <a:pt x="5911" y="1885"/>
                      <a:pt x="5531" y="1278"/>
                    </a:cubicBezTo>
                    <a:cubicBezTo>
                      <a:pt x="5058" y="523"/>
                      <a:pt x="4616" y="1"/>
                      <a:pt x="46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7330100" y="1788000"/>
                <a:ext cx="1142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1427" extrusionOk="0">
                    <a:moveTo>
                      <a:pt x="3652" y="1"/>
                    </a:moveTo>
                    <a:lnTo>
                      <a:pt x="3185" y="3"/>
                    </a:lnTo>
                    <a:lnTo>
                      <a:pt x="117" y="18"/>
                    </a:lnTo>
                    <a:lnTo>
                      <a:pt x="0" y="1426"/>
                    </a:lnTo>
                    <a:lnTo>
                      <a:pt x="4567" y="1278"/>
                    </a:lnTo>
                    <a:cubicBezTo>
                      <a:pt x="4094" y="523"/>
                      <a:pt x="3652" y="1"/>
                      <a:pt x="36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8" name="Google Shape;188;p15"/>
              <p:cNvSpPr/>
              <p:nvPr/>
            </p:nvSpPr>
            <p:spPr>
              <a:xfrm>
                <a:off x="7409425" y="1788000"/>
                <a:ext cx="82825" cy="328025"/>
              </a:xfrm>
              <a:custGeom>
                <a:avLst/>
                <a:gdLst/>
                <a:ahLst/>
                <a:cxnLst/>
                <a:rect l="l" t="t" r="r" b="b"/>
                <a:pathLst>
                  <a:path w="3313" h="13121" extrusionOk="0">
                    <a:moveTo>
                      <a:pt x="479" y="1"/>
                    </a:moveTo>
                    <a:lnTo>
                      <a:pt x="12" y="3"/>
                    </a:lnTo>
                    <a:lnTo>
                      <a:pt x="1" y="71"/>
                    </a:lnTo>
                    <a:cubicBezTo>
                      <a:pt x="2804" y="3314"/>
                      <a:pt x="1394" y="11251"/>
                      <a:pt x="1394" y="11251"/>
                    </a:cubicBezTo>
                    <a:lnTo>
                      <a:pt x="1879" y="13121"/>
                    </a:lnTo>
                    <a:lnTo>
                      <a:pt x="3313" y="13121"/>
                    </a:lnTo>
                    <a:lnTo>
                      <a:pt x="2738" y="11329"/>
                    </a:lnTo>
                    <a:cubicBezTo>
                      <a:pt x="2738" y="11329"/>
                      <a:pt x="2682" y="4563"/>
                      <a:pt x="2373" y="3400"/>
                    </a:cubicBezTo>
                    <a:cubicBezTo>
                      <a:pt x="1923" y="1702"/>
                      <a:pt x="479" y="1"/>
                      <a:pt x="4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>
                <a:off x="7380675" y="1908975"/>
                <a:ext cx="82400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3296" h="422" fill="none" extrusionOk="0">
                    <a:moveTo>
                      <a:pt x="3296" y="1"/>
                    </a:moveTo>
                    <a:lnTo>
                      <a:pt x="1" y="421"/>
                    </a:lnTo>
                  </a:path>
                </a:pathLst>
              </a:custGeom>
              <a:noFill/>
              <a:ln w="950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7180825" y="1713375"/>
                <a:ext cx="1444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778" h="3134" extrusionOk="0">
                    <a:moveTo>
                      <a:pt x="755" y="1"/>
                    </a:moveTo>
                    <a:lnTo>
                      <a:pt x="1" y="499"/>
                    </a:lnTo>
                    <a:cubicBezTo>
                      <a:pt x="1" y="499"/>
                      <a:pt x="1678" y="2399"/>
                      <a:pt x="3701" y="3061"/>
                    </a:cubicBezTo>
                    <a:cubicBezTo>
                      <a:pt x="3854" y="3111"/>
                      <a:pt x="4000" y="3134"/>
                      <a:pt x="4137" y="3134"/>
                    </a:cubicBezTo>
                    <a:cubicBezTo>
                      <a:pt x="5251" y="3134"/>
                      <a:pt x="5778" y="1637"/>
                      <a:pt x="4430" y="1083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7134425" y="1675925"/>
                <a:ext cx="69950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2273" extrusionOk="0">
                    <a:moveTo>
                      <a:pt x="0" y="0"/>
                    </a:moveTo>
                    <a:lnTo>
                      <a:pt x="1874" y="2014"/>
                    </a:lnTo>
                    <a:lnTo>
                      <a:pt x="2541" y="2273"/>
                    </a:lnTo>
                    <a:lnTo>
                      <a:pt x="2797" y="8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>
                <a:off x="7189775" y="1686200"/>
                <a:ext cx="20550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585" extrusionOk="0">
                    <a:moveTo>
                      <a:pt x="408" y="1"/>
                    </a:moveTo>
                    <a:cubicBezTo>
                      <a:pt x="374" y="1"/>
                      <a:pt x="339" y="5"/>
                      <a:pt x="305" y="14"/>
                    </a:cubicBezTo>
                    <a:cubicBezTo>
                      <a:pt x="154" y="55"/>
                      <a:pt x="42" y="180"/>
                      <a:pt x="18" y="334"/>
                    </a:cubicBezTo>
                    <a:cubicBezTo>
                      <a:pt x="0" y="442"/>
                      <a:pt x="79" y="541"/>
                      <a:pt x="188" y="549"/>
                    </a:cubicBezTo>
                    <a:lnTo>
                      <a:pt x="601" y="584"/>
                    </a:lnTo>
                    <a:cubicBezTo>
                      <a:pt x="606" y="584"/>
                      <a:pt x="611" y="584"/>
                      <a:pt x="617" y="584"/>
                    </a:cubicBezTo>
                    <a:cubicBezTo>
                      <a:pt x="732" y="584"/>
                      <a:pt x="821" y="481"/>
                      <a:pt x="802" y="365"/>
                    </a:cubicBezTo>
                    <a:lnTo>
                      <a:pt x="795" y="328"/>
                    </a:lnTo>
                    <a:cubicBezTo>
                      <a:pt x="762" y="134"/>
                      <a:pt x="594" y="1"/>
                      <a:pt x="408" y="1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7124150" y="1654475"/>
                <a:ext cx="52150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2086" h="1549" extrusionOk="0">
                    <a:moveTo>
                      <a:pt x="287" y="0"/>
                    </a:moveTo>
                    <a:cubicBezTo>
                      <a:pt x="175" y="0"/>
                      <a:pt x="66" y="64"/>
                      <a:pt x="14" y="172"/>
                    </a:cubicBezTo>
                    <a:cubicBezTo>
                      <a:pt x="12" y="177"/>
                      <a:pt x="10" y="182"/>
                      <a:pt x="9" y="187"/>
                    </a:cubicBezTo>
                    <a:cubicBezTo>
                      <a:pt x="1" y="220"/>
                      <a:pt x="14" y="257"/>
                      <a:pt x="45" y="275"/>
                    </a:cubicBezTo>
                    <a:cubicBezTo>
                      <a:pt x="236" y="389"/>
                      <a:pt x="367" y="583"/>
                      <a:pt x="402" y="803"/>
                    </a:cubicBezTo>
                    <a:lnTo>
                      <a:pt x="411" y="859"/>
                    </a:lnTo>
                    <a:lnTo>
                      <a:pt x="2086" y="1549"/>
                    </a:lnTo>
                    <a:lnTo>
                      <a:pt x="2046" y="1518"/>
                    </a:lnTo>
                    <a:lnTo>
                      <a:pt x="807" y="571"/>
                    </a:lnTo>
                    <a:cubicBezTo>
                      <a:pt x="798" y="378"/>
                      <a:pt x="695" y="203"/>
                      <a:pt x="530" y="100"/>
                    </a:cubicBezTo>
                    <a:lnTo>
                      <a:pt x="520" y="94"/>
                    </a:lnTo>
                    <a:lnTo>
                      <a:pt x="425" y="35"/>
                    </a:lnTo>
                    <a:cubicBezTo>
                      <a:pt x="403" y="24"/>
                      <a:pt x="380" y="14"/>
                      <a:pt x="359" y="9"/>
                    </a:cubicBezTo>
                    <a:cubicBezTo>
                      <a:pt x="335" y="3"/>
                      <a:pt x="311" y="0"/>
                      <a:pt x="287" y="0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7130625" y="1656825"/>
                <a:ext cx="2910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1382" extrusionOk="0">
                    <a:moveTo>
                      <a:pt x="261" y="0"/>
                    </a:moveTo>
                    <a:cubicBezTo>
                      <a:pt x="158" y="7"/>
                      <a:pt x="62" y="69"/>
                      <a:pt x="14" y="171"/>
                    </a:cubicBezTo>
                    <a:cubicBezTo>
                      <a:pt x="12" y="175"/>
                      <a:pt x="9" y="181"/>
                      <a:pt x="8" y="186"/>
                    </a:cubicBezTo>
                    <a:cubicBezTo>
                      <a:pt x="0" y="219"/>
                      <a:pt x="14" y="255"/>
                      <a:pt x="45" y="274"/>
                    </a:cubicBezTo>
                    <a:cubicBezTo>
                      <a:pt x="236" y="388"/>
                      <a:pt x="397" y="562"/>
                      <a:pt x="431" y="928"/>
                    </a:cubicBezTo>
                    <a:lnTo>
                      <a:pt x="1164" y="1381"/>
                    </a:lnTo>
                    <a:lnTo>
                      <a:pt x="614" y="880"/>
                    </a:lnTo>
                    <a:lnTo>
                      <a:pt x="548" y="477"/>
                    </a:lnTo>
                    <a:cubicBezTo>
                      <a:pt x="539" y="284"/>
                      <a:pt x="436" y="109"/>
                      <a:pt x="271" y="6"/>
                    </a:cubicBez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8E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5" name="Google Shape;195;p15"/>
              <p:cNvSpPr/>
              <p:nvPr/>
            </p:nvSpPr>
            <p:spPr>
              <a:xfrm>
                <a:off x="7135625" y="1657375"/>
                <a:ext cx="52250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1549" extrusionOk="0">
                    <a:moveTo>
                      <a:pt x="289" y="0"/>
                    </a:moveTo>
                    <a:cubicBezTo>
                      <a:pt x="177" y="0"/>
                      <a:pt x="69" y="63"/>
                      <a:pt x="17" y="172"/>
                    </a:cubicBezTo>
                    <a:cubicBezTo>
                      <a:pt x="0" y="209"/>
                      <a:pt x="13" y="254"/>
                      <a:pt x="48" y="275"/>
                    </a:cubicBezTo>
                    <a:cubicBezTo>
                      <a:pt x="239" y="390"/>
                      <a:pt x="369" y="583"/>
                      <a:pt x="405" y="803"/>
                    </a:cubicBezTo>
                    <a:lnTo>
                      <a:pt x="414" y="858"/>
                    </a:lnTo>
                    <a:lnTo>
                      <a:pt x="2090" y="1548"/>
                    </a:lnTo>
                    <a:lnTo>
                      <a:pt x="810" y="572"/>
                    </a:lnTo>
                    <a:cubicBezTo>
                      <a:pt x="800" y="379"/>
                      <a:pt x="696" y="202"/>
                      <a:pt x="533" y="100"/>
                    </a:cubicBezTo>
                    <a:lnTo>
                      <a:pt x="428" y="34"/>
                    </a:lnTo>
                    <a:cubicBezTo>
                      <a:pt x="383" y="11"/>
                      <a:pt x="336" y="0"/>
                      <a:pt x="289" y="0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6" name="Google Shape;196;p15"/>
              <p:cNvSpPr/>
              <p:nvPr/>
            </p:nvSpPr>
            <p:spPr>
              <a:xfrm>
                <a:off x="7330775" y="1492425"/>
                <a:ext cx="62200" cy="516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065" extrusionOk="0">
                    <a:moveTo>
                      <a:pt x="1721" y="0"/>
                    </a:moveTo>
                    <a:cubicBezTo>
                      <a:pt x="1634" y="0"/>
                      <a:pt x="1521" y="27"/>
                      <a:pt x="1380" y="88"/>
                    </a:cubicBezTo>
                    <a:cubicBezTo>
                      <a:pt x="1" y="677"/>
                      <a:pt x="476" y="1542"/>
                      <a:pt x="1374" y="2064"/>
                    </a:cubicBezTo>
                    <a:cubicBezTo>
                      <a:pt x="1374" y="2064"/>
                      <a:pt x="2487" y="0"/>
                      <a:pt x="1721" y="0"/>
                    </a:cubicBezTo>
                    <a:close/>
                  </a:path>
                </a:pathLst>
              </a:custGeom>
              <a:solidFill>
                <a:srgbClr val="3623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97" name="Google Shape;197;p15"/>
            <p:cNvCxnSpPr/>
            <p:nvPr/>
          </p:nvCxnSpPr>
          <p:spPr>
            <a:xfrm>
              <a:off x="5638950" y="3861513"/>
              <a:ext cx="2579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7525385" y="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2990941" y="901477"/>
            <a:ext cx="441600" cy="441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03" name="Google Shape;203;p16"/>
          <p:cNvGrpSpPr/>
          <p:nvPr/>
        </p:nvGrpSpPr>
        <p:grpSpPr>
          <a:xfrm>
            <a:off x="3533880" y="901477"/>
            <a:ext cx="5378206" cy="907445"/>
            <a:chOff x="4302499" y="1660850"/>
            <a:chExt cx="5378206" cy="907445"/>
          </a:xfrm>
        </p:grpSpPr>
        <p:sp>
          <p:nvSpPr>
            <p:cNvPr id="204" name="Google Shape;204;p16"/>
            <p:cNvSpPr/>
            <p:nvPr/>
          </p:nvSpPr>
          <p:spPr>
            <a:xfrm flipH="1">
              <a:off x="4326601" y="1660850"/>
              <a:ext cx="4267427" cy="388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Increasing Job Opportunities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05" name="Google Shape;205;p16"/>
            <p:cNvSpPr txBox="1"/>
            <p:nvPr/>
          </p:nvSpPr>
          <p:spPr>
            <a:xfrm>
              <a:off x="4302499" y="2051187"/>
              <a:ext cx="5378206" cy="517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The growing number of jobs and internships makes it difficult for candidates to identify the opportunities that best match their skills and experience.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720000" y="274925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PROBLEM STATEMENT</a:t>
            </a:r>
            <a:endParaRPr sz="3000" b="1" dirty="0">
              <a:latin typeface="Fira Sans Extra Condensed" panose="020B0503050000020004"/>
              <a:ea typeface="Fira Sans Extra Condensed" panose="020B0503050000020004"/>
              <a:cs typeface="Fira Sans Extra Condensed" panose="020B0503050000020004"/>
              <a:sym typeface="Fira Sans Extra Condensed" panose="020B0503050000020004"/>
            </a:endParaRPr>
          </a:p>
        </p:txBody>
      </p:sp>
      <p:grpSp>
        <p:nvGrpSpPr>
          <p:cNvPr id="207" name="Google Shape;207;p16"/>
          <p:cNvGrpSpPr/>
          <p:nvPr/>
        </p:nvGrpSpPr>
        <p:grpSpPr>
          <a:xfrm>
            <a:off x="-17831" y="594816"/>
            <a:ext cx="2868513" cy="2949498"/>
            <a:chOff x="1164789" y="1520900"/>
            <a:chExt cx="2868513" cy="2949498"/>
          </a:xfrm>
        </p:grpSpPr>
        <p:sp>
          <p:nvSpPr>
            <p:cNvPr id="208" name="Google Shape;208;p16"/>
            <p:cNvSpPr/>
            <p:nvPr/>
          </p:nvSpPr>
          <p:spPr>
            <a:xfrm>
              <a:off x="1646505" y="2005571"/>
              <a:ext cx="2213023" cy="2464827"/>
            </a:xfrm>
            <a:custGeom>
              <a:avLst/>
              <a:gdLst/>
              <a:ahLst/>
              <a:cxnLst/>
              <a:rect l="l" t="t" r="r" b="b"/>
              <a:pathLst>
                <a:path w="20921" h="23302" extrusionOk="0">
                  <a:moveTo>
                    <a:pt x="20167" y="1598"/>
                  </a:moveTo>
                  <a:lnTo>
                    <a:pt x="7785" y="1598"/>
                  </a:lnTo>
                  <a:lnTo>
                    <a:pt x="7069" y="284"/>
                  </a:lnTo>
                  <a:cubicBezTo>
                    <a:pt x="6974" y="109"/>
                    <a:pt x="6791" y="0"/>
                    <a:pt x="6593" y="0"/>
                  </a:cubicBezTo>
                  <a:lnTo>
                    <a:pt x="541" y="0"/>
                  </a:lnTo>
                  <a:cubicBezTo>
                    <a:pt x="243" y="0"/>
                    <a:pt x="1" y="242"/>
                    <a:pt x="1" y="542"/>
                  </a:cubicBezTo>
                  <a:lnTo>
                    <a:pt x="1" y="1598"/>
                  </a:lnTo>
                  <a:lnTo>
                    <a:pt x="1" y="22547"/>
                  </a:lnTo>
                  <a:cubicBezTo>
                    <a:pt x="1" y="22963"/>
                    <a:pt x="338" y="23301"/>
                    <a:pt x="754" y="23301"/>
                  </a:cubicBezTo>
                  <a:lnTo>
                    <a:pt x="20167" y="23301"/>
                  </a:lnTo>
                  <a:cubicBezTo>
                    <a:pt x="20584" y="23301"/>
                    <a:pt x="20921" y="22963"/>
                    <a:pt x="20921" y="22547"/>
                  </a:cubicBezTo>
                  <a:lnTo>
                    <a:pt x="20921" y="2352"/>
                  </a:lnTo>
                  <a:cubicBezTo>
                    <a:pt x="20921" y="1936"/>
                    <a:pt x="20584" y="1598"/>
                    <a:pt x="20167" y="15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1548237" y="2076230"/>
              <a:ext cx="2211119" cy="2293891"/>
            </a:xfrm>
            <a:custGeom>
              <a:avLst/>
              <a:gdLst/>
              <a:ahLst/>
              <a:cxnLst/>
              <a:rect l="l" t="t" r="r" b="b"/>
              <a:pathLst>
                <a:path w="20903" h="21686" extrusionOk="0">
                  <a:moveTo>
                    <a:pt x="744" y="21686"/>
                  </a:moveTo>
                  <a:cubicBezTo>
                    <a:pt x="334" y="21686"/>
                    <a:pt x="0" y="21352"/>
                    <a:pt x="0" y="20942"/>
                  </a:cubicBezTo>
                  <a:lnTo>
                    <a:pt x="0" y="1"/>
                  </a:lnTo>
                  <a:lnTo>
                    <a:pt x="20159" y="1"/>
                  </a:lnTo>
                  <a:cubicBezTo>
                    <a:pt x="20568" y="1"/>
                    <a:pt x="20902" y="335"/>
                    <a:pt x="20902" y="745"/>
                  </a:cubicBezTo>
                  <a:lnTo>
                    <a:pt x="20902" y="20942"/>
                  </a:lnTo>
                  <a:cubicBezTo>
                    <a:pt x="20902" y="21352"/>
                    <a:pt x="20568" y="21686"/>
                    <a:pt x="20159" y="216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1547285" y="2075278"/>
              <a:ext cx="2213129" cy="2295795"/>
            </a:xfrm>
            <a:custGeom>
              <a:avLst/>
              <a:gdLst/>
              <a:ahLst/>
              <a:cxnLst/>
              <a:rect l="l" t="t" r="r" b="b"/>
              <a:pathLst>
                <a:path w="20922" h="21704" extrusionOk="0">
                  <a:moveTo>
                    <a:pt x="20168" y="1"/>
                  </a:moveTo>
                  <a:lnTo>
                    <a:pt x="0" y="1"/>
                  </a:lnTo>
                  <a:lnTo>
                    <a:pt x="0" y="20951"/>
                  </a:lnTo>
                  <a:cubicBezTo>
                    <a:pt x="0" y="21367"/>
                    <a:pt x="337" y="21704"/>
                    <a:pt x="753" y="21704"/>
                  </a:cubicBezTo>
                  <a:lnTo>
                    <a:pt x="20168" y="21704"/>
                  </a:lnTo>
                  <a:cubicBezTo>
                    <a:pt x="20584" y="21704"/>
                    <a:pt x="20921" y="21367"/>
                    <a:pt x="20921" y="20951"/>
                  </a:cubicBezTo>
                  <a:lnTo>
                    <a:pt x="20921" y="754"/>
                  </a:lnTo>
                  <a:cubicBezTo>
                    <a:pt x="20921" y="338"/>
                    <a:pt x="20584" y="1"/>
                    <a:pt x="20168" y="1"/>
                  </a:cubicBezTo>
                  <a:close/>
                  <a:moveTo>
                    <a:pt x="20168" y="20"/>
                  </a:moveTo>
                  <a:cubicBezTo>
                    <a:pt x="20573" y="20"/>
                    <a:pt x="20902" y="349"/>
                    <a:pt x="20902" y="754"/>
                  </a:cubicBezTo>
                  <a:lnTo>
                    <a:pt x="20902" y="20951"/>
                  </a:lnTo>
                  <a:cubicBezTo>
                    <a:pt x="20902" y="21355"/>
                    <a:pt x="20573" y="21685"/>
                    <a:pt x="20168" y="21685"/>
                  </a:cubicBezTo>
                  <a:lnTo>
                    <a:pt x="753" y="21685"/>
                  </a:lnTo>
                  <a:cubicBezTo>
                    <a:pt x="349" y="21685"/>
                    <a:pt x="20" y="21355"/>
                    <a:pt x="20" y="20951"/>
                  </a:cubicBezTo>
                  <a:lnTo>
                    <a:pt x="20" y="20"/>
                  </a:lnTo>
                  <a:lnTo>
                    <a:pt x="20168" y="2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1668825" y="2922341"/>
              <a:ext cx="922719" cy="1018637"/>
            </a:xfrm>
            <a:custGeom>
              <a:avLst/>
              <a:gdLst/>
              <a:ahLst/>
              <a:cxnLst/>
              <a:rect l="l" t="t" r="r" b="b"/>
              <a:pathLst>
                <a:path w="8723" h="9630" extrusionOk="0">
                  <a:moveTo>
                    <a:pt x="8113" y="9630"/>
                  </a:moveTo>
                  <a:lnTo>
                    <a:pt x="609" y="9630"/>
                  </a:lnTo>
                  <a:cubicBezTo>
                    <a:pt x="273" y="9630"/>
                    <a:pt x="0" y="9356"/>
                    <a:pt x="0" y="9020"/>
                  </a:cubicBezTo>
                  <a:lnTo>
                    <a:pt x="0" y="609"/>
                  </a:lnTo>
                  <a:cubicBezTo>
                    <a:pt x="0" y="273"/>
                    <a:pt x="273" y="1"/>
                    <a:pt x="609" y="1"/>
                  </a:cubicBezTo>
                  <a:lnTo>
                    <a:pt x="8113" y="1"/>
                  </a:lnTo>
                  <a:cubicBezTo>
                    <a:pt x="8449" y="1"/>
                    <a:pt x="8722" y="273"/>
                    <a:pt x="8722" y="609"/>
                  </a:cubicBezTo>
                  <a:lnTo>
                    <a:pt x="8722" y="9020"/>
                  </a:lnTo>
                  <a:cubicBezTo>
                    <a:pt x="8722" y="9356"/>
                    <a:pt x="8449" y="9630"/>
                    <a:pt x="8113" y="963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1547285" y="1906352"/>
              <a:ext cx="823603" cy="169032"/>
            </a:xfrm>
            <a:custGeom>
              <a:avLst/>
              <a:gdLst/>
              <a:ahLst/>
              <a:cxnLst/>
              <a:rect l="l" t="t" r="r" b="b"/>
              <a:pathLst>
                <a:path w="7786" h="1598" extrusionOk="0">
                  <a:moveTo>
                    <a:pt x="6594" y="1"/>
                  </a:moveTo>
                  <a:lnTo>
                    <a:pt x="542" y="1"/>
                  </a:lnTo>
                  <a:cubicBezTo>
                    <a:pt x="242" y="1"/>
                    <a:pt x="0" y="243"/>
                    <a:pt x="0" y="543"/>
                  </a:cubicBezTo>
                  <a:lnTo>
                    <a:pt x="0" y="1598"/>
                  </a:lnTo>
                  <a:lnTo>
                    <a:pt x="7785" y="1598"/>
                  </a:lnTo>
                  <a:lnTo>
                    <a:pt x="7070" y="283"/>
                  </a:lnTo>
                  <a:cubicBezTo>
                    <a:pt x="6975" y="109"/>
                    <a:pt x="6792" y="1"/>
                    <a:pt x="659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1698866" y="1950038"/>
              <a:ext cx="81662" cy="81766"/>
            </a:xfrm>
            <a:custGeom>
              <a:avLst/>
              <a:gdLst/>
              <a:ahLst/>
              <a:cxnLst/>
              <a:rect l="l" t="t" r="r" b="b"/>
              <a:pathLst>
                <a:path w="772" h="773" fill="none" extrusionOk="0">
                  <a:moveTo>
                    <a:pt x="771" y="387"/>
                  </a:moveTo>
                  <a:cubicBezTo>
                    <a:pt x="771" y="599"/>
                    <a:pt x="599" y="772"/>
                    <a:pt x="386" y="772"/>
                  </a:cubicBezTo>
                  <a:cubicBezTo>
                    <a:pt x="173" y="772"/>
                    <a:pt x="1" y="599"/>
                    <a:pt x="1" y="387"/>
                  </a:cubicBezTo>
                  <a:cubicBezTo>
                    <a:pt x="1" y="173"/>
                    <a:pt x="173" y="0"/>
                    <a:pt x="386" y="0"/>
                  </a:cubicBezTo>
                  <a:cubicBezTo>
                    <a:pt x="599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1870228" y="1950038"/>
              <a:ext cx="81662" cy="81766"/>
            </a:xfrm>
            <a:custGeom>
              <a:avLst/>
              <a:gdLst/>
              <a:ahLst/>
              <a:cxnLst/>
              <a:rect l="l" t="t" r="r" b="b"/>
              <a:pathLst>
                <a:path w="772" h="773" fill="none" extrusionOk="0">
                  <a:moveTo>
                    <a:pt x="771" y="387"/>
                  </a:moveTo>
                  <a:cubicBezTo>
                    <a:pt x="771" y="599"/>
                    <a:pt x="598" y="772"/>
                    <a:pt x="386" y="772"/>
                  </a:cubicBezTo>
                  <a:cubicBezTo>
                    <a:pt x="173" y="772"/>
                    <a:pt x="1" y="599"/>
                    <a:pt x="1" y="387"/>
                  </a:cubicBezTo>
                  <a:cubicBezTo>
                    <a:pt x="1" y="173"/>
                    <a:pt x="173" y="0"/>
                    <a:pt x="386" y="0"/>
                  </a:cubicBezTo>
                  <a:cubicBezTo>
                    <a:pt x="598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2041589" y="1950038"/>
              <a:ext cx="81556" cy="81766"/>
            </a:xfrm>
            <a:custGeom>
              <a:avLst/>
              <a:gdLst/>
              <a:ahLst/>
              <a:cxnLst/>
              <a:rect l="l" t="t" r="r" b="b"/>
              <a:pathLst>
                <a:path w="771" h="773" fill="none" extrusionOk="0">
                  <a:moveTo>
                    <a:pt x="771" y="387"/>
                  </a:moveTo>
                  <a:cubicBezTo>
                    <a:pt x="771" y="599"/>
                    <a:pt x="598" y="772"/>
                    <a:pt x="386" y="772"/>
                  </a:cubicBezTo>
                  <a:cubicBezTo>
                    <a:pt x="173" y="772"/>
                    <a:pt x="0" y="599"/>
                    <a:pt x="0" y="387"/>
                  </a:cubicBezTo>
                  <a:cubicBezTo>
                    <a:pt x="0" y="173"/>
                    <a:pt x="173" y="0"/>
                    <a:pt x="386" y="0"/>
                  </a:cubicBezTo>
                  <a:cubicBezTo>
                    <a:pt x="598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1668825" y="2268215"/>
              <a:ext cx="922719" cy="560092"/>
            </a:xfrm>
            <a:custGeom>
              <a:avLst/>
              <a:gdLst/>
              <a:ahLst/>
              <a:cxnLst/>
              <a:rect l="l" t="t" r="r" b="b"/>
              <a:pathLst>
                <a:path w="8723" h="5295" extrusionOk="0">
                  <a:moveTo>
                    <a:pt x="8113" y="5294"/>
                  </a:moveTo>
                  <a:lnTo>
                    <a:pt x="609" y="5294"/>
                  </a:lnTo>
                  <a:cubicBezTo>
                    <a:pt x="273" y="5294"/>
                    <a:pt x="0" y="5021"/>
                    <a:pt x="0" y="4685"/>
                  </a:cubicBezTo>
                  <a:lnTo>
                    <a:pt x="0" y="609"/>
                  </a:lnTo>
                  <a:cubicBezTo>
                    <a:pt x="0" y="273"/>
                    <a:pt x="273" y="0"/>
                    <a:pt x="609" y="0"/>
                  </a:cubicBezTo>
                  <a:lnTo>
                    <a:pt x="8113" y="0"/>
                  </a:lnTo>
                  <a:cubicBezTo>
                    <a:pt x="8449" y="0"/>
                    <a:pt x="8722" y="273"/>
                    <a:pt x="8722" y="609"/>
                  </a:cubicBezTo>
                  <a:lnTo>
                    <a:pt x="8722" y="4685"/>
                  </a:lnTo>
                  <a:cubicBezTo>
                    <a:pt x="8722" y="5021"/>
                    <a:pt x="8449" y="5294"/>
                    <a:pt x="8113" y="5294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2660501" y="2268215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9"/>
                  </a:cubicBezTo>
                  <a:lnTo>
                    <a:pt x="0" y="413"/>
                  </a:lnTo>
                  <a:cubicBezTo>
                    <a:pt x="0" y="185"/>
                    <a:pt x="184" y="0"/>
                    <a:pt x="412" y="0"/>
                  </a:cubicBezTo>
                  <a:lnTo>
                    <a:pt x="8116" y="0"/>
                  </a:lnTo>
                  <a:cubicBezTo>
                    <a:pt x="8343" y="0"/>
                    <a:pt x="8527" y="185"/>
                    <a:pt x="8527" y="413"/>
                  </a:cubicBezTo>
                  <a:lnTo>
                    <a:pt x="8527" y="429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2660501" y="2441161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30"/>
                  </a:cubicBezTo>
                  <a:lnTo>
                    <a:pt x="0" y="413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3"/>
                  </a:cubicBezTo>
                  <a:lnTo>
                    <a:pt x="8527" y="430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2660501" y="2614212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2660501" y="2946141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2660501" y="3119192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2660501" y="3292138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29"/>
                  </a:cubicBezTo>
                  <a:lnTo>
                    <a:pt x="0" y="413"/>
                  </a:lnTo>
                  <a:cubicBezTo>
                    <a:pt x="0" y="186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6"/>
                    <a:pt x="8527" y="413"/>
                  </a:cubicBezTo>
                  <a:lnTo>
                    <a:pt x="8527" y="429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2660501" y="3458208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39"/>
                  </a:moveTo>
                  <a:lnTo>
                    <a:pt x="412" y="839"/>
                  </a:lnTo>
                  <a:cubicBezTo>
                    <a:pt x="184" y="839"/>
                    <a:pt x="0" y="655"/>
                    <a:pt x="0" y="428"/>
                  </a:cubicBezTo>
                  <a:lnTo>
                    <a:pt x="0" y="412"/>
                  </a:lnTo>
                  <a:cubicBezTo>
                    <a:pt x="0" y="184"/>
                    <a:pt x="184" y="0"/>
                    <a:pt x="412" y="0"/>
                  </a:cubicBezTo>
                  <a:lnTo>
                    <a:pt x="8116" y="0"/>
                  </a:lnTo>
                  <a:cubicBezTo>
                    <a:pt x="8343" y="0"/>
                    <a:pt x="8527" y="184"/>
                    <a:pt x="8527" y="412"/>
                  </a:cubicBezTo>
                  <a:lnTo>
                    <a:pt x="8527" y="428"/>
                  </a:lnTo>
                  <a:cubicBezTo>
                    <a:pt x="8527" y="655"/>
                    <a:pt x="8343" y="839"/>
                    <a:pt x="8116" y="8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2660501" y="3631047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30"/>
                  </a:cubicBezTo>
                  <a:lnTo>
                    <a:pt x="0" y="414"/>
                  </a:lnTo>
                  <a:cubicBezTo>
                    <a:pt x="0" y="186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6"/>
                    <a:pt x="8527" y="414"/>
                  </a:cubicBezTo>
                  <a:lnTo>
                    <a:pt x="8527" y="430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2660501" y="3804099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29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9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2573551" y="2333374"/>
              <a:ext cx="796206" cy="877636"/>
            </a:xfrm>
            <a:custGeom>
              <a:avLst/>
              <a:gdLst/>
              <a:ahLst/>
              <a:cxnLst/>
              <a:rect l="l" t="t" r="r" b="b"/>
              <a:pathLst>
                <a:path w="7527" h="8297" extrusionOk="0">
                  <a:moveTo>
                    <a:pt x="7392" y="6886"/>
                  </a:moveTo>
                  <a:lnTo>
                    <a:pt x="7392" y="6886"/>
                  </a:lnTo>
                  <a:cubicBezTo>
                    <a:pt x="7134" y="7840"/>
                    <a:pt x="6049" y="8296"/>
                    <a:pt x="5185" y="7817"/>
                  </a:cubicBezTo>
                  <a:cubicBezTo>
                    <a:pt x="2914" y="6555"/>
                    <a:pt x="1190" y="4327"/>
                    <a:pt x="268" y="2024"/>
                  </a:cubicBezTo>
                  <a:cubicBezTo>
                    <a:pt x="0" y="1355"/>
                    <a:pt x="293" y="592"/>
                    <a:pt x="940" y="275"/>
                  </a:cubicBezTo>
                  <a:cubicBezTo>
                    <a:pt x="1498" y="0"/>
                    <a:pt x="2170" y="133"/>
                    <a:pt x="2582" y="598"/>
                  </a:cubicBezTo>
                  <a:lnTo>
                    <a:pt x="7045" y="5462"/>
                  </a:lnTo>
                  <a:cubicBezTo>
                    <a:pt x="7397" y="5846"/>
                    <a:pt x="7527" y="6384"/>
                    <a:pt x="7392" y="68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3073990" y="2557410"/>
              <a:ext cx="579886" cy="597960"/>
            </a:xfrm>
            <a:custGeom>
              <a:avLst/>
              <a:gdLst/>
              <a:ahLst/>
              <a:cxnLst/>
              <a:rect l="l" t="t" r="r" b="b"/>
              <a:pathLst>
                <a:path w="5482" h="5653" extrusionOk="0">
                  <a:moveTo>
                    <a:pt x="5481" y="689"/>
                  </a:moveTo>
                  <a:cubicBezTo>
                    <a:pt x="4496" y="2754"/>
                    <a:pt x="3241" y="4195"/>
                    <a:pt x="2500" y="5124"/>
                  </a:cubicBezTo>
                  <a:cubicBezTo>
                    <a:pt x="2254" y="5433"/>
                    <a:pt x="1917" y="5601"/>
                    <a:pt x="1569" y="5636"/>
                  </a:cubicBezTo>
                  <a:cubicBezTo>
                    <a:pt x="1402" y="5652"/>
                    <a:pt x="1233" y="5640"/>
                    <a:pt x="1071" y="5596"/>
                  </a:cubicBezTo>
                  <a:cubicBezTo>
                    <a:pt x="694" y="5497"/>
                    <a:pt x="354" y="5236"/>
                    <a:pt x="172" y="4830"/>
                  </a:cubicBezTo>
                  <a:cubicBezTo>
                    <a:pt x="1" y="4448"/>
                    <a:pt x="18" y="4020"/>
                    <a:pt x="194" y="3662"/>
                  </a:cubicBezTo>
                  <a:cubicBezTo>
                    <a:pt x="290" y="3469"/>
                    <a:pt x="432" y="3296"/>
                    <a:pt x="615" y="3163"/>
                  </a:cubicBezTo>
                  <a:lnTo>
                    <a:pt x="1891" y="2226"/>
                  </a:lnTo>
                  <a:lnTo>
                    <a:pt x="4929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3814759" y="2581739"/>
              <a:ext cx="177922" cy="61880"/>
            </a:xfrm>
            <a:custGeom>
              <a:avLst/>
              <a:gdLst/>
              <a:ahLst/>
              <a:cxnLst/>
              <a:rect l="l" t="t" r="r" b="b"/>
              <a:pathLst>
                <a:path w="1682" h="585" extrusionOk="0">
                  <a:moveTo>
                    <a:pt x="1599" y="295"/>
                  </a:moveTo>
                  <a:lnTo>
                    <a:pt x="969" y="585"/>
                  </a:lnTo>
                  <a:lnTo>
                    <a:pt x="1" y="522"/>
                  </a:lnTo>
                  <a:lnTo>
                    <a:pt x="329" y="46"/>
                  </a:lnTo>
                  <a:lnTo>
                    <a:pt x="810" y="170"/>
                  </a:lnTo>
                  <a:lnTo>
                    <a:pt x="1500" y="14"/>
                  </a:lnTo>
                  <a:cubicBezTo>
                    <a:pt x="1561" y="0"/>
                    <a:pt x="1625" y="30"/>
                    <a:pt x="1655" y="87"/>
                  </a:cubicBezTo>
                  <a:lnTo>
                    <a:pt x="1665" y="108"/>
                  </a:lnTo>
                  <a:cubicBezTo>
                    <a:pt x="1677" y="133"/>
                    <a:pt x="1681" y="159"/>
                    <a:pt x="1678" y="184"/>
                  </a:cubicBezTo>
                  <a:cubicBezTo>
                    <a:pt x="1673" y="231"/>
                    <a:pt x="1645" y="275"/>
                    <a:pt x="1599" y="295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3764620" y="2599403"/>
              <a:ext cx="249218" cy="88218"/>
            </a:xfrm>
            <a:custGeom>
              <a:avLst/>
              <a:gdLst/>
              <a:ahLst/>
              <a:cxnLst/>
              <a:rect l="l" t="t" r="r" b="b"/>
              <a:pathLst>
                <a:path w="2356" h="834" extrusionOk="0">
                  <a:moveTo>
                    <a:pt x="2239" y="363"/>
                  </a:moveTo>
                  <a:lnTo>
                    <a:pt x="1228" y="774"/>
                  </a:lnTo>
                  <a:lnTo>
                    <a:pt x="1082" y="834"/>
                  </a:lnTo>
                  <a:lnTo>
                    <a:pt x="57" y="738"/>
                  </a:lnTo>
                  <a:lnTo>
                    <a:pt x="1" y="72"/>
                  </a:lnTo>
                  <a:lnTo>
                    <a:pt x="1218" y="275"/>
                  </a:lnTo>
                  <a:lnTo>
                    <a:pt x="2119" y="16"/>
                  </a:lnTo>
                  <a:cubicBezTo>
                    <a:pt x="2173" y="0"/>
                    <a:pt x="2229" y="11"/>
                    <a:pt x="2273" y="41"/>
                  </a:cubicBezTo>
                  <a:cubicBezTo>
                    <a:pt x="2291" y="53"/>
                    <a:pt x="2306" y="69"/>
                    <a:pt x="2319" y="86"/>
                  </a:cubicBezTo>
                  <a:cubicBezTo>
                    <a:pt x="2344" y="123"/>
                    <a:pt x="2355" y="165"/>
                    <a:pt x="2352" y="205"/>
                  </a:cubicBezTo>
                  <a:cubicBezTo>
                    <a:pt x="2346" y="272"/>
                    <a:pt x="2306" y="335"/>
                    <a:pt x="2239" y="363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1547285" y="2270860"/>
              <a:ext cx="520120" cy="968816"/>
            </a:xfrm>
            <a:custGeom>
              <a:avLst/>
              <a:gdLst/>
              <a:ahLst/>
              <a:cxnLst/>
              <a:rect l="l" t="t" r="r" b="b"/>
              <a:pathLst>
                <a:path w="4917" h="9159" extrusionOk="0">
                  <a:moveTo>
                    <a:pt x="4917" y="532"/>
                  </a:moveTo>
                  <a:lnTo>
                    <a:pt x="4917" y="8626"/>
                  </a:lnTo>
                  <a:cubicBezTo>
                    <a:pt x="4917" y="8919"/>
                    <a:pt x="4679" y="9158"/>
                    <a:pt x="4387" y="9158"/>
                  </a:cubicBezTo>
                  <a:lnTo>
                    <a:pt x="0" y="9158"/>
                  </a:lnTo>
                  <a:lnTo>
                    <a:pt x="0" y="0"/>
                  </a:lnTo>
                  <a:lnTo>
                    <a:pt x="4387" y="0"/>
                  </a:lnTo>
                  <a:cubicBezTo>
                    <a:pt x="4679" y="0"/>
                    <a:pt x="4917" y="239"/>
                    <a:pt x="4917" y="5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1164789" y="2164554"/>
              <a:ext cx="826882" cy="1001713"/>
            </a:xfrm>
            <a:custGeom>
              <a:avLst/>
              <a:gdLst/>
              <a:ahLst/>
              <a:cxnLst/>
              <a:rect l="l" t="t" r="r" b="b"/>
              <a:pathLst>
                <a:path w="7817" h="9470" extrusionOk="0">
                  <a:moveTo>
                    <a:pt x="578" y="9469"/>
                  </a:moveTo>
                  <a:cubicBezTo>
                    <a:pt x="259" y="9469"/>
                    <a:pt x="0" y="9211"/>
                    <a:pt x="0" y="8892"/>
                  </a:cubicBezTo>
                  <a:lnTo>
                    <a:pt x="0" y="577"/>
                  </a:lnTo>
                  <a:cubicBezTo>
                    <a:pt x="0" y="259"/>
                    <a:pt x="259" y="0"/>
                    <a:pt x="578" y="0"/>
                  </a:cubicBezTo>
                  <a:lnTo>
                    <a:pt x="7239" y="0"/>
                  </a:lnTo>
                  <a:cubicBezTo>
                    <a:pt x="7558" y="0"/>
                    <a:pt x="7816" y="259"/>
                    <a:pt x="7816" y="577"/>
                  </a:cubicBezTo>
                  <a:lnTo>
                    <a:pt x="7816" y="8892"/>
                  </a:lnTo>
                  <a:cubicBezTo>
                    <a:pt x="7816" y="9211"/>
                    <a:pt x="7558" y="9469"/>
                    <a:pt x="7239" y="9469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3822693" y="2620982"/>
              <a:ext cx="190827" cy="60399"/>
            </a:xfrm>
            <a:custGeom>
              <a:avLst/>
              <a:gdLst/>
              <a:ahLst/>
              <a:cxnLst/>
              <a:rect l="l" t="t" r="r" b="b"/>
              <a:pathLst>
                <a:path w="1804" h="571" extrusionOk="0">
                  <a:moveTo>
                    <a:pt x="1690" y="159"/>
                  </a:moveTo>
                  <a:lnTo>
                    <a:pt x="679" y="570"/>
                  </a:lnTo>
                  <a:lnTo>
                    <a:pt x="0" y="400"/>
                  </a:lnTo>
                  <a:lnTo>
                    <a:pt x="740" y="406"/>
                  </a:lnTo>
                  <a:lnTo>
                    <a:pt x="1803" y="1"/>
                  </a:lnTo>
                  <a:cubicBezTo>
                    <a:pt x="1797" y="68"/>
                    <a:pt x="1757" y="131"/>
                    <a:pt x="1690" y="1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3719029" y="2636954"/>
              <a:ext cx="314272" cy="128837"/>
            </a:xfrm>
            <a:custGeom>
              <a:avLst/>
              <a:gdLst/>
              <a:ahLst/>
              <a:cxnLst/>
              <a:rect l="l" t="t" r="r" b="b"/>
              <a:pathLst>
                <a:path w="2971" h="1218" extrusionOk="0">
                  <a:moveTo>
                    <a:pt x="2923" y="391"/>
                  </a:moveTo>
                  <a:cubicBezTo>
                    <a:pt x="2905" y="416"/>
                    <a:pt x="2884" y="436"/>
                    <a:pt x="2855" y="451"/>
                  </a:cubicBezTo>
                  <a:lnTo>
                    <a:pt x="2745" y="509"/>
                  </a:lnTo>
                  <a:lnTo>
                    <a:pt x="2162" y="820"/>
                  </a:lnTo>
                  <a:lnTo>
                    <a:pt x="1634" y="956"/>
                  </a:lnTo>
                  <a:lnTo>
                    <a:pt x="630" y="1217"/>
                  </a:lnTo>
                  <a:lnTo>
                    <a:pt x="1" y="1"/>
                  </a:lnTo>
                  <a:lnTo>
                    <a:pt x="1695" y="428"/>
                  </a:lnTo>
                  <a:lnTo>
                    <a:pt x="2710" y="96"/>
                  </a:lnTo>
                  <a:cubicBezTo>
                    <a:pt x="2792" y="72"/>
                    <a:pt x="2879" y="105"/>
                    <a:pt x="2926" y="175"/>
                  </a:cubicBezTo>
                  <a:cubicBezTo>
                    <a:pt x="2971" y="244"/>
                    <a:pt x="2965" y="329"/>
                    <a:pt x="2923" y="391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3827135" y="2695237"/>
              <a:ext cx="174008" cy="42946"/>
            </a:xfrm>
            <a:custGeom>
              <a:avLst/>
              <a:gdLst/>
              <a:ahLst/>
              <a:cxnLst/>
              <a:rect l="l" t="t" r="r" b="b"/>
              <a:pathLst>
                <a:path w="1645" h="406" extrusionOk="0">
                  <a:moveTo>
                    <a:pt x="1644" y="1"/>
                  </a:moveTo>
                  <a:lnTo>
                    <a:pt x="1140" y="269"/>
                  </a:lnTo>
                  <a:lnTo>
                    <a:pt x="612" y="405"/>
                  </a:lnTo>
                  <a:lnTo>
                    <a:pt x="1" y="75"/>
                  </a:lnTo>
                  <a:lnTo>
                    <a:pt x="842" y="1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3785670" y="2699997"/>
              <a:ext cx="220657" cy="68861"/>
            </a:xfrm>
            <a:custGeom>
              <a:avLst/>
              <a:gdLst/>
              <a:ahLst/>
              <a:cxnLst/>
              <a:rect l="l" t="t" r="r" b="b"/>
              <a:pathLst>
                <a:path w="2086" h="651" extrusionOk="0">
                  <a:moveTo>
                    <a:pt x="0" y="621"/>
                  </a:moveTo>
                  <a:lnTo>
                    <a:pt x="1229" y="651"/>
                  </a:lnTo>
                  <a:lnTo>
                    <a:pt x="1988" y="278"/>
                  </a:lnTo>
                  <a:cubicBezTo>
                    <a:pt x="2058" y="244"/>
                    <a:pt x="2086" y="159"/>
                    <a:pt x="2049" y="90"/>
                  </a:cubicBezTo>
                  <a:cubicBezTo>
                    <a:pt x="2017" y="29"/>
                    <a:pt x="1945" y="0"/>
                    <a:pt x="1880" y="24"/>
                  </a:cubicBezTo>
                  <a:lnTo>
                    <a:pt x="1282" y="240"/>
                  </a:lnTo>
                  <a:lnTo>
                    <a:pt x="393" y="3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3577709" y="2484001"/>
              <a:ext cx="336486" cy="123125"/>
            </a:xfrm>
            <a:custGeom>
              <a:avLst/>
              <a:gdLst/>
              <a:ahLst/>
              <a:cxnLst/>
              <a:rect l="l" t="t" r="r" b="b"/>
              <a:pathLst>
                <a:path w="3181" h="1164" extrusionOk="0">
                  <a:moveTo>
                    <a:pt x="3102" y="420"/>
                  </a:moveTo>
                  <a:cubicBezTo>
                    <a:pt x="3067" y="469"/>
                    <a:pt x="3012" y="504"/>
                    <a:pt x="2951" y="511"/>
                  </a:cubicBezTo>
                  <a:lnTo>
                    <a:pt x="2161" y="593"/>
                  </a:lnTo>
                  <a:lnTo>
                    <a:pt x="1768" y="1163"/>
                  </a:lnTo>
                  <a:lnTo>
                    <a:pt x="0" y="903"/>
                  </a:lnTo>
                  <a:cubicBezTo>
                    <a:pt x="345" y="334"/>
                    <a:pt x="973" y="1"/>
                    <a:pt x="1637" y="29"/>
                  </a:cubicBezTo>
                  <a:lnTo>
                    <a:pt x="2934" y="85"/>
                  </a:lnTo>
                  <a:cubicBezTo>
                    <a:pt x="3081" y="91"/>
                    <a:pt x="3181" y="243"/>
                    <a:pt x="3123" y="379"/>
                  </a:cubicBezTo>
                  <a:cubicBezTo>
                    <a:pt x="3118" y="394"/>
                    <a:pt x="3110" y="408"/>
                    <a:pt x="3102" y="420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3562477" y="2526629"/>
              <a:ext cx="288674" cy="239163"/>
            </a:xfrm>
            <a:custGeom>
              <a:avLst/>
              <a:gdLst/>
              <a:ahLst/>
              <a:cxnLst/>
              <a:rect l="l" t="t" r="r" b="b"/>
              <a:pathLst>
                <a:path w="2729" h="2261" extrusionOk="0">
                  <a:moveTo>
                    <a:pt x="145" y="500"/>
                  </a:moveTo>
                  <a:cubicBezTo>
                    <a:pt x="1346" y="0"/>
                    <a:pt x="2729" y="577"/>
                    <a:pt x="2729" y="577"/>
                  </a:cubicBezTo>
                  <a:lnTo>
                    <a:pt x="2110" y="2260"/>
                  </a:lnTo>
                  <a:lnTo>
                    <a:pt x="0" y="158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3823645" y="2593057"/>
              <a:ext cx="169036" cy="35435"/>
            </a:xfrm>
            <a:custGeom>
              <a:avLst/>
              <a:gdLst/>
              <a:ahLst/>
              <a:cxnLst/>
              <a:rect l="l" t="t" r="r" b="b"/>
              <a:pathLst>
                <a:path w="1598" h="335" extrusionOk="0">
                  <a:moveTo>
                    <a:pt x="1594" y="77"/>
                  </a:moveTo>
                  <a:lnTo>
                    <a:pt x="660" y="335"/>
                  </a:lnTo>
                  <a:lnTo>
                    <a:pt x="0" y="167"/>
                  </a:lnTo>
                  <a:lnTo>
                    <a:pt x="697" y="209"/>
                  </a:lnTo>
                  <a:lnTo>
                    <a:pt x="1581" y="1"/>
                  </a:lnTo>
                  <a:cubicBezTo>
                    <a:pt x="1593" y="26"/>
                    <a:pt x="1597" y="52"/>
                    <a:pt x="159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3614837" y="2585441"/>
              <a:ext cx="169777" cy="95834"/>
            </a:xfrm>
            <a:custGeom>
              <a:avLst/>
              <a:gdLst/>
              <a:ahLst/>
              <a:cxnLst/>
              <a:rect l="l" t="t" r="r" b="b"/>
              <a:pathLst>
                <a:path w="1605" h="906" extrusionOk="0">
                  <a:moveTo>
                    <a:pt x="1604" y="905"/>
                  </a:moveTo>
                  <a:cubicBezTo>
                    <a:pt x="1215" y="242"/>
                    <a:pt x="738" y="1"/>
                    <a:pt x="0" y="215"/>
                  </a:cubicBezTo>
                  <a:cubicBezTo>
                    <a:pt x="0" y="215"/>
                    <a:pt x="919" y="89"/>
                    <a:pt x="1604" y="9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2624748" y="1748215"/>
              <a:ext cx="357642" cy="617846"/>
            </a:xfrm>
            <a:custGeom>
              <a:avLst/>
              <a:gdLst/>
              <a:ahLst/>
              <a:cxnLst/>
              <a:rect l="l" t="t" r="r" b="b"/>
              <a:pathLst>
                <a:path w="3381" h="5841" extrusionOk="0">
                  <a:moveTo>
                    <a:pt x="1" y="5224"/>
                  </a:moveTo>
                  <a:lnTo>
                    <a:pt x="2013" y="5841"/>
                  </a:lnTo>
                  <a:lnTo>
                    <a:pt x="2460" y="5030"/>
                  </a:lnTo>
                  <a:lnTo>
                    <a:pt x="3118" y="3836"/>
                  </a:lnTo>
                  <a:lnTo>
                    <a:pt x="3380" y="336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787330" y="2107011"/>
              <a:ext cx="157824" cy="163955"/>
            </a:xfrm>
            <a:custGeom>
              <a:avLst/>
              <a:gdLst/>
              <a:ahLst/>
              <a:cxnLst/>
              <a:rect l="l" t="t" r="r" b="b"/>
              <a:pathLst>
                <a:path w="1492" h="1550" extrusionOk="0">
                  <a:moveTo>
                    <a:pt x="183" y="0"/>
                  </a:moveTo>
                  <a:cubicBezTo>
                    <a:pt x="183" y="0"/>
                    <a:pt x="0" y="925"/>
                    <a:pt x="978" y="1549"/>
                  </a:cubicBezTo>
                  <a:lnTo>
                    <a:pt x="1491" y="6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476340" y="1520900"/>
              <a:ext cx="713803" cy="328122"/>
            </a:xfrm>
            <a:custGeom>
              <a:avLst/>
              <a:gdLst/>
              <a:ahLst/>
              <a:cxnLst/>
              <a:rect l="l" t="t" r="r" b="b"/>
              <a:pathLst>
                <a:path w="6748" h="3102" extrusionOk="0">
                  <a:moveTo>
                    <a:pt x="4979" y="2324"/>
                  </a:moveTo>
                  <a:cubicBezTo>
                    <a:pt x="6747" y="2020"/>
                    <a:pt x="6032" y="0"/>
                    <a:pt x="4509" y="780"/>
                  </a:cubicBezTo>
                  <a:cubicBezTo>
                    <a:pt x="3419" y="1338"/>
                    <a:pt x="2608" y="47"/>
                    <a:pt x="1479" y="687"/>
                  </a:cubicBezTo>
                  <a:cubicBezTo>
                    <a:pt x="0" y="1526"/>
                    <a:pt x="1439" y="3102"/>
                    <a:pt x="1439" y="31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705351" y="1673959"/>
              <a:ext cx="433804" cy="578603"/>
            </a:xfrm>
            <a:custGeom>
              <a:avLst/>
              <a:gdLst/>
              <a:ahLst/>
              <a:cxnLst/>
              <a:rect l="l" t="t" r="r" b="b"/>
              <a:pathLst>
                <a:path w="4101" h="5470" extrusionOk="0">
                  <a:moveTo>
                    <a:pt x="447" y="3986"/>
                  </a:moveTo>
                  <a:lnTo>
                    <a:pt x="2546" y="5172"/>
                  </a:lnTo>
                  <a:cubicBezTo>
                    <a:pt x="3071" y="5469"/>
                    <a:pt x="3733" y="5162"/>
                    <a:pt x="3844" y="4569"/>
                  </a:cubicBezTo>
                  <a:cubicBezTo>
                    <a:pt x="3996" y="3759"/>
                    <a:pt x="4101" y="2668"/>
                    <a:pt x="3833" y="1758"/>
                  </a:cubicBezTo>
                  <a:cubicBezTo>
                    <a:pt x="3675" y="1219"/>
                    <a:pt x="3343" y="772"/>
                    <a:pt x="2911" y="462"/>
                  </a:cubicBezTo>
                  <a:cubicBezTo>
                    <a:pt x="2717" y="322"/>
                    <a:pt x="2500" y="211"/>
                    <a:pt x="2271" y="133"/>
                  </a:cubicBezTo>
                  <a:lnTo>
                    <a:pt x="2268" y="132"/>
                  </a:lnTo>
                  <a:lnTo>
                    <a:pt x="2138" y="92"/>
                  </a:lnTo>
                  <a:lnTo>
                    <a:pt x="2125" y="87"/>
                  </a:lnTo>
                  <a:cubicBezTo>
                    <a:pt x="2059" y="70"/>
                    <a:pt x="1994" y="55"/>
                    <a:pt x="1927" y="44"/>
                  </a:cubicBezTo>
                  <a:cubicBezTo>
                    <a:pt x="1768" y="14"/>
                    <a:pt x="1604" y="1"/>
                    <a:pt x="1438" y="4"/>
                  </a:cubicBezTo>
                  <a:cubicBezTo>
                    <a:pt x="1280" y="6"/>
                    <a:pt x="1126" y="36"/>
                    <a:pt x="986" y="87"/>
                  </a:cubicBezTo>
                  <a:cubicBezTo>
                    <a:pt x="394" y="305"/>
                    <a:pt x="0" y="915"/>
                    <a:pt x="96" y="1583"/>
                  </a:cubicBezTo>
                  <a:lnTo>
                    <a:pt x="180" y="2155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2504371" y="1599387"/>
              <a:ext cx="478020" cy="487105"/>
            </a:xfrm>
            <a:custGeom>
              <a:avLst/>
              <a:gdLst/>
              <a:ahLst/>
              <a:cxnLst/>
              <a:rect l="l" t="t" r="r" b="b"/>
              <a:pathLst>
                <a:path w="4519" h="4605" extrusionOk="0">
                  <a:moveTo>
                    <a:pt x="4518" y="987"/>
                  </a:moveTo>
                  <a:cubicBezTo>
                    <a:pt x="3175" y="0"/>
                    <a:pt x="1767" y="479"/>
                    <a:pt x="1000" y="1111"/>
                  </a:cubicBezTo>
                  <a:cubicBezTo>
                    <a:pt x="460" y="1557"/>
                    <a:pt x="0" y="2275"/>
                    <a:pt x="396" y="2897"/>
                  </a:cubicBezTo>
                  <a:cubicBezTo>
                    <a:pt x="756" y="3462"/>
                    <a:pt x="1652" y="3563"/>
                    <a:pt x="1770" y="4605"/>
                  </a:cubicBezTo>
                  <a:lnTo>
                    <a:pt x="2974" y="17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534201" y="1756360"/>
              <a:ext cx="265085" cy="312361"/>
            </a:xfrm>
            <a:custGeom>
              <a:avLst/>
              <a:gdLst/>
              <a:ahLst/>
              <a:cxnLst/>
              <a:rect l="l" t="t" r="r" b="b"/>
              <a:pathLst>
                <a:path w="2506" h="2953" extrusionOk="0">
                  <a:moveTo>
                    <a:pt x="2505" y="1668"/>
                  </a:moveTo>
                  <a:cubicBezTo>
                    <a:pt x="283" y="0"/>
                    <a:pt x="1" y="2953"/>
                    <a:pt x="2411" y="2794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3036545" y="1878532"/>
              <a:ext cx="171258" cy="172312"/>
            </a:xfrm>
            <a:custGeom>
              <a:avLst/>
              <a:gdLst/>
              <a:ahLst/>
              <a:cxnLst/>
              <a:rect l="l" t="t" r="r" b="b"/>
              <a:pathLst>
                <a:path w="1619" h="1629" extrusionOk="0">
                  <a:moveTo>
                    <a:pt x="766" y="76"/>
                  </a:moveTo>
                  <a:cubicBezTo>
                    <a:pt x="888" y="529"/>
                    <a:pt x="1188" y="658"/>
                    <a:pt x="1393" y="688"/>
                  </a:cubicBezTo>
                  <a:cubicBezTo>
                    <a:pt x="1524" y="707"/>
                    <a:pt x="1618" y="823"/>
                    <a:pt x="1611" y="955"/>
                  </a:cubicBezTo>
                  <a:cubicBezTo>
                    <a:pt x="1602" y="1130"/>
                    <a:pt x="1491" y="1283"/>
                    <a:pt x="1329" y="1345"/>
                  </a:cubicBezTo>
                  <a:lnTo>
                    <a:pt x="750" y="1567"/>
                  </a:lnTo>
                  <a:cubicBezTo>
                    <a:pt x="436" y="1629"/>
                    <a:pt x="137" y="1405"/>
                    <a:pt x="106" y="108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75377" y="1981454"/>
              <a:ext cx="360181" cy="427235"/>
            </a:xfrm>
            <a:custGeom>
              <a:avLst/>
              <a:gdLst/>
              <a:ahLst/>
              <a:cxnLst/>
              <a:rect l="l" t="t" r="r" b="b"/>
              <a:pathLst>
                <a:path w="3405" h="4039" extrusionOk="0">
                  <a:moveTo>
                    <a:pt x="3322" y="555"/>
                  </a:moveTo>
                  <a:cubicBezTo>
                    <a:pt x="2798" y="1"/>
                    <a:pt x="0" y="446"/>
                    <a:pt x="0" y="446"/>
                  </a:cubicBezTo>
                  <a:cubicBezTo>
                    <a:pt x="0" y="446"/>
                    <a:pt x="46" y="837"/>
                    <a:pt x="267" y="1351"/>
                  </a:cubicBezTo>
                  <a:cubicBezTo>
                    <a:pt x="486" y="1864"/>
                    <a:pt x="3405" y="4038"/>
                    <a:pt x="3322" y="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987886" y="2065864"/>
              <a:ext cx="93615" cy="52995"/>
            </a:xfrm>
            <a:custGeom>
              <a:avLst/>
              <a:gdLst/>
              <a:ahLst/>
              <a:cxnLst/>
              <a:rect l="l" t="t" r="r" b="b"/>
              <a:pathLst>
                <a:path w="885" h="501" extrusionOk="0">
                  <a:moveTo>
                    <a:pt x="733" y="201"/>
                  </a:moveTo>
                  <a:cubicBezTo>
                    <a:pt x="294" y="65"/>
                    <a:pt x="249" y="58"/>
                    <a:pt x="147" y="35"/>
                  </a:cubicBezTo>
                  <a:cubicBezTo>
                    <a:pt x="1" y="1"/>
                    <a:pt x="201" y="500"/>
                    <a:pt x="464" y="465"/>
                  </a:cubicBezTo>
                  <a:cubicBezTo>
                    <a:pt x="728" y="429"/>
                    <a:pt x="885" y="249"/>
                    <a:pt x="733" y="2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2343165" y="2182853"/>
              <a:ext cx="583165" cy="1078507"/>
            </a:xfrm>
            <a:custGeom>
              <a:avLst/>
              <a:gdLst/>
              <a:ahLst/>
              <a:cxnLst/>
              <a:rect l="l" t="t" r="r" b="b"/>
              <a:pathLst>
                <a:path w="5513" h="10196" extrusionOk="0">
                  <a:moveTo>
                    <a:pt x="277" y="6194"/>
                  </a:moveTo>
                  <a:cubicBezTo>
                    <a:pt x="705" y="8223"/>
                    <a:pt x="1226" y="9943"/>
                    <a:pt x="1226" y="9943"/>
                  </a:cubicBezTo>
                  <a:lnTo>
                    <a:pt x="5458" y="10196"/>
                  </a:lnTo>
                  <a:lnTo>
                    <a:pt x="4550" y="6371"/>
                  </a:lnTo>
                  <a:cubicBezTo>
                    <a:pt x="5457" y="5525"/>
                    <a:pt x="5513" y="4498"/>
                    <a:pt x="5327" y="3604"/>
                  </a:cubicBezTo>
                  <a:cubicBezTo>
                    <a:pt x="5157" y="2791"/>
                    <a:pt x="4787" y="2087"/>
                    <a:pt x="4675" y="1733"/>
                  </a:cubicBezTo>
                  <a:lnTo>
                    <a:pt x="2995" y="89"/>
                  </a:lnTo>
                  <a:cubicBezTo>
                    <a:pt x="2905" y="0"/>
                    <a:pt x="857" y="136"/>
                    <a:pt x="236" y="3027"/>
                  </a:cubicBezTo>
                  <a:cubicBezTo>
                    <a:pt x="1" y="4128"/>
                    <a:pt x="73" y="5221"/>
                    <a:pt x="277" y="6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2339674" y="2466230"/>
              <a:ext cx="383453" cy="783282"/>
            </a:xfrm>
            <a:custGeom>
              <a:avLst/>
              <a:gdLst/>
              <a:ahLst/>
              <a:cxnLst/>
              <a:rect l="l" t="t" r="r" b="b"/>
              <a:pathLst>
                <a:path w="3625" h="7405" extrusionOk="0">
                  <a:moveTo>
                    <a:pt x="3242" y="1"/>
                  </a:moveTo>
                  <a:lnTo>
                    <a:pt x="2169" y="4811"/>
                  </a:lnTo>
                  <a:lnTo>
                    <a:pt x="3624" y="7405"/>
                  </a:lnTo>
                  <a:lnTo>
                    <a:pt x="1259" y="7264"/>
                  </a:lnTo>
                  <a:lnTo>
                    <a:pt x="0" y="3116"/>
                  </a:lnTo>
                  <a:lnTo>
                    <a:pt x="0" y="28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2720795" y="1737003"/>
              <a:ext cx="130004" cy="337536"/>
            </a:xfrm>
            <a:custGeom>
              <a:avLst/>
              <a:gdLst/>
              <a:ahLst/>
              <a:cxnLst/>
              <a:rect l="l" t="t" r="r" b="b"/>
              <a:pathLst>
                <a:path w="1229" h="3191" extrusionOk="0">
                  <a:moveTo>
                    <a:pt x="1046" y="0"/>
                  </a:moveTo>
                  <a:lnTo>
                    <a:pt x="1228" y="2915"/>
                  </a:lnTo>
                  <a:lnTo>
                    <a:pt x="639" y="3191"/>
                  </a:lnTo>
                  <a:lnTo>
                    <a:pt x="1" y="9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3028082" y="1916295"/>
              <a:ext cx="46861" cy="84093"/>
            </a:xfrm>
            <a:custGeom>
              <a:avLst/>
              <a:gdLst/>
              <a:ahLst/>
              <a:cxnLst/>
              <a:rect l="l" t="t" r="r" b="b"/>
              <a:pathLst>
                <a:path w="443" h="795" extrusionOk="0">
                  <a:moveTo>
                    <a:pt x="393" y="356"/>
                  </a:moveTo>
                  <a:cubicBezTo>
                    <a:pt x="443" y="563"/>
                    <a:pt x="407" y="749"/>
                    <a:pt x="313" y="772"/>
                  </a:cubicBezTo>
                  <a:cubicBezTo>
                    <a:pt x="219" y="795"/>
                    <a:pt x="102" y="646"/>
                    <a:pt x="52" y="439"/>
                  </a:cubicBezTo>
                  <a:cubicBezTo>
                    <a:pt x="0" y="233"/>
                    <a:pt x="37" y="46"/>
                    <a:pt x="131" y="23"/>
                  </a:cubicBezTo>
                  <a:cubicBezTo>
                    <a:pt x="225" y="0"/>
                    <a:pt x="342" y="149"/>
                    <a:pt x="393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2276312" y="3234701"/>
              <a:ext cx="785417" cy="1125578"/>
            </a:xfrm>
            <a:custGeom>
              <a:avLst/>
              <a:gdLst/>
              <a:ahLst/>
              <a:cxnLst/>
              <a:rect l="l" t="t" r="r" b="b"/>
              <a:pathLst>
                <a:path w="7425" h="10641" extrusionOk="0">
                  <a:moveTo>
                    <a:pt x="7424" y="10640"/>
                  </a:moveTo>
                  <a:lnTo>
                    <a:pt x="28" y="10640"/>
                  </a:lnTo>
                  <a:cubicBezTo>
                    <a:pt x="28" y="10640"/>
                    <a:pt x="0" y="10001"/>
                    <a:pt x="5" y="9028"/>
                  </a:cubicBezTo>
                  <a:cubicBezTo>
                    <a:pt x="5" y="8980"/>
                    <a:pt x="6" y="8932"/>
                    <a:pt x="6" y="8883"/>
                  </a:cubicBezTo>
                  <a:cubicBezTo>
                    <a:pt x="7" y="8834"/>
                    <a:pt x="7" y="8782"/>
                    <a:pt x="8" y="8732"/>
                  </a:cubicBezTo>
                  <a:cubicBezTo>
                    <a:pt x="8" y="8670"/>
                    <a:pt x="9" y="8607"/>
                    <a:pt x="11" y="8543"/>
                  </a:cubicBezTo>
                  <a:cubicBezTo>
                    <a:pt x="12" y="8541"/>
                    <a:pt x="12" y="8538"/>
                    <a:pt x="11" y="8532"/>
                  </a:cubicBezTo>
                  <a:lnTo>
                    <a:pt x="11" y="8532"/>
                  </a:lnTo>
                  <a:cubicBezTo>
                    <a:pt x="13" y="8452"/>
                    <a:pt x="14" y="8372"/>
                    <a:pt x="16" y="8290"/>
                  </a:cubicBezTo>
                  <a:cubicBezTo>
                    <a:pt x="16" y="8273"/>
                    <a:pt x="16" y="8253"/>
                    <a:pt x="16" y="8235"/>
                  </a:cubicBezTo>
                  <a:cubicBezTo>
                    <a:pt x="19" y="8153"/>
                    <a:pt x="22" y="8068"/>
                    <a:pt x="24" y="7982"/>
                  </a:cubicBezTo>
                  <a:cubicBezTo>
                    <a:pt x="25" y="7930"/>
                    <a:pt x="28" y="7877"/>
                    <a:pt x="29" y="7824"/>
                  </a:cubicBezTo>
                  <a:cubicBezTo>
                    <a:pt x="38" y="7563"/>
                    <a:pt x="50" y="7289"/>
                    <a:pt x="63" y="7008"/>
                  </a:cubicBezTo>
                  <a:cubicBezTo>
                    <a:pt x="70" y="6909"/>
                    <a:pt x="76" y="6808"/>
                    <a:pt x="82" y="6706"/>
                  </a:cubicBezTo>
                  <a:cubicBezTo>
                    <a:pt x="88" y="6582"/>
                    <a:pt x="98" y="6456"/>
                    <a:pt x="107" y="6329"/>
                  </a:cubicBezTo>
                  <a:cubicBezTo>
                    <a:pt x="111" y="6269"/>
                    <a:pt x="115" y="6208"/>
                    <a:pt x="120" y="6147"/>
                  </a:cubicBezTo>
                  <a:cubicBezTo>
                    <a:pt x="125" y="6086"/>
                    <a:pt x="130" y="6024"/>
                    <a:pt x="134" y="5963"/>
                  </a:cubicBezTo>
                  <a:cubicBezTo>
                    <a:pt x="139" y="5914"/>
                    <a:pt x="143" y="5865"/>
                    <a:pt x="147" y="5817"/>
                  </a:cubicBezTo>
                  <a:cubicBezTo>
                    <a:pt x="159" y="5670"/>
                    <a:pt x="174" y="5523"/>
                    <a:pt x="189" y="5376"/>
                  </a:cubicBezTo>
                  <a:cubicBezTo>
                    <a:pt x="194" y="5327"/>
                    <a:pt x="199" y="5276"/>
                    <a:pt x="205" y="5227"/>
                  </a:cubicBezTo>
                  <a:cubicBezTo>
                    <a:pt x="205" y="5215"/>
                    <a:pt x="206" y="5202"/>
                    <a:pt x="208" y="5188"/>
                  </a:cubicBezTo>
                  <a:cubicBezTo>
                    <a:pt x="218" y="5104"/>
                    <a:pt x="228" y="5018"/>
                    <a:pt x="238" y="4931"/>
                  </a:cubicBezTo>
                  <a:cubicBezTo>
                    <a:pt x="243" y="4882"/>
                    <a:pt x="250" y="4834"/>
                    <a:pt x="255" y="4785"/>
                  </a:cubicBezTo>
                  <a:cubicBezTo>
                    <a:pt x="262" y="4736"/>
                    <a:pt x="268" y="4685"/>
                    <a:pt x="275" y="4636"/>
                  </a:cubicBezTo>
                  <a:cubicBezTo>
                    <a:pt x="287" y="4539"/>
                    <a:pt x="300" y="4442"/>
                    <a:pt x="314" y="4345"/>
                  </a:cubicBezTo>
                  <a:cubicBezTo>
                    <a:pt x="314" y="4341"/>
                    <a:pt x="315" y="4339"/>
                    <a:pt x="315" y="4335"/>
                  </a:cubicBezTo>
                  <a:cubicBezTo>
                    <a:pt x="332" y="4222"/>
                    <a:pt x="348" y="4109"/>
                    <a:pt x="366" y="3997"/>
                  </a:cubicBezTo>
                  <a:cubicBezTo>
                    <a:pt x="379" y="3918"/>
                    <a:pt x="392" y="3839"/>
                    <a:pt x="405" y="3760"/>
                  </a:cubicBezTo>
                  <a:cubicBezTo>
                    <a:pt x="419" y="3684"/>
                    <a:pt x="431" y="3608"/>
                    <a:pt x="446" y="3533"/>
                  </a:cubicBezTo>
                  <a:cubicBezTo>
                    <a:pt x="460" y="3456"/>
                    <a:pt x="475" y="3383"/>
                    <a:pt x="488" y="3308"/>
                  </a:cubicBezTo>
                  <a:cubicBezTo>
                    <a:pt x="507" y="3219"/>
                    <a:pt x="525" y="3128"/>
                    <a:pt x="545" y="3040"/>
                  </a:cubicBezTo>
                  <a:cubicBezTo>
                    <a:pt x="563" y="2951"/>
                    <a:pt x="583" y="2864"/>
                    <a:pt x="604" y="2776"/>
                  </a:cubicBezTo>
                  <a:cubicBezTo>
                    <a:pt x="617" y="2726"/>
                    <a:pt x="629" y="2673"/>
                    <a:pt x="641" y="2622"/>
                  </a:cubicBezTo>
                  <a:cubicBezTo>
                    <a:pt x="651" y="2584"/>
                    <a:pt x="660" y="2546"/>
                    <a:pt x="670" y="2507"/>
                  </a:cubicBezTo>
                  <a:cubicBezTo>
                    <a:pt x="707" y="2363"/>
                    <a:pt x="747" y="2222"/>
                    <a:pt x="787" y="2085"/>
                  </a:cubicBezTo>
                  <a:cubicBezTo>
                    <a:pt x="805" y="2025"/>
                    <a:pt x="823" y="1966"/>
                    <a:pt x="842" y="1908"/>
                  </a:cubicBezTo>
                  <a:cubicBezTo>
                    <a:pt x="863" y="1843"/>
                    <a:pt x="884" y="1780"/>
                    <a:pt x="906" y="1718"/>
                  </a:cubicBezTo>
                  <a:cubicBezTo>
                    <a:pt x="916" y="1686"/>
                    <a:pt x="927" y="1654"/>
                    <a:pt x="939" y="1623"/>
                  </a:cubicBezTo>
                  <a:cubicBezTo>
                    <a:pt x="982" y="1504"/>
                    <a:pt x="1027" y="1387"/>
                    <a:pt x="1074" y="1276"/>
                  </a:cubicBezTo>
                  <a:cubicBezTo>
                    <a:pt x="1081" y="1257"/>
                    <a:pt x="1089" y="1240"/>
                    <a:pt x="1097" y="1220"/>
                  </a:cubicBezTo>
                  <a:cubicBezTo>
                    <a:pt x="1105" y="1202"/>
                    <a:pt x="1112" y="1183"/>
                    <a:pt x="1121" y="1165"/>
                  </a:cubicBezTo>
                  <a:cubicBezTo>
                    <a:pt x="1136" y="1129"/>
                    <a:pt x="1153" y="1093"/>
                    <a:pt x="1170" y="1058"/>
                  </a:cubicBezTo>
                  <a:cubicBezTo>
                    <a:pt x="1185" y="1023"/>
                    <a:pt x="1202" y="987"/>
                    <a:pt x="1219" y="953"/>
                  </a:cubicBezTo>
                  <a:cubicBezTo>
                    <a:pt x="1236" y="918"/>
                    <a:pt x="1253" y="884"/>
                    <a:pt x="1270" y="851"/>
                  </a:cubicBezTo>
                  <a:cubicBezTo>
                    <a:pt x="1360" y="677"/>
                    <a:pt x="1454" y="518"/>
                    <a:pt x="1558" y="373"/>
                  </a:cubicBezTo>
                  <a:cubicBezTo>
                    <a:pt x="1570" y="357"/>
                    <a:pt x="1581" y="341"/>
                    <a:pt x="1593" y="325"/>
                  </a:cubicBezTo>
                  <a:cubicBezTo>
                    <a:pt x="1620" y="287"/>
                    <a:pt x="1650" y="250"/>
                    <a:pt x="1680" y="213"/>
                  </a:cubicBezTo>
                  <a:cubicBezTo>
                    <a:pt x="1705" y="182"/>
                    <a:pt x="1730" y="151"/>
                    <a:pt x="1756" y="123"/>
                  </a:cubicBezTo>
                  <a:cubicBezTo>
                    <a:pt x="1764" y="111"/>
                    <a:pt x="1772" y="102"/>
                    <a:pt x="1781" y="93"/>
                  </a:cubicBezTo>
                  <a:cubicBezTo>
                    <a:pt x="1810" y="61"/>
                    <a:pt x="1841" y="30"/>
                    <a:pt x="1871" y="1"/>
                  </a:cubicBezTo>
                  <a:lnTo>
                    <a:pt x="2827" y="57"/>
                  </a:lnTo>
                  <a:lnTo>
                    <a:pt x="4222" y="139"/>
                  </a:lnTo>
                  <a:lnTo>
                    <a:pt x="4223" y="139"/>
                  </a:lnTo>
                  <a:lnTo>
                    <a:pt x="6091" y="250"/>
                  </a:lnTo>
                  <a:lnTo>
                    <a:pt x="6103" y="251"/>
                  </a:lnTo>
                  <a:cubicBezTo>
                    <a:pt x="6238" y="769"/>
                    <a:pt x="6362" y="1371"/>
                    <a:pt x="6476" y="2021"/>
                  </a:cubicBezTo>
                  <a:cubicBezTo>
                    <a:pt x="7110" y="5617"/>
                    <a:pt x="7424" y="10640"/>
                    <a:pt x="7424" y="106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2712861" y="3585140"/>
              <a:ext cx="128417" cy="775138"/>
            </a:xfrm>
            <a:custGeom>
              <a:avLst/>
              <a:gdLst/>
              <a:ahLst/>
              <a:cxnLst/>
              <a:rect l="l" t="t" r="r" b="b"/>
              <a:pathLst>
                <a:path w="1214" h="7328" extrusionOk="0">
                  <a:moveTo>
                    <a:pt x="1177" y="0"/>
                  </a:moveTo>
                  <a:lnTo>
                    <a:pt x="1213" y="7327"/>
                  </a:lnTo>
                  <a:lnTo>
                    <a:pt x="0" y="7327"/>
                  </a:lnTo>
                  <a:lnTo>
                    <a:pt x="690" y="1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2364743" y="3220103"/>
              <a:ext cx="226792" cy="1140176"/>
            </a:xfrm>
            <a:custGeom>
              <a:avLst/>
              <a:gdLst/>
              <a:ahLst/>
              <a:cxnLst/>
              <a:rect l="l" t="t" r="r" b="b"/>
              <a:pathLst>
                <a:path w="2144" h="10779" fill="none" extrusionOk="0">
                  <a:moveTo>
                    <a:pt x="191" y="10778"/>
                  </a:moveTo>
                  <a:cubicBezTo>
                    <a:pt x="0" y="2207"/>
                    <a:pt x="2143" y="0"/>
                    <a:pt x="2143" y="0"/>
                  </a:cubicBez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2469676" y="3295840"/>
              <a:ext cx="267094" cy="193361"/>
            </a:xfrm>
            <a:custGeom>
              <a:avLst/>
              <a:gdLst/>
              <a:ahLst/>
              <a:cxnLst/>
              <a:rect l="l" t="t" r="r" b="b"/>
              <a:pathLst>
                <a:path w="2525" h="1828" fill="none" extrusionOk="0">
                  <a:moveTo>
                    <a:pt x="0" y="1804"/>
                  </a:moveTo>
                  <a:cubicBezTo>
                    <a:pt x="0" y="1804"/>
                    <a:pt x="2111" y="1828"/>
                    <a:pt x="2524" y="1"/>
                  </a:cubicBez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2712756" y="3585246"/>
              <a:ext cx="124609" cy="775032"/>
            </a:xfrm>
            <a:custGeom>
              <a:avLst/>
              <a:gdLst/>
              <a:ahLst/>
              <a:cxnLst/>
              <a:rect l="l" t="t" r="r" b="b"/>
              <a:pathLst>
                <a:path w="1178" h="7327" fill="none" extrusionOk="0">
                  <a:moveTo>
                    <a:pt x="0" y="7326"/>
                  </a:moveTo>
                  <a:lnTo>
                    <a:pt x="691" y="118"/>
                  </a:lnTo>
                  <a:lnTo>
                    <a:pt x="1178" y="1"/>
                  </a:ln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2100402" y="2230453"/>
              <a:ext cx="650441" cy="889695"/>
            </a:xfrm>
            <a:custGeom>
              <a:avLst/>
              <a:gdLst/>
              <a:ahLst/>
              <a:cxnLst/>
              <a:rect l="l" t="t" r="r" b="b"/>
              <a:pathLst>
                <a:path w="6149" h="8411" extrusionOk="0">
                  <a:moveTo>
                    <a:pt x="1755" y="8245"/>
                  </a:moveTo>
                  <a:lnTo>
                    <a:pt x="1755" y="8245"/>
                  </a:lnTo>
                  <a:cubicBezTo>
                    <a:pt x="848" y="8411"/>
                    <a:pt x="0" y="7664"/>
                    <a:pt x="115" y="6751"/>
                  </a:cubicBezTo>
                  <a:cubicBezTo>
                    <a:pt x="413" y="4403"/>
                    <a:pt x="2110" y="1914"/>
                    <a:pt x="3471" y="547"/>
                  </a:cubicBezTo>
                  <a:cubicBezTo>
                    <a:pt x="4015" y="0"/>
                    <a:pt x="4990" y="268"/>
                    <a:pt x="5549" y="800"/>
                  </a:cubicBezTo>
                  <a:cubicBezTo>
                    <a:pt x="6031" y="1258"/>
                    <a:pt x="6148" y="1982"/>
                    <a:pt x="5833" y="2567"/>
                  </a:cubicBezTo>
                  <a:lnTo>
                    <a:pt x="2685" y="7613"/>
                  </a:lnTo>
                  <a:cubicBezTo>
                    <a:pt x="2477" y="7946"/>
                    <a:pt x="2140" y="8174"/>
                    <a:pt x="1755" y="8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361749" y="2330730"/>
              <a:ext cx="97847" cy="168821"/>
            </a:xfrm>
            <a:custGeom>
              <a:avLst/>
              <a:gdLst/>
              <a:ahLst/>
              <a:cxnLst/>
              <a:rect l="l" t="t" r="r" b="b"/>
              <a:pathLst>
                <a:path w="925" h="1596" extrusionOk="0">
                  <a:moveTo>
                    <a:pt x="1" y="1427"/>
                  </a:moveTo>
                  <a:lnTo>
                    <a:pt x="550" y="1596"/>
                  </a:lnTo>
                  <a:lnTo>
                    <a:pt x="673" y="1374"/>
                  </a:lnTo>
                  <a:lnTo>
                    <a:pt x="853" y="1047"/>
                  </a:lnTo>
                  <a:lnTo>
                    <a:pt x="924" y="918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2624748" y="2117589"/>
              <a:ext cx="288251" cy="288349"/>
            </a:xfrm>
            <a:custGeom>
              <a:avLst/>
              <a:gdLst/>
              <a:ahLst/>
              <a:cxnLst/>
              <a:rect l="l" t="t" r="r" b="b"/>
              <a:pathLst>
                <a:path w="2725" h="2726" extrusionOk="0">
                  <a:moveTo>
                    <a:pt x="2158" y="2725"/>
                  </a:moveTo>
                  <a:lnTo>
                    <a:pt x="2724" y="1501"/>
                  </a:lnTo>
                  <a:lnTo>
                    <a:pt x="427" y="1"/>
                  </a:lnTo>
                  <a:lnTo>
                    <a:pt x="1" y="7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1218524" y="2462422"/>
              <a:ext cx="177816" cy="243077"/>
            </a:xfrm>
            <a:custGeom>
              <a:avLst/>
              <a:gdLst/>
              <a:ahLst/>
              <a:cxnLst/>
              <a:rect l="l" t="t" r="r" b="b"/>
              <a:pathLst>
                <a:path w="1681" h="2298" extrusionOk="0">
                  <a:moveTo>
                    <a:pt x="480" y="2253"/>
                  </a:moveTo>
                  <a:lnTo>
                    <a:pt x="480" y="2253"/>
                  </a:lnTo>
                  <a:cubicBezTo>
                    <a:pt x="232" y="2298"/>
                    <a:pt x="1" y="2094"/>
                    <a:pt x="32" y="1845"/>
                  </a:cubicBezTo>
                  <a:cubicBezTo>
                    <a:pt x="113" y="1204"/>
                    <a:pt x="577" y="524"/>
                    <a:pt x="949" y="150"/>
                  </a:cubicBezTo>
                  <a:cubicBezTo>
                    <a:pt x="1097" y="0"/>
                    <a:pt x="1364" y="73"/>
                    <a:pt x="1517" y="218"/>
                  </a:cubicBezTo>
                  <a:cubicBezTo>
                    <a:pt x="1648" y="344"/>
                    <a:pt x="1680" y="542"/>
                    <a:pt x="1595" y="702"/>
                  </a:cubicBezTo>
                  <a:lnTo>
                    <a:pt x="734" y="2081"/>
                  </a:lnTo>
                  <a:cubicBezTo>
                    <a:pt x="678" y="2171"/>
                    <a:pt x="585" y="2234"/>
                    <a:pt x="480" y="22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1284639" y="2449638"/>
              <a:ext cx="159516" cy="294696"/>
            </a:xfrm>
            <a:custGeom>
              <a:avLst/>
              <a:gdLst/>
              <a:ahLst/>
              <a:cxnLst/>
              <a:rect l="l" t="t" r="r" b="b"/>
              <a:pathLst>
                <a:path w="1508" h="2786" extrusionOk="0">
                  <a:moveTo>
                    <a:pt x="76" y="1693"/>
                  </a:moveTo>
                  <a:cubicBezTo>
                    <a:pt x="193" y="2247"/>
                    <a:pt x="335" y="2717"/>
                    <a:pt x="335" y="2717"/>
                  </a:cubicBezTo>
                  <a:lnTo>
                    <a:pt x="1492" y="2785"/>
                  </a:lnTo>
                  <a:lnTo>
                    <a:pt x="1244" y="1741"/>
                  </a:lnTo>
                  <a:cubicBezTo>
                    <a:pt x="1491" y="1510"/>
                    <a:pt x="1507" y="1230"/>
                    <a:pt x="1456" y="985"/>
                  </a:cubicBezTo>
                  <a:cubicBezTo>
                    <a:pt x="1410" y="763"/>
                    <a:pt x="1308" y="571"/>
                    <a:pt x="1277" y="474"/>
                  </a:cubicBezTo>
                  <a:lnTo>
                    <a:pt x="819" y="25"/>
                  </a:lnTo>
                  <a:cubicBezTo>
                    <a:pt x="795" y="1"/>
                    <a:pt x="235" y="37"/>
                    <a:pt x="66" y="827"/>
                  </a:cubicBezTo>
                  <a:cubicBezTo>
                    <a:pt x="0" y="1128"/>
                    <a:pt x="20" y="1427"/>
                    <a:pt x="76" y="1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1284848" y="2449411"/>
              <a:ext cx="159516" cy="294696"/>
            </a:xfrm>
            <a:custGeom>
              <a:avLst/>
              <a:gdLst/>
              <a:ahLst/>
              <a:cxnLst/>
              <a:rect l="l" t="t" r="r" b="b"/>
              <a:pathLst>
                <a:path w="1508" h="2786" extrusionOk="0">
                  <a:moveTo>
                    <a:pt x="76" y="1693"/>
                  </a:moveTo>
                  <a:cubicBezTo>
                    <a:pt x="193" y="2247"/>
                    <a:pt x="335" y="2717"/>
                    <a:pt x="335" y="2717"/>
                  </a:cubicBezTo>
                  <a:lnTo>
                    <a:pt x="1492" y="2785"/>
                  </a:lnTo>
                  <a:lnTo>
                    <a:pt x="1244" y="1741"/>
                  </a:lnTo>
                  <a:cubicBezTo>
                    <a:pt x="1491" y="1510"/>
                    <a:pt x="1507" y="1230"/>
                    <a:pt x="1456" y="985"/>
                  </a:cubicBezTo>
                  <a:cubicBezTo>
                    <a:pt x="1410" y="763"/>
                    <a:pt x="1308" y="571"/>
                    <a:pt x="1277" y="474"/>
                  </a:cubicBezTo>
                  <a:lnTo>
                    <a:pt x="819" y="25"/>
                  </a:lnTo>
                  <a:cubicBezTo>
                    <a:pt x="795" y="1"/>
                    <a:pt x="235" y="37"/>
                    <a:pt x="66" y="827"/>
                  </a:cubicBezTo>
                  <a:cubicBezTo>
                    <a:pt x="0" y="1128"/>
                    <a:pt x="20" y="1427"/>
                    <a:pt x="76" y="1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1283896" y="2526840"/>
              <a:ext cx="104828" cy="214094"/>
            </a:xfrm>
            <a:custGeom>
              <a:avLst/>
              <a:gdLst/>
              <a:ahLst/>
              <a:cxnLst/>
              <a:rect l="l" t="t" r="r" b="b"/>
              <a:pathLst>
                <a:path w="991" h="2024" extrusionOk="0">
                  <a:moveTo>
                    <a:pt x="886" y="0"/>
                  </a:moveTo>
                  <a:lnTo>
                    <a:pt x="594" y="1315"/>
                  </a:lnTo>
                  <a:lnTo>
                    <a:pt x="990" y="2024"/>
                  </a:lnTo>
                  <a:lnTo>
                    <a:pt x="344" y="1985"/>
                  </a:lnTo>
                  <a:lnTo>
                    <a:pt x="0" y="851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313619" y="2881617"/>
              <a:ext cx="386203" cy="93719"/>
            </a:xfrm>
            <a:custGeom>
              <a:avLst/>
              <a:gdLst/>
              <a:ahLst/>
              <a:cxnLst/>
              <a:rect l="l" t="t" r="r" b="b"/>
              <a:pathLst>
                <a:path w="3651" h="886" extrusionOk="0">
                  <a:moveTo>
                    <a:pt x="247" y="885"/>
                  </a:moveTo>
                  <a:cubicBezTo>
                    <a:pt x="111" y="885"/>
                    <a:pt x="1" y="774"/>
                    <a:pt x="1" y="637"/>
                  </a:cubicBezTo>
                  <a:lnTo>
                    <a:pt x="1" y="249"/>
                  </a:lnTo>
                  <a:cubicBezTo>
                    <a:pt x="1" y="111"/>
                    <a:pt x="111" y="0"/>
                    <a:pt x="247" y="0"/>
                  </a:cubicBezTo>
                  <a:lnTo>
                    <a:pt x="3403" y="0"/>
                  </a:lnTo>
                  <a:cubicBezTo>
                    <a:pt x="3539" y="0"/>
                    <a:pt x="3651" y="111"/>
                    <a:pt x="3651" y="249"/>
                  </a:cubicBezTo>
                  <a:lnTo>
                    <a:pt x="3651" y="637"/>
                  </a:lnTo>
                  <a:cubicBezTo>
                    <a:pt x="3651" y="774"/>
                    <a:pt x="3539" y="885"/>
                    <a:pt x="3403" y="885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713781" y="2333903"/>
              <a:ext cx="422062" cy="93719"/>
            </a:xfrm>
            <a:custGeom>
              <a:avLst/>
              <a:gdLst/>
              <a:ahLst/>
              <a:cxnLst/>
              <a:rect l="l" t="t" r="r" b="b"/>
              <a:pathLst>
                <a:path w="3990" h="886" extrusionOk="0">
                  <a:moveTo>
                    <a:pt x="248" y="886"/>
                  </a:moveTo>
                  <a:cubicBezTo>
                    <a:pt x="112" y="886"/>
                    <a:pt x="0" y="775"/>
                    <a:pt x="0" y="638"/>
                  </a:cubicBezTo>
                  <a:lnTo>
                    <a:pt x="0" y="249"/>
                  </a:lnTo>
                  <a:cubicBezTo>
                    <a:pt x="0" y="113"/>
                    <a:pt x="112" y="1"/>
                    <a:pt x="248" y="1"/>
                  </a:cubicBezTo>
                  <a:lnTo>
                    <a:pt x="3742" y="1"/>
                  </a:lnTo>
                  <a:cubicBezTo>
                    <a:pt x="3879" y="1"/>
                    <a:pt x="3990" y="113"/>
                    <a:pt x="3990" y="249"/>
                  </a:cubicBezTo>
                  <a:lnTo>
                    <a:pt x="3990" y="638"/>
                  </a:lnTo>
                  <a:cubicBezTo>
                    <a:pt x="3990" y="775"/>
                    <a:pt x="3879" y="886"/>
                    <a:pt x="3742" y="886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1406282" y="2428679"/>
              <a:ext cx="43158" cy="44955"/>
            </a:xfrm>
            <a:custGeom>
              <a:avLst/>
              <a:gdLst/>
              <a:ahLst/>
              <a:cxnLst/>
              <a:rect l="l" t="t" r="r" b="b"/>
              <a:pathLst>
                <a:path w="408" h="425" extrusionOk="0">
                  <a:moveTo>
                    <a:pt x="50" y="0"/>
                  </a:moveTo>
                  <a:cubicBezTo>
                    <a:pt x="50" y="0"/>
                    <a:pt x="0" y="253"/>
                    <a:pt x="267" y="424"/>
                  </a:cubicBezTo>
                  <a:lnTo>
                    <a:pt x="407" y="16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2353443" y="2219243"/>
              <a:ext cx="583165" cy="1078507"/>
            </a:xfrm>
            <a:custGeom>
              <a:avLst/>
              <a:gdLst/>
              <a:ahLst/>
              <a:cxnLst/>
              <a:rect l="l" t="t" r="r" b="b"/>
              <a:pathLst>
                <a:path w="5513" h="10196" extrusionOk="0">
                  <a:moveTo>
                    <a:pt x="277" y="6194"/>
                  </a:moveTo>
                  <a:cubicBezTo>
                    <a:pt x="705" y="8223"/>
                    <a:pt x="1226" y="9943"/>
                    <a:pt x="1226" y="9943"/>
                  </a:cubicBezTo>
                  <a:lnTo>
                    <a:pt x="5458" y="10196"/>
                  </a:lnTo>
                  <a:lnTo>
                    <a:pt x="4550" y="6371"/>
                  </a:lnTo>
                  <a:cubicBezTo>
                    <a:pt x="5457" y="5525"/>
                    <a:pt x="5513" y="4498"/>
                    <a:pt x="5327" y="3604"/>
                  </a:cubicBezTo>
                  <a:cubicBezTo>
                    <a:pt x="5157" y="2791"/>
                    <a:pt x="4787" y="2087"/>
                    <a:pt x="4675" y="1733"/>
                  </a:cubicBezTo>
                  <a:lnTo>
                    <a:pt x="2995" y="89"/>
                  </a:lnTo>
                  <a:cubicBezTo>
                    <a:pt x="2905" y="0"/>
                    <a:pt x="857" y="136"/>
                    <a:pt x="236" y="3027"/>
                  </a:cubicBezTo>
                  <a:cubicBezTo>
                    <a:pt x="1" y="4128"/>
                    <a:pt x="73" y="5221"/>
                    <a:pt x="277" y="6194"/>
                  </a:cubicBezTo>
                  <a:close/>
                </a:path>
              </a:pathLst>
            </a:custGeom>
            <a:solidFill>
              <a:srgbClr val="FFFFFF">
                <a:alpha val="3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1321236" y="2268533"/>
              <a:ext cx="195058" cy="89699"/>
            </a:xfrm>
            <a:custGeom>
              <a:avLst/>
              <a:gdLst/>
              <a:ahLst/>
              <a:cxnLst/>
              <a:rect l="l" t="t" r="r" b="b"/>
              <a:pathLst>
                <a:path w="1844" h="848" extrusionOk="0">
                  <a:moveTo>
                    <a:pt x="1361" y="636"/>
                  </a:moveTo>
                  <a:cubicBezTo>
                    <a:pt x="1843" y="553"/>
                    <a:pt x="1648" y="1"/>
                    <a:pt x="1233" y="214"/>
                  </a:cubicBezTo>
                  <a:cubicBezTo>
                    <a:pt x="935" y="366"/>
                    <a:pt x="713" y="13"/>
                    <a:pt x="405" y="188"/>
                  </a:cubicBezTo>
                  <a:cubicBezTo>
                    <a:pt x="1" y="418"/>
                    <a:pt x="394" y="848"/>
                    <a:pt x="394" y="8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1383857" y="2310420"/>
              <a:ext cx="118474" cy="158137"/>
            </a:xfrm>
            <a:custGeom>
              <a:avLst/>
              <a:gdLst/>
              <a:ahLst/>
              <a:cxnLst/>
              <a:rect l="l" t="t" r="r" b="b"/>
              <a:pathLst>
                <a:path w="1120" h="1495" extrusionOk="0">
                  <a:moveTo>
                    <a:pt x="122" y="1088"/>
                  </a:moveTo>
                  <a:lnTo>
                    <a:pt x="696" y="1413"/>
                  </a:lnTo>
                  <a:cubicBezTo>
                    <a:pt x="839" y="1494"/>
                    <a:pt x="1020" y="1411"/>
                    <a:pt x="1050" y="1248"/>
                  </a:cubicBezTo>
                  <a:cubicBezTo>
                    <a:pt x="1091" y="1027"/>
                    <a:pt x="1120" y="728"/>
                    <a:pt x="1047" y="480"/>
                  </a:cubicBezTo>
                  <a:cubicBezTo>
                    <a:pt x="1004" y="333"/>
                    <a:pt x="913" y="210"/>
                    <a:pt x="795" y="126"/>
                  </a:cubicBezTo>
                  <a:cubicBezTo>
                    <a:pt x="743" y="88"/>
                    <a:pt x="683" y="57"/>
                    <a:pt x="620" y="37"/>
                  </a:cubicBezTo>
                  <a:lnTo>
                    <a:pt x="620" y="37"/>
                  </a:lnTo>
                  <a:lnTo>
                    <a:pt x="584" y="25"/>
                  </a:lnTo>
                  <a:lnTo>
                    <a:pt x="580" y="24"/>
                  </a:lnTo>
                  <a:cubicBezTo>
                    <a:pt x="563" y="19"/>
                    <a:pt x="545" y="15"/>
                    <a:pt x="527" y="11"/>
                  </a:cubicBezTo>
                  <a:cubicBezTo>
                    <a:pt x="483" y="3"/>
                    <a:pt x="439" y="0"/>
                    <a:pt x="393" y="1"/>
                  </a:cubicBezTo>
                  <a:cubicBezTo>
                    <a:pt x="349" y="2"/>
                    <a:pt x="308" y="10"/>
                    <a:pt x="269" y="24"/>
                  </a:cubicBezTo>
                  <a:cubicBezTo>
                    <a:pt x="107" y="84"/>
                    <a:pt x="1" y="250"/>
                    <a:pt x="26" y="432"/>
                  </a:cubicBezTo>
                  <a:lnTo>
                    <a:pt x="49" y="589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1328852" y="2289900"/>
              <a:ext cx="130744" cy="133280"/>
            </a:xfrm>
            <a:custGeom>
              <a:avLst/>
              <a:gdLst/>
              <a:ahLst/>
              <a:cxnLst/>
              <a:rect l="l" t="t" r="r" b="b"/>
              <a:pathLst>
                <a:path w="1236" h="1260" extrusionOk="0">
                  <a:moveTo>
                    <a:pt x="1235" y="271"/>
                  </a:moveTo>
                  <a:cubicBezTo>
                    <a:pt x="868" y="1"/>
                    <a:pt x="484" y="132"/>
                    <a:pt x="274" y="305"/>
                  </a:cubicBezTo>
                  <a:cubicBezTo>
                    <a:pt x="126" y="427"/>
                    <a:pt x="1" y="623"/>
                    <a:pt x="109" y="793"/>
                  </a:cubicBezTo>
                  <a:cubicBezTo>
                    <a:pt x="207" y="947"/>
                    <a:pt x="452" y="975"/>
                    <a:pt x="484" y="1260"/>
                  </a:cubicBezTo>
                  <a:lnTo>
                    <a:pt x="813" y="4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2410651" y="3234701"/>
              <a:ext cx="550796" cy="213776"/>
            </a:xfrm>
            <a:custGeom>
              <a:avLst/>
              <a:gdLst/>
              <a:ahLst/>
              <a:cxnLst/>
              <a:rect l="l" t="t" r="r" b="b"/>
              <a:pathLst>
                <a:path w="5207" h="2021" extrusionOk="0">
                  <a:moveTo>
                    <a:pt x="5206" y="2021"/>
                  </a:moveTo>
                  <a:cubicBezTo>
                    <a:pt x="4473" y="1854"/>
                    <a:pt x="3566" y="1646"/>
                    <a:pt x="2679" y="1445"/>
                  </a:cubicBezTo>
                  <a:cubicBezTo>
                    <a:pt x="2098" y="1314"/>
                    <a:pt x="1525" y="1185"/>
                    <a:pt x="1016" y="1072"/>
                  </a:cubicBezTo>
                  <a:cubicBezTo>
                    <a:pt x="636" y="988"/>
                    <a:pt x="290" y="913"/>
                    <a:pt x="0" y="851"/>
                  </a:cubicBezTo>
                  <a:cubicBezTo>
                    <a:pt x="16" y="821"/>
                    <a:pt x="30" y="793"/>
                    <a:pt x="47" y="763"/>
                  </a:cubicBezTo>
                  <a:cubicBezTo>
                    <a:pt x="66" y="726"/>
                    <a:pt x="86" y="691"/>
                    <a:pt x="107" y="657"/>
                  </a:cubicBezTo>
                  <a:cubicBezTo>
                    <a:pt x="124" y="626"/>
                    <a:pt x="142" y="595"/>
                    <a:pt x="160" y="565"/>
                  </a:cubicBezTo>
                  <a:cubicBezTo>
                    <a:pt x="168" y="553"/>
                    <a:pt x="176" y="541"/>
                    <a:pt x="184" y="529"/>
                  </a:cubicBezTo>
                  <a:cubicBezTo>
                    <a:pt x="200" y="501"/>
                    <a:pt x="219" y="476"/>
                    <a:pt x="236" y="450"/>
                  </a:cubicBezTo>
                  <a:cubicBezTo>
                    <a:pt x="253" y="423"/>
                    <a:pt x="270" y="398"/>
                    <a:pt x="288" y="373"/>
                  </a:cubicBezTo>
                  <a:cubicBezTo>
                    <a:pt x="311" y="341"/>
                    <a:pt x="334" y="309"/>
                    <a:pt x="358" y="278"/>
                  </a:cubicBezTo>
                  <a:cubicBezTo>
                    <a:pt x="374" y="255"/>
                    <a:pt x="391" y="234"/>
                    <a:pt x="410" y="213"/>
                  </a:cubicBezTo>
                  <a:cubicBezTo>
                    <a:pt x="470" y="137"/>
                    <a:pt x="534" y="66"/>
                    <a:pt x="601" y="1"/>
                  </a:cubicBezTo>
                  <a:lnTo>
                    <a:pt x="1557" y="57"/>
                  </a:lnTo>
                  <a:lnTo>
                    <a:pt x="2953" y="139"/>
                  </a:lnTo>
                  <a:lnTo>
                    <a:pt x="4821" y="250"/>
                  </a:lnTo>
                  <a:lnTo>
                    <a:pt x="4833" y="251"/>
                  </a:lnTo>
                  <a:cubicBezTo>
                    <a:pt x="4968" y="769"/>
                    <a:pt x="5092" y="1371"/>
                    <a:pt x="5206" y="20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2240665" y="3234701"/>
              <a:ext cx="334794" cy="1125578"/>
            </a:xfrm>
            <a:custGeom>
              <a:avLst/>
              <a:gdLst/>
              <a:ahLst/>
              <a:cxnLst/>
              <a:rect l="l" t="t" r="r" b="b"/>
              <a:pathLst>
                <a:path w="3165" h="10641" extrusionOk="0">
                  <a:moveTo>
                    <a:pt x="1365" y="10640"/>
                  </a:moveTo>
                  <a:lnTo>
                    <a:pt x="365" y="10640"/>
                  </a:lnTo>
                  <a:cubicBezTo>
                    <a:pt x="365" y="10640"/>
                    <a:pt x="0" y="2177"/>
                    <a:pt x="2208" y="1"/>
                  </a:cubicBezTo>
                  <a:lnTo>
                    <a:pt x="3164" y="57"/>
                  </a:lnTo>
                  <a:cubicBezTo>
                    <a:pt x="2679" y="752"/>
                    <a:pt x="1204" y="3468"/>
                    <a:pt x="1365" y="10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1337102" y="2332845"/>
              <a:ext cx="72354" cy="85468"/>
            </a:xfrm>
            <a:custGeom>
              <a:avLst/>
              <a:gdLst/>
              <a:ahLst/>
              <a:cxnLst/>
              <a:rect l="l" t="t" r="r" b="b"/>
              <a:pathLst>
                <a:path w="684" h="808" extrusionOk="0">
                  <a:moveTo>
                    <a:pt x="684" y="457"/>
                  </a:moveTo>
                  <a:cubicBezTo>
                    <a:pt x="78" y="1"/>
                    <a:pt x="0" y="808"/>
                    <a:pt x="659" y="764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1474297" y="2366271"/>
              <a:ext cx="46861" cy="47071"/>
            </a:xfrm>
            <a:custGeom>
              <a:avLst/>
              <a:gdLst/>
              <a:ahLst/>
              <a:cxnLst/>
              <a:rect l="l" t="t" r="r" b="b"/>
              <a:pathLst>
                <a:path w="443" h="445" extrusionOk="0">
                  <a:moveTo>
                    <a:pt x="210" y="21"/>
                  </a:moveTo>
                  <a:cubicBezTo>
                    <a:pt x="243" y="145"/>
                    <a:pt x="325" y="180"/>
                    <a:pt x="381" y="189"/>
                  </a:cubicBezTo>
                  <a:cubicBezTo>
                    <a:pt x="417" y="193"/>
                    <a:pt x="442" y="225"/>
                    <a:pt x="441" y="261"/>
                  </a:cubicBezTo>
                  <a:cubicBezTo>
                    <a:pt x="439" y="309"/>
                    <a:pt x="408" y="351"/>
                    <a:pt x="363" y="368"/>
                  </a:cubicBezTo>
                  <a:lnTo>
                    <a:pt x="205" y="429"/>
                  </a:lnTo>
                  <a:cubicBezTo>
                    <a:pt x="120" y="445"/>
                    <a:pt x="37" y="384"/>
                    <a:pt x="29" y="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1403003" y="2394407"/>
              <a:ext cx="98375" cy="116778"/>
            </a:xfrm>
            <a:custGeom>
              <a:avLst/>
              <a:gdLst/>
              <a:ahLst/>
              <a:cxnLst/>
              <a:rect l="l" t="t" r="r" b="b"/>
              <a:pathLst>
                <a:path w="930" h="1104" extrusionOk="0">
                  <a:moveTo>
                    <a:pt x="908" y="151"/>
                  </a:moveTo>
                  <a:cubicBezTo>
                    <a:pt x="764" y="1"/>
                    <a:pt x="0" y="122"/>
                    <a:pt x="0" y="122"/>
                  </a:cubicBezTo>
                  <a:cubicBezTo>
                    <a:pt x="0" y="122"/>
                    <a:pt x="13" y="229"/>
                    <a:pt x="72" y="369"/>
                  </a:cubicBezTo>
                  <a:cubicBezTo>
                    <a:pt x="133" y="509"/>
                    <a:pt x="930" y="1104"/>
                    <a:pt x="90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1387982" y="2327556"/>
              <a:ext cx="35648" cy="92344"/>
            </a:xfrm>
            <a:custGeom>
              <a:avLst/>
              <a:gdLst/>
              <a:ahLst/>
              <a:cxnLst/>
              <a:rect l="l" t="t" r="r" b="b"/>
              <a:pathLst>
                <a:path w="337" h="873" extrusionOk="0">
                  <a:moveTo>
                    <a:pt x="286" y="0"/>
                  </a:moveTo>
                  <a:lnTo>
                    <a:pt x="337" y="797"/>
                  </a:lnTo>
                  <a:lnTo>
                    <a:pt x="175" y="873"/>
                  </a:lnTo>
                  <a:lnTo>
                    <a:pt x="1" y="2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1361749" y="2431535"/>
              <a:ext cx="78806" cy="78804"/>
            </a:xfrm>
            <a:custGeom>
              <a:avLst/>
              <a:gdLst/>
              <a:ahLst/>
              <a:cxnLst/>
              <a:rect l="l" t="t" r="r" b="b"/>
              <a:pathLst>
                <a:path w="745" h="745" extrusionOk="0">
                  <a:moveTo>
                    <a:pt x="590" y="745"/>
                  </a:moveTo>
                  <a:lnTo>
                    <a:pt x="745" y="411"/>
                  </a:lnTo>
                  <a:lnTo>
                    <a:pt x="118" y="1"/>
                  </a:lnTo>
                  <a:lnTo>
                    <a:pt x="1" y="19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1386290" y="2307882"/>
              <a:ext cx="70344" cy="66957"/>
            </a:xfrm>
            <a:custGeom>
              <a:avLst/>
              <a:gdLst/>
              <a:ahLst/>
              <a:cxnLst/>
              <a:rect l="l" t="t" r="r" b="b"/>
              <a:pathLst>
                <a:path w="665" h="633" extrusionOk="0">
                  <a:moveTo>
                    <a:pt x="210" y="632"/>
                  </a:moveTo>
                  <a:cubicBezTo>
                    <a:pt x="497" y="632"/>
                    <a:pt x="665" y="366"/>
                    <a:pt x="449" y="150"/>
                  </a:cubicBezTo>
                  <a:cubicBezTo>
                    <a:pt x="298" y="0"/>
                    <a:pt x="1" y="282"/>
                    <a:pt x="210" y="6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3254343" y="3972708"/>
              <a:ext cx="280317" cy="280099"/>
            </a:xfrm>
            <a:custGeom>
              <a:avLst/>
              <a:gdLst/>
              <a:ahLst/>
              <a:cxnLst/>
              <a:rect l="l" t="t" r="r" b="b"/>
              <a:pathLst>
                <a:path w="2650" h="2648" extrusionOk="0">
                  <a:moveTo>
                    <a:pt x="2649" y="1324"/>
                  </a:moveTo>
                  <a:cubicBezTo>
                    <a:pt x="2649" y="2055"/>
                    <a:pt x="2056" y="2648"/>
                    <a:pt x="1325" y="2648"/>
                  </a:cubicBezTo>
                  <a:cubicBezTo>
                    <a:pt x="594" y="2648"/>
                    <a:pt x="0" y="2055"/>
                    <a:pt x="0" y="1324"/>
                  </a:cubicBezTo>
                  <a:cubicBezTo>
                    <a:pt x="0" y="592"/>
                    <a:pt x="594" y="0"/>
                    <a:pt x="1325" y="0"/>
                  </a:cubicBezTo>
                  <a:cubicBezTo>
                    <a:pt x="2056" y="0"/>
                    <a:pt x="2649" y="592"/>
                    <a:pt x="2649" y="13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3303319" y="4023375"/>
              <a:ext cx="180778" cy="181197"/>
            </a:xfrm>
            <a:custGeom>
              <a:avLst/>
              <a:gdLst/>
              <a:ahLst/>
              <a:cxnLst/>
              <a:rect l="l" t="t" r="r" b="b"/>
              <a:pathLst>
                <a:path w="1709" h="1713" extrusionOk="0">
                  <a:moveTo>
                    <a:pt x="1657" y="1329"/>
                  </a:moveTo>
                  <a:lnTo>
                    <a:pt x="1400" y="1071"/>
                  </a:lnTo>
                  <a:cubicBezTo>
                    <a:pt x="1348" y="1020"/>
                    <a:pt x="1264" y="1021"/>
                    <a:pt x="1211" y="1075"/>
                  </a:cubicBezTo>
                  <a:lnTo>
                    <a:pt x="1082" y="1204"/>
                  </a:lnTo>
                  <a:cubicBezTo>
                    <a:pt x="1073" y="1199"/>
                    <a:pt x="1065" y="1195"/>
                    <a:pt x="1055" y="1190"/>
                  </a:cubicBezTo>
                  <a:cubicBezTo>
                    <a:pt x="974" y="1145"/>
                    <a:pt x="862" y="1083"/>
                    <a:pt x="745" y="964"/>
                  </a:cubicBezTo>
                  <a:cubicBezTo>
                    <a:pt x="626" y="846"/>
                    <a:pt x="564" y="734"/>
                    <a:pt x="518" y="652"/>
                  </a:cubicBezTo>
                  <a:cubicBezTo>
                    <a:pt x="514" y="644"/>
                    <a:pt x="509" y="635"/>
                    <a:pt x="504" y="627"/>
                  </a:cubicBezTo>
                  <a:lnTo>
                    <a:pt x="591" y="541"/>
                  </a:lnTo>
                  <a:lnTo>
                    <a:pt x="634" y="498"/>
                  </a:lnTo>
                  <a:cubicBezTo>
                    <a:pt x="687" y="445"/>
                    <a:pt x="689" y="359"/>
                    <a:pt x="637" y="309"/>
                  </a:cubicBezTo>
                  <a:lnTo>
                    <a:pt x="380" y="52"/>
                  </a:lnTo>
                  <a:cubicBezTo>
                    <a:pt x="330" y="0"/>
                    <a:pt x="244" y="1"/>
                    <a:pt x="191" y="55"/>
                  </a:cubicBezTo>
                  <a:lnTo>
                    <a:pt x="119" y="128"/>
                  </a:lnTo>
                  <a:lnTo>
                    <a:pt x="120" y="129"/>
                  </a:lnTo>
                  <a:cubicBezTo>
                    <a:pt x="96" y="160"/>
                    <a:pt x="76" y="197"/>
                    <a:pt x="61" y="235"/>
                  </a:cubicBezTo>
                  <a:cubicBezTo>
                    <a:pt x="47" y="272"/>
                    <a:pt x="38" y="307"/>
                    <a:pt x="35" y="342"/>
                  </a:cubicBezTo>
                  <a:cubicBezTo>
                    <a:pt x="0" y="623"/>
                    <a:pt x="130" y="881"/>
                    <a:pt x="478" y="1230"/>
                  </a:cubicBezTo>
                  <a:cubicBezTo>
                    <a:pt x="961" y="1713"/>
                    <a:pt x="1349" y="1676"/>
                    <a:pt x="1366" y="1674"/>
                  </a:cubicBezTo>
                  <a:cubicBezTo>
                    <a:pt x="1403" y="1669"/>
                    <a:pt x="1438" y="1661"/>
                    <a:pt x="1474" y="1648"/>
                  </a:cubicBezTo>
                  <a:cubicBezTo>
                    <a:pt x="1512" y="1633"/>
                    <a:pt x="1547" y="1612"/>
                    <a:pt x="1579" y="1588"/>
                  </a:cubicBezTo>
                  <a:lnTo>
                    <a:pt x="1580" y="1589"/>
                  </a:lnTo>
                  <a:lnTo>
                    <a:pt x="1653" y="1517"/>
                  </a:lnTo>
                  <a:cubicBezTo>
                    <a:pt x="1706" y="1465"/>
                    <a:pt x="1708" y="1379"/>
                    <a:pt x="1657" y="13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1766353" y="3972708"/>
              <a:ext cx="280211" cy="280099"/>
            </a:xfrm>
            <a:custGeom>
              <a:avLst/>
              <a:gdLst/>
              <a:ahLst/>
              <a:cxnLst/>
              <a:rect l="l" t="t" r="r" b="b"/>
              <a:pathLst>
                <a:path w="2649" h="2648" extrusionOk="0">
                  <a:moveTo>
                    <a:pt x="2648" y="1324"/>
                  </a:moveTo>
                  <a:cubicBezTo>
                    <a:pt x="2648" y="2055"/>
                    <a:pt x="2056" y="2648"/>
                    <a:pt x="1324" y="2648"/>
                  </a:cubicBezTo>
                  <a:cubicBezTo>
                    <a:pt x="593" y="2648"/>
                    <a:pt x="1" y="2055"/>
                    <a:pt x="1" y="1324"/>
                  </a:cubicBezTo>
                  <a:cubicBezTo>
                    <a:pt x="1" y="592"/>
                    <a:pt x="593" y="0"/>
                    <a:pt x="1324" y="0"/>
                  </a:cubicBezTo>
                  <a:cubicBezTo>
                    <a:pt x="2056" y="0"/>
                    <a:pt x="2648" y="592"/>
                    <a:pt x="2648" y="13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1811414" y="4077638"/>
              <a:ext cx="189981" cy="70236"/>
            </a:xfrm>
            <a:custGeom>
              <a:avLst/>
              <a:gdLst/>
              <a:ahLst/>
              <a:cxnLst/>
              <a:rect l="l" t="t" r="r" b="b"/>
              <a:pathLst>
                <a:path w="1796" h="664" extrusionOk="0">
                  <a:moveTo>
                    <a:pt x="115" y="664"/>
                  </a:moveTo>
                  <a:lnTo>
                    <a:pt x="431" y="664"/>
                  </a:lnTo>
                  <a:cubicBezTo>
                    <a:pt x="494" y="662"/>
                    <a:pt x="545" y="610"/>
                    <a:pt x="545" y="545"/>
                  </a:cubicBezTo>
                  <a:lnTo>
                    <a:pt x="545" y="386"/>
                  </a:lnTo>
                  <a:cubicBezTo>
                    <a:pt x="552" y="384"/>
                    <a:pt x="560" y="381"/>
                    <a:pt x="569" y="379"/>
                  </a:cubicBezTo>
                  <a:cubicBezTo>
                    <a:pt x="647" y="357"/>
                    <a:pt x="754" y="326"/>
                    <a:pt x="898" y="326"/>
                  </a:cubicBezTo>
                  <a:cubicBezTo>
                    <a:pt x="1044" y="326"/>
                    <a:pt x="1150" y="357"/>
                    <a:pt x="1229" y="379"/>
                  </a:cubicBezTo>
                  <a:cubicBezTo>
                    <a:pt x="1237" y="381"/>
                    <a:pt x="1245" y="384"/>
                    <a:pt x="1253" y="386"/>
                  </a:cubicBezTo>
                  <a:lnTo>
                    <a:pt x="1253" y="492"/>
                  </a:lnTo>
                  <a:lnTo>
                    <a:pt x="1253" y="545"/>
                  </a:lnTo>
                  <a:cubicBezTo>
                    <a:pt x="1253" y="610"/>
                    <a:pt x="1303" y="664"/>
                    <a:pt x="1366" y="664"/>
                  </a:cubicBezTo>
                  <a:lnTo>
                    <a:pt x="1681" y="664"/>
                  </a:lnTo>
                  <a:cubicBezTo>
                    <a:pt x="1744" y="664"/>
                    <a:pt x="1796" y="610"/>
                    <a:pt x="1796" y="545"/>
                  </a:cubicBezTo>
                  <a:lnTo>
                    <a:pt x="1795" y="456"/>
                  </a:lnTo>
                  <a:lnTo>
                    <a:pt x="1792" y="456"/>
                  </a:lnTo>
                  <a:cubicBezTo>
                    <a:pt x="1789" y="422"/>
                    <a:pt x="1779" y="387"/>
                    <a:pt x="1765" y="355"/>
                  </a:cubicBezTo>
                  <a:cubicBezTo>
                    <a:pt x="1751" y="324"/>
                    <a:pt x="1735" y="297"/>
                    <a:pt x="1716" y="273"/>
                  </a:cubicBezTo>
                  <a:cubicBezTo>
                    <a:pt x="1564" y="79"/>
                    <a:pt x="1327" y="1"/>
                    <a:pt x="898" y="1"/>
                  </a:cubicBezTo>
                  <a:cubicBezTo>
                    <a:pt x="306" y="1"/>
                    <a:pt x="90" y="261"/>
                    <a:pt x="81" y="273"/>
                  </a:cubicBezTo>
                  <a:cubicBezTo>
                    <a:pt x="62" y="298"/>
                    <a:pt x="46" y="324"/>
                    <a:pt x="32" y="355"/>
                  </a:cubicBezTo>
                  <a:cubicBezTo>
                    <a:pt x="18" y="387"/>
                    <a:pt x="8" y="422"/>
                    <a:pt x="4" y="456"/>
                  </a:cubicBezTo>
                  <a:lnTo>
                    <a:pt x="2" y="456"/>
                  </a:lnTo>
                  <a:lnTo>
                    <a:pt x="1" y="545"/>
                  </a:lnTo>
                  <a:cubicBezTo>
                    <a:pt x="1" y="610"/>
                    <a:pt x="52" y="662"/>
                    <a:pt x="115" y="6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2027626" y="2735750"/>
              <a:ext cx="698783" cy="584632"/>
            </a:xfrm>
            <a:custGeom>
              <a:avLst/>
              <a:gdLst/>
              <a:ahLst/>
              <a:cxnLst/>
              <a:rect l="l" t="t" r="r" b="b"/>
              <a:pathLst>
                <a:path w="6606" h="5527" extrusionOk="0">
                  <a:moveTo>
                    <a:pt x="3514" y="1585"/>
                  </a:moveTo>
                  <a:lnTo>
                    <a:pt x="6605" y="4394"/>
                  </a:lnTo>
                  <a:lnTo>
                    <a:pt x="6569" y="5527"/>
                  </a:lnTo>
                  <a:cubicBezTo>
                    <a:pt x="6569" y="5527"/>
                    <a:pt x="3436" y="4984"/>
                    <a:pt x="1401" y="3258"/>
                  </a:cubicBezTo>
                  <a:cubicBezTo>
                    <a:pt x="1" y="2071"/>
                    <a:pt x="1752" y="1"/>
                    <a:pt x="3514" y="1585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2643682" y="3134424"/>
              <a:ext cx="433381" cy="256934"/>
            </a:xfrm>
            <a:custGeom>
              <a:avLst/>
              <a:gdLst/>
              <a:ahLst/>
              <a:cxnLst/>
              <a:rect l="l" t="t" r="r" b="b"/>
              <a:pathLst>
                <a:path w="4097" h="2429" extrusionOk="0">
                  <a:moveTo>
                    <a:pt x="714" y="1751"/>
                  </a:moveTo>
                  <a:lnTo>
                    <a:pt x="4096" y="2429"/>
                  </a:lnTo>
                  <a:lnTo>
                    <a:pt x="1347" y="1"/>
                  </a:lnTo>
                  <a:lnTo>
                    <a:pt x="0" y="1207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2759298" y="3091267"/>
              <a:ext cx="100597" cy="109057"/>
            </a:xfrm>
            <a:custGeom>
              <a:avLst/>
              <a:gdLst/>
              <a:ahLst/>
              <a:cxnLst/>
              <a:rect l="l" t="t" r="r" b="b"/>
              <a:pathLst>
                <a:path w="951" h="1031" extrusionOk="0">
                  <a:moveTo>
                    <a:pt x="400" y="903"/>
                  </a:moveTo>
                  <a:lnTo>
                    <a:pt x="92" y="484"/>
                  </a:lnTo>
                  <a:cubicBezTo>
                    <a:pt x="0" y="360"/>
                    <a:pt x="50" y="184"/>
                    <a:pt x="193" y="126"/>
                  </a:cubicBezTo>
                  <a:lnTo>
                    <a:pt x="238" y="108"/>
                  </a:lnTo>
                  <a:cubicBezTo>
                    <a:pt x="508" y="1"/>
                    <a:pt x="812" y="148"/>
                    <a:pt x="895" y="427"/>
                  </a:cubicBezTo>
                  <a:cubicBezTo>
                    <a:pt x="950" y="613"/>
                    <a:pt x="891" y="816"/>
                    <a:pt x="742" y="943"/>
                  </a:cubicBezTo>
                  <a:cubicBezTo>
                    <a:pt x="638" y="1031"/>
                    <a:pt x="480" y="1014"/>
                    <a:pt x="400" y="903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2882531" y="3249933"/>
              <a:ext cx="310041" cy="144386"/>
            </a:xfrm>
            <a:custGeom>
              <a:avLst/>
              <a:gdLst/>
              <a:ahLst/>
              <a:cxnLst/>
              <a:rect l="l" t="t" r="r" b="b"/>
              <a:pathLst>
                <a:path w="2931" h="1365" extrusionOk="0">
                  <a:moveTo>
                    <a:pt x="0" y="1"/>
                  </a:moveTo>
                  <a:lnTo>
                    <a:pt x="1837" y="1337"/>
                  </a:lnTo>
                  <a:lnTo>
                    <a:pt x="1903" y="1309"/>
                  </a:lnTo>
                  <a:cubicBezTo>
                    <a:pt x="2162" y="1203"/>
                    <a:pt x="2453" y="1216"/>
                    <a:pt x="2701" y="1345"/>
                  </a:cubicBezTo>
                  <a:cubicBezTo>
                    <a:pt x="2741" y="1364"/>
                    <a:pt x="2788" y="1356"/>
                    <a:pt x="2818" y="1325"/>
                  </a:cubicBezTo>
                  <a:cubicBezTo>
                    <a:pt x="2824" y="1321"/>
                    <a:pt x="2827" y="1315"/>
                    <a:pt x="2831" y="1309"/>
                  </a:cubicBezTo>
                  <a:cubicBezTo>
                    <a:pt x="2930" y="1156"/>
                    <a:pt x="2905" y="959"/>
                    <a:pt x="2779" y="835"/>
                  </a:cubicBezTo>
                  <a:cubicBezTo>
                    <a:pt x="2759" y="814"/>
                    <a:pt x="2735" y="797"/>
                    <a:pt x="2708" y="781"/>
                  </a:cubicBezTo>
                  <a:lnTo>
                    <a:pt x="2583" y="718"/>
                  </a:lnTo>
                  <a:lnTo>
                    <a:pt x="2570" y="712"/>
                  </a:lnTo>
                  <a:cubicBezTo>
                    <a:pt x="2353" y="604"/>
                    <a:pt x="2097" y="609"/>
                    <a:pt x="1884" y="726"/>
                  </a:cubicBezTo>
                  <a:lnTo>
                    <a:pt x="60" y="25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2936901" y="3313822"/>
              <a:ext cx="225100" cy="57755"/>
            </a:xfrm>
            <a:custGeom>
              <a:avLst/>
              <a:gdLst/>
              <a:ahLst/>
              <a:cxnLst/>
              <a:rect l="l" t="t" r="r" b="b"/>
              <a:pathLst>
                <a:path w="2128" h="546" extrusionOk="0">
                  <a:moveTo>
                    <a:pt x="1" y="57"/>
                  </a:moveTo>
                  <a:lnTo>
                    <a:pt x="967" y="541"/>
                  </a:lnTo>
                  <a:cubicBezTo>
                    <a:pt x="1379" y="339"/>
                    <a:pt x="1671" y="397"/>
                    <a:pt x="1919" y="525"/>
                  </a:cubicBezTo>
                  <a:cubicBezTo>
                    <a:pt x="1959" y="545"/>
                    <a:pt x="2006" y="537"/>
                    <a:pt x="2037" y="507"/>
                  </a:cubicBezTo>
                  <a:cubicBezTo>
                    <a:pt x="2041" y="502"/>
                    <a:pt x="2045" y="496"/>
                    <a:pt x="2049" y="491"/>
                  </a:cubicBezTo>
                  <a:cubicBezTo>
                    <a:pt x="2126" y="373"/>
                    <a:pt x="2128" y="229"/>
                    <a:pt x="2069" y="114"/>
                  </a:cubicBezTo>
                  <a:lnTo>
                    <a:pt x="2056" y="108"/>
                  </a:lnTo>
                  <a:cubicBezTo>
                    <a:pt x="1839" y="0"/>
                    <a:pt x="1583" y="5"/>
                    <a:pt x="1370" y="122"/>
                  </a:cubicBezTo>
                  <a:lnTo>
                    <a:pt x="897" y="3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2837257" y="3205824"/>
              <a:ext cx="311945" cy="144704"/>
            </a:xfrm>
            <a:custGeom>
              <a:avLst/>
              <a:gdLst/>
              <a:ahLst/>
              <a:cxnLst/>
              <a:rect l="l" t="t" r="r" b="b"/>
              <a:pathLst>
                <a:path w="2949" h="1368" extrusionOk="0">
                  <a:moveTo>
                    <a:pt x="1839" y="1336"/>
                  </a:moveTo>
                  <a:lnTo>
                    <a:pt x="1904" y="1309"/>
                  </a:lnTo>
                  <a:cubicBezTo>
                    <a:pt x="2162" y="1203"/>
                    <a:pt x="2454" y="1215"/>
                    <a:pt x="2702" y="1344"/>
                  </a:cubicBezTo>
                  <a:cubicBezTo>
                    <a:pt x="2748" y="1368"/>
                    <a:pt x="2804" y="1353"/>
                    <a:pt x="2832" y="1309"/>
                  </a:cubicBezTo>
                  <a:cubicBezTo>
                    <a:pt x="2949" y="1130"/>
                    <a:pt x="2893" y="890"/>
                    <a:pt x="2710" y="780"/>
                  </a:cubicBezTo>
                  <a:lnTo>
                    <a:pt x="2570" y="711"/>
                  </a:lnTo>
                  <a:cubicBezTo>
                    <a:pt x="2353" y="604"/>
                    <a:pt x="2097" y="608"/>
                    <a:pt x="1884" y="7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90" name="Google Shape;290;p16"/>
            <p:cNvGrpSpPr/>
            <p:nvPr/>
          </p:nvGrpSpPr>
          <p:grpSpPr>
            <a:xfrm>
              <a:off x="1211976" y="2406955"/>
              <a:ext cx="309912" cy="442227"/>
              <a:chOff x="775475" y="2194033"/>
              <a:chExt cx="355200" cy="506850"/>
            </a:xfrm>
          </p:grpSpPr>
          <p:sp>
            <p:nvSpPr>
              <p:cNvPr id="291" name="Google Shape;291;p16"/>
              <p:cNvSpPr/>
              <p:nvPr/>
            </p:nvSpPr>
            <p:spPr>
              <a:xfrm>
                <a:off x="775475" y="2345683"/>
                <a:ext cx="355200" cy="355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>
                <a:off x="777150" y="2194033"/>
                <a:ext cx="217800" cy="197400"/>
              </a:xfrm>
              <a:prstGeom prst="rtTriangl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93" name="Google Shape;293;p16"/>
            <p:cNvSpPr/>
            <p:nvPr/>
          </p:nvSpPr>
          <p:spPr>
            <a:xfrm>
              <a:off x="1427014" y="2739558"/>
              <a:ext cx="654144" cy="88959"/>
            </a:xfrm>
            <a:custGeom>
              <a:avLst/>
              <a:gdLst/>
              <a:ahLst/>
              <a:cxnLst/>
              <a:rect l="l" t="t" r="r" b="b"/>
              <a:pathLst>
                <a:path w="6184" h="841" extrusionOk="0">
                  <a:moveTo>
                    <a:pt x="249" y="840"/>
                  </a:moveTo>
                  <a:cubicBezTo>
                    <a:pt x="112" y="840"/>
                    <a:pt x="1" y="730"/>
                    <a:pt x="1" y="592"/>
                  </a:cubicBezTo>
                  <a:lnTo>
                    <a:pt x="1" y="248"/>
                  </a:lnTo>
                  <a:cubicBezTo>
                    <a:pt x="1" y="112"/>
                    <a:pt x="112" y="0"/>
                    <a:pt x="249" y="0"/>
                  </a:cubicBezTo>
                  <a:lnTo>
                    <a:pt x="5935" y="0"/>
                  </a:lnTo>
                  <a:cubicBezTo>
                    <a:pt x="6072" y="0"/>
                    <a:pt x="6183" y="112"/>
                    <a:pt x="6183" y="248"/>
                  </a:cubicBezTo>
                  <a:lnTo>
                    <a:pt x="6183" y="592"/>
                  </a:lnTo>
                  <a:cubicBezTo>
                    <a:pt x="6183" y="730"/>
                    <a:pt x="6072" y="840"/>
                    <a:pt x="5935" y="84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1427014" y="2597817"/>
              <a:ext cx="654144" cy="88853"/>
            </a:xfrm>
            <a:custGeom>
              <a:avLst/>
              <a:gdLst/>
              <a:ahLst/>
              <a:cxnLst/>
              <a:rect l="l" t="t" r="r" b="b"/>
              <a:pathLst>
                <a:path w="6184" h="840" extrusionOk="0">
                  <a:moveTo>
                    <a:pt x="249" y="839"/>
                  </a:moveTo>
                  <a:cubicBezTo>
                    <a:pt x="112" y="839"/>
                    <a:pt x="1" y="729"/>
                    <a:pt x="1" y="593"/>
                  </a:cubicBezTo>
                  <a:lnTo>
                    <a:pt x="1" y="248"/>
                  </a:lnTo>
                  <a:cubicBezTo>
                    <a:pt x="1" y="111"/>
                    <a:pt x="112" y="0"/>
                    <a:pt x="249" y="0"/>
                  </a:cubicBezTo>
                  <a:lnTo>
                    <a:pt x="5935" y="0"/>
                  </a:lnTo>
                  <a:cubicBezTo>
                    <a:pt x="6072" y="0"/>
                    <a:pt x="6183" y="111"/>
                    <a:pt x="6183" y="248"/>
                  </a:cubicBezTo>
                  <a:lnTo>
                    <a:pt x="6183" y="593"/>
                  </a:lnTo>
                  <a:cubicBezTo>
                    <a:pt x="6183" y="729"/>
                    <a:pt x="6072" y="839"/>
                    <a:pt x="5935" y="839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1251104" y="2597817"/>
              <a:ext cx="88961" cy="88853"/>
            </a:xfrm>
            <a:custGeom>
              <a:avLst/>
              <a:gdLst/>
              <a:ahLst/>
              <a:cxnLst/>
              <a:rect l="l" t="t" r="r" b="b"/>
              <a:pathLst>
                <a:path w="841" h="840" extrusionOk="0">
                  <a:moveTo>
                    <a:pt x="249" y="839"/>
                  </a:moveTo>
                  <a:cubicBezTo>
                    <a:pt x="113" y="839"/>
                    <a:pt x="1" y="729"/>
                    <a:pt x="1" y="593"/>
                  </a:cubicBezTo>
                  <a:lnTo>
                    <a:pt x="1" y="248"/>
                  </a:lnTo>
                  <a:cubicBezTo>
                    <a:pt x="1" y="111"/>
                    <a:pt x="113" y="0"/>
                    <a:pt x="249" y="0"/>
                  </a:cubicBezTo>
                  <a:lnTo>
                    <a:pt x="593" y="0"/>
                  </a:lnTo>
                  <a:cubicBezTo>
                    <a:pt x="730" y="0"/>
                    <a:pt x="841" y="111"/>
                    <a:pt x="841" y="248"/>
                  </a:cubicBezTo>
                  <a:lnTo>
                    <a:pt x="841" y="593"/>
                  </a:lnTo>
                  <a:cubicBezTo>
                    <a:pt x="841" y="729"/>
                    <a:pt x="730" y="839"/>
                    <a:pt x="593" y="8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1250152" y="2596759"/>
              <a:ext cx="90865" cy="90969"/>
            </a:xfrm>
            <a:custGeom>
              <a:avLst/>
              <a:gdLst/>
              <a:ahLst/>
              <a:cxnLst/>
              <a:rect l="l" t="t" r="r" b="b"/>
              <a:pathLst>
                <a:path w="859" h="860" extrusionOk="0">
                  <a:moveTo>
                    <a:pt x="602" y="0"/>
                  </a:moveTo>
                  <a:lnTo>
                    <a:pt x="258" y="0"/>
                  </a:lnTo>
                  <a:cubicBezTo>
                    <a:pt x="116" y="0"/>
                    <a:pt x="0" y="116"/>
                    <a:pt x="0" y="258"/>
                  </a:cubicBezTo>
                  <a:lnTo>
                    <a:pt x="0" y="603"/>
                  </a:lnTo>
                  <a:cubicBezTo>
                    <a:pt x="0" y="744"/>
                    <a:pt x="116" y="860"/>
                    <a:pt x="258" y="860"/>
                  </a:cubicBezTo>
                  <a:lnTo>
                    <a:pt x="602" y="860"/>
                  </a:lnTo>
                  <a:cubicBezTo>
                    <a:pt x="745" y="860"/>
                    <a:pt x="859" y="744"/>
                    <a:pt x="859" y="603"/>
                  </a:cubicBezTo>
                  <a:lnTo>
                    <a:pt x="859" y="258"/>
                  </a:lnTo>
                  <a:cubicBezTo>
                    <a:pt x="859" y="116"/>
                    <a:pt x="745" y="0"/>
                    <a:pt x="602" y="0"/>
                  </a:cubicBezTo>
                  <a:close/>
                  <a:moveTo>
                    <a:pt x="602" y="20"/>
                  </a:moveTo>
                  <a:cubicBezTo>
                    <a:pt x="733" y="20"/>
                    <a:pt x="841" y="127"/>
                    <a:pt x="841" y="258"/>
                  </a:cubicBezTo>
                  <a:lnTo>
                    <a:pt x="841" y="603"/>
                  </a:lnTo>
                  <a:cubicBezTo>
                    <a:pt x="841" y="734"/>
                    <a:pt x="733" y="840"/>
                    <a:pt x="602" y="840"/>
                  </a:cubicBezTo>
                  <a:lnTo>
                    <a:pt x="258" y="840"/>
                  </a:lnTo>
                  <a:cubicBezTo>
                    <a:pt x="126" y="840"/>
                    <a:pt x="20" y="734"/>
                    <a:pt x="20" y="603"/>
                  </a:cubicBezTo>
                  <a:lnTo>
                    <a:pt x="20" y="258"/>
                  </a:lnTo>
                  <a:cubicBezTo>
                    <a:pt x="20" y="127"/>
                    <a:pt x="126" y="20"/>
                    <a:pt x="258" y="20"/>
                  </a:cubicBezTo>
                  <a:lnTo>
                    <a:pt x="602" y="2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1251104" y="2739558"/>
              <a:ext cx="88961" cy="88959"/>
            </a:xfrm>
            <a:custGeom>
              <a:avLst/>
              <a:gdLst/>
              <a:ahLst/>
              <a:cxnLst/>
              <a:rect l="l" t="t" r="r" b="b"/>
              <a:pathLst>
                <a:path w="841" h="841" extrusionOk="0">
                  <a:moveTo>
                    <a:pt x="249" y="840"/>
                  </a:moveTo>
                  <a:cubicBezTo>
                    <a:pt x="113" y="840"/>
                    <a:pt x="1" y="730"/>
                    <a:pt x="1" y="592"/>
                  </a:cubicBezTo>
                  <a:lnTo>
                    <a:pt x="1" y="248"/>
                  </a:lnTo>
                  <a:cubicBezTo>
                    <a:pt x="1" y="112"/>
                    <a:pt x="113" y="0"/>
                    <a:pt x="249" y="0"/>
                  </a:cubicBezTo>
                  <a:lnTo>
                    <a:pt x="593" y="0"/>
                  </a:lnTo>
                  <a:cubicBezTo>
                    <a:pt x="730" y="0"/>
                    <a:pt x="841" y="112"/>
                    <a:pt x="841" y="248"/>
                  </a:cubicBezTo>
                  <a:lnTo>
                    <a:pt x="841" y="592"/>
                  </a:lnTo>
                  <a:cubicBezTo>
                    <a:pt x="841" y="730"/>
                    <a:pt x="730" y="840"/>
                    <a:pt x="593" y="8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1250152" y="2738606"/>
              <a:ext cx="90865" cy="90863"/>
            </a:xfrm>
            <a:custGeom>
              <a:avLst/>
              <a:gdLst/>
              <a:ahLst/>
              <a:cxnLst/>
              <a:rect l="l" t="t" r="r" b="b"/>
              <a:pathLst>
                <a:path w="859" h="859" extrusionOk="0">
                  <a:moveTo>
                    <a:pt x="602" y="0"/>
                  </a:moveTo>
                  <a:lnTo>
                    <a:pt x="258" y="0"/>
                  </a:lnTo>
                  <a:cubicBezTo>
                    <a:pt x="116" y="0"/>
                    <a:pt x="0" y="116"/>
                    <a:pt x="0" y="257"/>
                  </a:cubicBezTo>
                  <a:lnTo>
                    <a:pt x="0" y="601"/>
                  </a:lnTo>
                  <a:cubicBezTo>
                    <a:pt x="0" y="744"/>
                    <a:pt x="116" y="859"/>
                    <a:pt x="258" y="859"/>
                  </a:cubicBezTo>
                  <a:lnTo>
                    <a:pt x="602" y="859"/>
                  </a:lnTo>
                  <a:cubicBezTo>
                    <a:pt x="745" y="859"/>
                    <a:pt x="859" y="744"/>
                    <a:pt x="859" y="601"/>
                  </a:cubicBezTo>
                  <a:lnTo>
                    <a:pt x="859" y="257"/>
                  </a:lnTo>
                  <a:cubicBezTo>
                    <a:pt x="859" y="116"/>
                    <a:pt x="745" y="0"/>
                    <a:pt x="602" y="0"/>
                  </a:cubicBezTo>
                  <a:close/>
                  <a:moveTo>
                    <a:pt x="602" y="19"/>
                  </a:moveTo>
                  <a:cubicBezTo>
                    <a:pt x="733" y="19"/>
                    <a:pt x="841" y="126"/>
                    <a:pt x="841" y="257"/>
                  </a:cubicBezTo>
                  <a:lnTo>
                    <a:pt x="841" y="601"/>
                  </a:lnTo>
                  <a:cubicBezTo>
                    <a:pt x="841" y="733"/>
                    <a:pt x="733" y="840"/>
                    <a:pt x="602" y="840"/>
                  </a:cubicBezTo>
                  <a:lnTo>
                    <a:pt x="258" y="840"/>
                  </a:lnTo>
                  <a:cubicBezTo>
                    <a:pt x="126" y="840"/>
                    <a:pt x="20" y="733"/>
                    <a:pt x="20" y="601"/>
                  </a:cubicBezTo>
                  <a:lnTo>
                    <a:pt x="20" y="257"/>
                  </a:lnTo>
                  <a:cubicBezTo>
                    <a:pt x="20" y="126"/>
                    <a:pt x="126" y="19"/>
                    <a:pt x="258" y="19"/>
                  </a:cubicBezTo>
                  <a:lnTo>
                    <a:pt x="602" y="19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1250152" y="2588826"/>
              <a:ext cx="105992" cy="76583"/>
            </a:xfrm>
            <a:custGeom>
              <a:avLst/>
              <a:gdLst/>
              <a:ahLst/>
              <a:cxnLst/>
              <a:rect l="l" t="t" r="r" b="b"/>
              <a:pathLst>
                <a:path w="1002" h="724" fill="none" extrusionOk="0">
                  <a:moveTo>
                    <a:pt x="0" y="255"/>
                  </a:moveTo>
                  <a:lnTo>
                    <a:pt x="430" y="723"/>
                  </a:lnTo>
                  <a:lnTo>
                    <a:pt x="1002" y="1"/>
                  </a:lnTo>
                </a:path>
              </a:pathLst>
            </a:custGeom>
            <a:noFill/>
            <a:ln w="19050" cap="rnd" cmpd="sng">
              <a:solidFill>
                <a:schemeClr val="accent5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250152" y="2728980"/>
              <a:ext cx="105992" cy="76689"/>
            </a:xfrm>
            <a:custGeom>
              <a:avLst/>
              <a:gdLst/>
              <a:ahLst/>
              <a:cxnLst/>
              <a:rect l="l" t="t" r="r" b="b"/>
              <a:pathLst>
                <a:path w="1002" h="725" fill="none" extrusionOk="0">
                  <a:moveTo>
                    <a:pt x="0" y="255"/>
                  </a:moveTo>
                  <a:lnTo>
                    <a:pt x="430" y="724"/>
                  </a:lnTo>
                  <a:lnTo>
                    <a:pt x="1002" y="1"/>
                  </a:lnTo>
                </a:path>
              </a:pathLst>
            </a:custGeom>
            <a:noFill/>
            <a:ln w="19050" cap="rnd" cmpd="sng">
              <a:solidFill>
                <a:schemeClr val="accent5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1270039" y="2233097"/>
              <a:ext cx="313955" cy="313948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484" y="1"/>
                  </a:moveTo>
                  <a:cubicBezTo>
                    <a:pt x="665" y="1"/>
                    <a:pt x="1" y="665"/>
                    <a:pt x="1" y="1484"/>
                  </a:cubicBezTo>
                  <a:cubicBezTo>
                    <a:pt x="1" y="2303"/>
                    <a:pt x="665" y="2967"/>
                    <a:pt x="1484" y="2967"/>
                  </a:cubicBezTo>
                  <a:cubicBezTo>
                    <a:pt x="2303" y="2967"/>
                    <a:pt x="2968" y="2303"/>
                    <a:pt x="2968" y="1484"/>
                  </a:cubicBezTo>
                  <a:cubicBezTo>
                    <a:pt x="2968" y="665"/>
                    <a:pt x="2303" y="1"/>
                    <a:pt x="1484" y="1"/>
                  </a:cubicBezTo>
                  <a:close/>
                  <a:moveTo>
                    <a:pt x="1484" y="20"/>
                  </a:moveTo>
                  <a:cubicBezTo>
                    <a:pt x="2292" y="20"/>
                    <a:pt x="2948" y="677"/>
                    <a:pt x="2948" y="1484"/>
                  </a:cubicBezTo>
                  <a:cubicBezTo>
                    <a:pt x="2948" y="2292"/>
                    <a:pt x="2292" y="2949"/>
                    <a:pt x="1484" y="2949"/>
                  </a:cubicBezTo>
                  <a:cubicBezTo>
                    <a:pt x="677" y="2949"/>
                    <a:pt x="20" y="2292"/>
                    <a:pt x="20" y="1484"/>
                  </a:cubicBezTo>
                  <a:cubicBezTo>
                    <a:pt x="20" y="677"/>
                    <a:pt x="677" y="20"/>
                    <a:pt x="1484" y="2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03" name="Google Shape;303;p16"/>
          <p:cNvSpPr/>
          <p:nvPr/>
        </p:nvSpPr>
        <p:spPr>
          <a:xfrm>
            <a:off x="2990941" y="1848766"/>
            <a:ext cx="441600" cy="44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4" name="Google Shape;304;p16"/>
          <p:cNvGrpSpPr/>
          <p:nvPr/>
        </p:nvGrpSpPr>
        <p:grpSpPr>
          <a:xfrm>
            <a:off x="3533881" y="1882800"/>
            <a:ext cx="5678639" cy="1219167"/>
            <a:chOff x="4202112" y="2274420"/>
            <a:chExt cx="5678639" cy="1219167"/>
          </a:xfrm>
        </p:grpSpPr>
        <p:sp>
          <p:nvSpPr>
            <p:cNvPr id="305" name="Google Shape;305;p16"/>
            <p:cNvSpPr/>
            <p:nvPr/>
          </p:nvSpPr>
          <p:spPr>
            <a:xfrm flipH="1">
              <a:off x="4257215" y="2274420"/>
              <a:ext cx="4244953" cy="44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Keyword-Based Recruitment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306" name="Google Shape;306;p16"/>
            <p:cNvSpPr txBox="1"/>
            <p:nvPr/>
          </p:nvSpPr>
          <p:spPr>
            <a:xfrm>
              <a:off x="4202112" y="2745987"/>
              <a:ext cx="5678639" cy="7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Traditional platforms mainly depend on keyword-based search, which may miss relevant matches when candidates and recruiters use different terms for similar skills.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307" name="Google Shape;307;p16"/>
          <p:cNvSpPr/>
          <p:nvPr/>
        </p:nvSpPr>
        <p:spPr>
          <a:xfrm>
            <a:off x="2990941" y="3080827"/>
            <a:ext cx="441600" cy="44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08" name="Google Shape;308;p16"/>
          <p:cNvGrpSpPr/>
          <p:nvPr/>
        </p:nvGrpSpPr>
        <p:grpSpPr>
          <a:xfrm>
            <a:off x="3581472" y="3080827"/>
            <a:ext cx="5615528" cy="1189200"/>
            <a:chOff x="4470510" y="3084154"/>
            <a:chExt cx="5615528" cy="1189200"/>
          </a:xfrm>
        </p:grpSpPr>
        <p:sp>
          <p:nvSpPr>
            <p:cNvPr id="309" name="Google Shape;309;p16"/>
            <p:cNvSpPr/>
            <p:nvPr/>
          </p:nvSpPr>
          <p:spPr>
            <a:xfrm flipH="1">
              <a:off x="4542371" y="3084154"/>
              <a:ext cx="4211832" cy="44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Manual Recruiter Screening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310" name="Google Shape;310;p16"/>
            <p:cNvSpPr txBox="1"/>
            <p:nvPr/>
          </p:nvSpPr>
          <p:spPr>
            <a:xfrm>
              <a:off x="4470510" y="3525754"/>
              <a:ext cx="5615528" cy="7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Recruiters have to manually review a large number of applications, making the screening process time-consuming and inefficient.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311" name="Google Shape;311;p16"/>
          <p:cNvSpPr/>
          <p:nvPr/>
        </p:nvSpPr>
        <p:spPr>
          <a:xfrm>
            <a:off x="2990949" y="4092088"/>
            <a:ext cx="441600" cy="441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2" name="Google Shape;312;p16"/>
          <p:cNvGrpSpPr/>
          <p:nvPr/>
        </p:nvGrpSpPr>
        <p:grpSpPr>
          <a:xfrm>
            <a:off x="3650974" y="4047974"/>
            <a:ext cx="5493026" cy="973600"/>
            <a:chOff x="3916018" y="3524649"/>
            <a:chExt cx="5493026" cy="973600"/>
          </a:xfrm>
        </p:grpSpPr>
        <p:sp>
          <p:nvSpPr>
            <p:cNvPr id="313" name="Google Shape;313;p16"/>
            <p:cNvSpPr/>
            <p:nvPr/>
          </p:nvSpPr>
          <p:spPr>
            <a:xfrm flipH="1">
              <a:off x="3918384" y="3524649"/>
              <a:ext cx="4244936" cy="441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Lack of Transparency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314" name="Google Shape;314;p16"/>
            <p:cNvSpPr txBox="1"/>
            <p:nvPr/>
          </p:nvSpPr>
          <p:spPr>
            <a:xfrm>
              <a:off x="3916018" y="4010362"/>
              <a:ext cx="5493026" cy="487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IN" sz="1200" dirty="0"/>
                <a:t>Candidates often have limited information about why they are suitable for a job and which skills they are lacking. 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cxnSp>
        <p:nvCxnSpPr>
          <p:cNvPr id="315" name="Google Shape;315;p16"/>
          <p:cNvCxnSpPr>
            <a:stCxn id="202" idx="4"/>
            <a:endCxn id="303" idx="0"/>
          </p:cNvCxnSpPr>
          <p:nvPr/>
        </p:nvCxnSpPr>
        <p:spPr>
          <a:xfrm>
            <a:off x="3211741" y="1343077"/>
            <a:ext cx="0" cy="505689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16"/>
          <p:cNvCxnSpPr>
            <a:stCxn id="303" idx="4"/>
            <a:endCxn id="307" idx="0"/>
          </p:cNvCxnSpPr>
          <p:nvPr/>
        </p:nvCxnSpPr>
        <p:spPr>
          <a:xfrm>
            <a:off x="3211741" y="2290366"/>
            <a:ext cx="0" cy="79046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16"/>
          <p:cNvCxnSpPr>
            <a:stCxn id="307" idx="4"/>
            <a:endCxn id="311" idx="0"/>
          </p:cNvCxnSpPr>
          <p:nvPr/>
        </p:nvCxnSpPr>
        <p:spPr>
          <a:xfrm>
            <a:off x="3211741" y="3522427"/>
            <a:ext cx="8" cy="56966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8" name="Google Shape;318;p16"/>
          <p:cNvSpPr/>
          <p:nvPr/>
        </p:nvSpPr>
        <p:spPr>
          <a:xfrm>
            <a:off x="3110401" y="1086151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9" name="Google Shape;319;p16"/>
          <p:cNvSpPr/>
          <p:nvPr/>
        </p:nvSpPr>
        <p:spPr>
          <a:xfrm>
            <a:off x="3110401" y="1988347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0" name="Google Shape;320;p16"/>
          <p:cNvSpPr/>
          <p:nvPr/>
        </p:nvSpPr>
        <p:spPr>
          <a:xfrm>
            <a:off x="3110402" y="2825178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p16"/>
          <p:cNvSpPr/>
          <p:nvPr/>
        </p:nvSpPr>
        <p:spPr>
          <a:xfrm>
            <a:off x="3110400" y="3277452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321;p16"/>
          <p:cNvSpPr/>
          <p:nvPr/>
        </p:nvSpPr>
        <p:spPr>
          <a:xfrm>
            <a:off x="3110399" y="4268774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1666" y="3626920"/>
            <a:ext cx="2889558" cy="14461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dirty="0"/>
              <a:t>How can AI make recruitment more relevant, efficient, and understandable for both candidates and recruiters?</a:t>
            </a:r>
            <a:endParaRPr lang="en-IN" sz="17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7537479" y="0"/>
            <a:ext cx="1606521" cy="7701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31"/>
          <p:cNvSpPr txBox="1">
            <a:spLocks noGrp="1"/>
          </p:cNvSpPr>
          <p:nvPr>
            <p:ph type="title"/>
          </p:nvPr>
        </p:nvSpPr>
        <p:spPr>
          <a:xfrm>
            <a:off x="242092" y="200487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OBJECTIVES</a:t>
            </a:r>
            <a:endParaRPr dirty="0"/>
          </a:p>
        </p:txBody>
      </p:sp>
      <p:sp>
        <p:nvSpPr>
          <p:cNvPr id="1331" name="Google Shape;1331;p31"/>
          <p:cNvSpPr/>
          <p:nvPr/>
        </p:nvSpPr>
        <p:spPr>
          <a:xfrm>
            <a:off x="146632" y="862721"/>
            <a:ext cx="7046107" cy="4170117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332" name="Google Shape;1332;p31"/>
          <p:cNvGraphicFramePr/>
          <p:nvPr/>
        </p:nvGraphicFramePr>
        <p:xfrm>
          <a:off x="564681" y="907595"/>
          <a:ext cx="6055932" cy="3244534"/>
        </p:xfrm>
        <a:graphic>
          <a:graphicData uri="http://schemas.openxmlformats.org/drawingml/2006/table">
            <a:tbl>
              <a:tblPr>
                <a:noFill/>
                <a:tableStyleId>{CD1A021F-8C0E-4362-855C-B3FDB9A31177}</a:tableStyleId>
              </a:tblPr>
              <a:tblGrid>
                <a:gridCol w="4310297"/>
                <a:gridCol w="1745635"/>
              </a:tblGrid>
              <a:tr h="6265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Fira Sans Extra Condensed SemiBold" panose="020B0603050000020004"/>
                        <a:ea typeface="Fira Sans Extra Condensed SemiBold" panose="020B0603050000020004"/>
                        <a:cs typeface="Fira Sans Extra Condensed SemiBold" panose="020B0603050000020004"/>
                        <a:sym typeface="Fira Sans Extra Condensed SemiBold" panose="020B06030500000200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Fira Sans Extra Condensed SemiBold" panose="020B0603050000020004"/>
                        <a:ea typeface="Fira Sans Extra Condensed SemiBold" panose="020B0603050000020004"/>
                        <a:cs typeface="Fira Sans Extra Condensed SemiBold" panose="020B0603050000020004"/>
                        <a:sym typeface="Fira Sans Extra Condensed SemiBold" panose="020B06030500000200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6923">
                <a:tc>
                  <a:txBody>
                    <a:bodyPr/>
                    <a:lstStyle/>
                    <a:p>
                      <a:pPr marL="3238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AI-Based Matching &amp; Recommendations</a:t>
                      </a:r>
                      <a:endParaRPr lang="en-IN" sz="1200" dirty="0"/>
                    </a:p>
                    <a:p>
                      <a:pPr marL="1524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 panose="020B0604020202020204" pitchFamily="34" charset="0"/>
                        <a:buNone/>
                      </a:pPr>
                      <a:r>
                        <a:rPr lang="en-IN" sz="1200" b="0" dirty="0"/>
                        <a:t>To develop an AI-assisted system to match candidates with relevant jobs and internships and provide personalized recommendations.</a:t>
                      </a:r>
                      <a:endParaRPr lang="en-IN" sz="1200" b="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05532"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 panose="02000000000000000000"/>
                        <a:buChar char="●"/>
                      </a:pPr>
                      <a:r>
                        <a:rPr lang="en-IN" sz="1200" dirty="0"/>
                        <a:t>Skill-Gap Analysis &amp; Explainability</a:t>
                      </a:r>
                      <a:endParaRPr lang="en-IN" sz="1200" dirty="0"/>
                    </a:p>
                    <a:p>
                      <a:pPr marL="1524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 panose="02000000000000000000"/>
                        <a:buNone/>
                      </a:pPr>
                      <a:r>
                        <a:rPr lang="en-IN" sz="1200" b="0" dirty="0"/>
                        <a:t>To identify missing skills and provide understandable explanations for candidate–job matching results.</a:t>
                      </a:r>
                      <a:endParaRPr sz="1200" b="0"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05532"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 panose="02000000000000000000"/>
                        <a:buChar char="●"/>
                      </a:pPr>
                      <a:r>
                        <a:rPr lang="en-IN" sz="1200" dirty="0"/>
                        <a:t>Automated Recruiter Screening</a:t>
                      </a:r>
                      <a:endParaRPr lang="en-IN" sz="1200" dirty="0"/>
                    </a:p>
                    <a:p>
                      <a:r>
                        <a:rPr lang="en-IN" sz="1200" b="0" dirty="0"/>
                        <a:t>   To rank applicants based on relevance and assist                                                                           recruiters in efficiently screening candidates.</a:t>
                      </a:r>
                      <a:endParaRPr lang="en-IN" sz="1200" b="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333" name="Google Shape;1333;p31"/>
          <p:cNvGrpSpPr/>
          <p:nvPr/>
        </p:nvGrpSpPr>
        <p:grpSpPr>
          <a:xfrm>
            <a:off x="5961026" y="1666635"/>
            <a:ext cx="528335" cy="627886"/>
            <a:chOff x="5020347" y="2784874"/>
            <a:chExt cx="441436" cy="441224"/>
          </a:xfrm>
        </p:grpSpPr>
        <p:sp>
          <p:nvSpPr>
            <p:cNvPr id="1334" name="Google Shape;1334;p31"/>
            <p:cNvSpPr/>
            <p:nvPr/>
          </p:nvSpPr>
          <p:spPr>
            <a:xfrm>
              <a:off x="5020347" y="2784874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" name="Google Shape;1335;p31"/>
            <p:cNvSpPr/>
            <p:nvPr/>
          </p:nvSpPr>
          <p:spPr>
            <a:xfrm>
              <a:off x="5139915" y="2924267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36" name="Google Shape;1336;p31"/>
          <p:cNvGrpSpPr/>
          <p:nvPr/>
        </p:nvGrpSpPr>
        <p:grpSpPr>
          <a:xfrm>
            <a:off x="5942155" y="2623221"/>
            <a:ext cx="528335" cy="627886"/>
            <a:chOff x="5020347" y="3370351"/>
            <a:chExt cx="441436" cy="441224"/>
          </a:xfrm>
        </p:grpSpPr>
        <p:sp>
          <p:nvSpPr>
            <p:cNvPr id="1337" name="Google Shape;1337;p31"/>
            <p:cNvSpPr/>
            <p:nvPr/>
          </p:nvSpPr>
          <p:spPr>
            <a:xfrm>
              <a:off x="5020347" y="3370351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8" name="Google Shape;1338;p31"/>
            <p:cNvSpPr/>
            <p:nvPr/>
          </p:nvSpPr>
          <p:spPr>
            <a:xfrm>
              <a:off x="5139915" y="3509742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39" name="Google Shape;1339;p31"/>
          <p:cNvGrpSpPr/>
          <p:nvPr/>
        </p:nvGrpSpPr>
        <p:grpSpPr>
          <a:xfrm>
            <a:off x="5961025" y="3445744"/>
            <a:ext cx="528335" cy="627886"/>
            <a:chOff x="4960473" y="3955826"/>
            <a:chExt cx="441436" cy="441224"/>
          </a:xfrm>
        </p:grpSpPr>
        <p:sp>
          <p:nvSpPr>
            <p:cNvPr id="1340" name="Google Shape;1340;p31"/>
            <p:cNvSpPr/>
            <p:nvPr/>
          </p:nvSpPr>
          <p:spPr>
            <a:xfrm>
              <a:off x="4960473" y="3955826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" name="Google Shape;1341;p31"/>
            <p:cNvSpPr/>
            <p:nvPr/>
          </p:nvSpPr>
          <p:spPr>
            <a:xfrm>
              <a:off x="5097891" y="4103983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2" name="Google Shape;1342;p31"/>
          <p:cNvGrpSpPr/>
          <p:nvPr/>
        </p:nvGrpSpPr>
        <p:grpSpPr>
          <a:xfrm>
            <a:off x="7214722" y="1885521"/>
            <a:ext cx="1690740" cy="2610529"/>
            <a:chOff x="6353330" y="1695700"/>
            <a:chExt cx="2134783" cy="3055056"/>
          </a:xfrm>
        </p:grpSpPr>
        <p:sp>
          <p:nvSpPr>
            <p:cNvPr id="1343" name="Google Shape;1343;p31"/>
            <p:cNvSpPr/>
            <p:nvPr/>
          </p:nvSpPr>
          <p:spPr>
            <a:xfrm flipH="1">
              <a:off x="7452292" y="4704672"/>
              <a:ext cx="492085" cy="24653"/>
            </a:xfrm>
            <a:custGeom>
              <a:avLst/>
              <a:gdLst/>
              <a:ahLst/>
              <a:cxnLst/>
              <a:rect l="l" t="t" r="r" b="b"/>
              <a:pathLst>
                <a:path w="5549" h="278" extrusionOk="0">
                  <a:moveTo>
                    <a:pt x="1" y="278"/>
                  </a:moveTo>
                  <a:lnTo>
                    <a:pt x="5545" y="278"/>
                  </a:lnTo>
                  <a:lnTo>
                    <a:pt x="5548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4" name="Google Shape;1344;p31"/>
            <p:cNvSpPr/>
            <p:nvPr/>
          </p:nvSpPr>
          <p:spPr>
            <a:xfrm flipH="1">
              <a:off x="6744018" y="4704672"/>
              <a:ext cx="478074" cy="24653"/>
            </a:xfrm>
            <a:custGeom>
              <a:avLst/>
              <a:gdLst/>
              <a:ahLst/>
              <a:cxnLst/>
              <a:rect l="l" t="t" r="r" b="b"/>
              <a:pathLst>
                <a:path w="5391" h="278" extrusionOk="0">
                  <a:moveTo>
                    <a:pt x="1" y="278"/>
                  </a:moveTo>
                  <a:lnTo>
                    <a:pt x="5391" y="278"/>
                  </a:lnTo>
                  <a:lnTo>
                    <a:pt x="539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45" name="Google Shape;1345;p31"/>
            <p:cNvGrpSpPr/>
            <p:nvPr/>
          </p:nvGrpSpPr>
          <p:grpSpPr>
            <a:xfrm>
              <a:off x="6353330" y="1695700"/>
              <a:ext cx="2134783" cy="3055056"/>
              <a:chOff x="6552140" y="1695700"/>
              <a:chExt cx="2134783" cy="3055056"/>
            </a:xfrm>
          </p:grpSpPr>
          <p:grpSp>
            <p:nvGrpSpPr>
              <p:cNvPr id="1346" name="Google Shape;1346;p31"/>
              <p:cNvGrpSpPr/>
              <p:nvPr/>
            </p:nvGrpSpPr>
            <p:grpSpPr>
              <a:xfrm>
                <a:off x="7529906" y="3054911"/>
                <a:ext cx="1157017" cy="1695846"/>
                <a:chOff x="6690102" y="2206739"/>
                <a:chExt cx="787194" cy="1153793"/>
              </a:xfrm>
            </p:grpSpPr>
            <p:sp>
              <p:nvSpPr>
                <p:cNvPr id="1347" name="Google Shape;1347;p31"/>
                <p:cNvSpPr/>
                <p:nvPr/>
              </p:nvSpPr>
              <p:spPr>
                <a:xfrm rot="-900050">
                  <a:off x="7040061" y="2822022"/>
                  <a:ext cx="140524" cy="52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8" name="Google Shape;1348;p31"/>
                <p:cNvSpPr/>
                <p:nvPr/>
              </p:nvSpPr>
              <p:spPr>
                <a:xfrm>
                  <a:off x="6690102" y="2831200"/>
                  <a:ext cx="140520" cy="529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9" name="Google Shape;1349;p31"/>
                <p:cNvSpPr/>
                <p:nvPr/>
              </p:nvSpPr>
              <p:spPr>
                <a:xfrm flipH="1">
                  <a:off x="7313906" y="2831200"/>
                  <a:ext cx="140520" cy="529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1350" name="Google Shape;1350;p31"/>
                <p:cNvGrpSpPr/>
                <p:nvPr/>
              </p:nvGrpSpPr>
              <p:grpSpPr>
                <a:xfrm>
                  <a:off x="6784074" y="2206739"/>
                  <a:ext cx="693222" cy="636392"/>
                  <a:chOff x="6784074" y="2206739"/>
                  <a:chExt cx="693222" cy="636392"/>
                </a:xfrm>
              </p:grpSpPr>
              <p:sp>
                <p:nvSpPr>
                  <p:cNvPr id="1351" name="Google Shape;1351;p31"/>
                  <p:cNvSpPr/>
                  <p:nvPr/>
                </p:nvSpPr>
                <p:spPr>
                  <a:xfrm>
                    <a:off x="6784421" y="2206739"/>
                    <a:ext cx="406990" cy="599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0" h="12093" extrusionOk="0">
                        <a:moveTo>
                          <a:pt x="3828" y="1"/>
                        </a:moveTo>
                        <a:cubicBezTo>
                          <a:pt x="1850" y="1"/>
                          <a:pt x="222" y="1582"/>
                          <a:pt x="176" y="3571"/>
                        </a:cubicBezTo>
                        <a:lnTo>
                          <a:pt x="27" y="9905"/>
                        </a:lnTo>
                        <a:cubicBezTo>
                          <a:pt x="1" y="11010"/>
                          <a:pt x="875" y="11926"/>
                          <a:pt x="1980" y="11953"/>
                        </a:cubicBezTo>
                        <a:lnTo>
                          <a:pt x="7968" y="12092"/>
                        </a:lnTo>
                        <a:lnTo>
                          <a:pt x="8163" y="3758"/>
                        </a:lnTo>
                        <a:cubicBezTo>
                          <a:pt x="8210" y="1739"/>
                          <a:pt x="6613" y="66"/>
                          <a:pt x="4594" y="18"/>
                        </a:cubicBezTo>
                        <a:lnTo>
                          <a:pt x="3915" y="2"/>
                        </a:lnTo>
                        <a:cubicBezTo>
                          <a:pt x="3886" y="1"/>
                          <a:pt x="3857" y="1"/>
                          <a:pt x="382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2" name="Google Shape;1352;p31"/>
                  <p:cNvSpPr/>
                  <p:nvPr/>
                </p:nvSpPr>
                <p:spPr>
                  <a:xfrm>
                    <a:off x="6786305" y="2531717"/>
                    <a:ext cx="690991" cy="3114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39" h="6282" extrusionOk="0">
                        <a:moveTo>
                          <a:pt x="120" y="0"/>
                        </a:moveTo>
                        <a:lnTo>
                          <a:pt x="24" y="4077"/>
                        </a:lnTo>
                        <a:cubicBezTo>
                          <a:pt x="0" y="5140"/>
                          <a:pt x="842" y="6021"/>
                          <a:pt x="1905" y="6047"/>
                        </a:cubicBezTo>
                        <a:lnTo>
                          <a:pt x="11892" y="6281"/>
                        </a:lnTo>
                        <a:cubicBezTo>
                          <a:pt x="11907" y="6281"/>
                          <a:pt x="11923" y="6281"/>
                          <a:pt x="11938" y="6281"/>
                        </a:cubicBezTo>
                        <a:cubicBezTo>
                          <a:pt x="12980" y="6281"/>
                          <a:pt x="13838" y="5448"/>
                          <a:pt x="13863" y="4400"/>
                        </a:cubicBezTo>
                        <a:lnTo>
                          <a:pt x="13913" y="2250"/>
                        </a:lnTo>
                        <a:cubicBezTo>
                          <a:pt x="13938" y="1187"/>
                          <a:pt x="13096" y="304"/>
                          <a:pt x="12032" y="279"/>
                        </a:cubicBezTo>
                        <a:lnTo>
                          <a:pt x="1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3" name="Google Shape;1353;p31"/>
                  <p:cNvSpPr/>
                  <p:nvPr/>
                </p:nvSpPr>
                <p:spPr>
                  <a:xfrm>
                    <a:off x="6844996" y="2208573"/>
                    <a:ext cx="352659" cy="5984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14" h="12072" extrusionOk="0">
                        <a:moveTo>
                          <a:pt x="3624" y="0"/>
                        </a:moveTo>
                        <a:cubicBezTo>
                          <a:pt x="1758" y="0"/>
                          <a:pt x="225" y="1490"/>
                          <a:pt x="181" y="3365"/>
                        </a:cubicBezTo>
                        <a:lnTo>
                          <a:pt x="25" y="10025"/>
                        </a:lnTo>
                        <a:cubicBezTo>
                          <a:pt x="1" y="11065"/>
                          <a:pt x="825" y="11929"/>
                          <a:pt x="1865" y="11953"/>
                        </a:cubicBezTo>
                        <a:lnTo>
                          <a:pt x="6868" y="12071"/>
                        </a:lnTo>
                        <a:lnTo>
                          <a:pt x="7069" y="3526"/>
                        </a:lnTo>
                        <a:cubicBezTo>
                          <a:pt x="7114" y="1624"/>
                          <a:pt x="5608" y="46"/>
                          <a:pt x="3706" y="1"/>
                        </a:cubicBezTo>
                        <a:cubicBezTo>
                          <a:pt x="3678" y="1"/>
                          <a:pt x="3651" y="0"/>
                          <a:pt x="3624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4" name="Google Shape;1354;p31"/>
                  <p:cNvSpPr/>
                  <p:nvPr/>
                </p:nvSpPr>
                <p:spPr>
                  <a:xfrm>
                    <a:off x="7083580" y="2378898"/>
                    <a:ext cx="40947" cy="41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6" h="847" extrusionOk="0">
                        <a:moveTo>
                          <a:pt x="413" y="0"/>
                        </a:moveTo>
                        <a:cubicBezTo>
                          <a:pt x="197" y="0"/>
                          <a:pt x="19" y="180"/>
                          <a:pt x="10" y="408"/>
                        </a:cubicBezTo>
                        <a:cubicBezTo>
                          <a:pt x="1" y="642"/>
                          <a:pt x="173" y="839"/>
                          <a:pt x="396" y="847"/>
                        </a:cubicBezTo>
                        <a:cubicBezTo>
                          <a:pt x="401" y="847"/>
                          <a:pt x="407" y="847"/>
                          <a:pt x="412" y="847"/>
                        </a:cubicBezTo>
                        <a:cubicBezTo>
                          <a:pt x="628" y="847"/>
                          <a:pt x="808" y="668"/>
                          <a:pt x="817" y="440"/>
                        </a:cubicBezTo>
                        <a:cubicBezTo>
                          <a:pt x="826" y="206"/>
                          <a:pt x="653" y="10"/>
                          <a:pt x="429" y="1"/>
                        </a:cubicBezTo>
                        <a:cubicBezTo>
                          <a:pt x="424" y="0"/>
                          <a:pt x="419" y="0"/>
                          <a:pt x="41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5" name="Google Shape;1355;p31"/>
                  <p:cNvSpPr/>
                  <p:nvPr/>
                </p:nvSpPr>
                <p:spPr>
                  <a:xfrm>
                    <a:off x="6957720" y="2373892"/>
                    <a:ext cx="41046" cy="420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" h="848" extrusionOk="0">
                        <a:moveTo>
                          <a:pt x="414" y="1"/>
                        </a:moveTo>
                        <a:cubicBezTo>
                          <a:pt x="199" y="1"/>
                          <a:pt x="19" y="180"/>
                          <a:pt x="10" y="408"/>
                        </a:cubicBezTo>
                        <a:cubicBezTo>
                          <a:pt x="1" y="642"/>
                          <a:pt x="174" y="839"/>
                          <a:pt x="397" y="847"/>
                        </a:cubicBezTo>
                        <a:cubicBezTo>
                          <a:pt x="403" y="847"/>
                          <a:pt x="408" y="847"/>
                          <a:pt x="413" y="847"/>
                        </a:cubicBezTo>
                        <a:cubicBezTo>
                          <a:pt x="629" y="847"/>
                          <a:pt x="808" y="669"/>
                          <a:pt x="818" y="440"/>
                        </a:cubicBezTo>
                        <a:cubicBezTo>
                          <a:pt x="827" y="207"/>
                          <a:pt x="653" y="10"/>
                          <a:pt x="430" y="1"/>
                        </a:cubicBezTo>
                        <a:cubicBezTo>
                          <a:pt x="425" y="1"/>
                          <a:pt x="420" y="1"/>
                          <a:pt x="41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6" name="Google Shape;1356;p31"/>
                  <p:cNvSpPr/>
                  <p:nvPr/>
                </p:nvSpPr>
                <p:spPr>
                  <a:xfrm>
                    <a:off x="6791163" y="2525925"/>
                    <a:ext cx="333970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37" h="6061" extrusionOk="0">
                        <a:moveTo>
                          <a:pt x="113" y="0"/>
                        </a:moveTo>
                        <a:lnTo>
                          <a:pt x="59" y="2490"/>
                        </a:lnTo>
                        <a:lnTo>
                          <a:pt x="21" y="4214"/>
                        </a:lnTo>
                        <a:cubicBezTo>
                          <a:pt x="1" y="5157"/>
                          <a:pt x="688" y="5940"/>
                          <a:pt x="1553" y="5962"/>
                        </a:cubicBezTo>
                        <a:lnTo>
                          <a:pt x="2112" y="5977"/>
                        </a:lnTo>
                        <a:lnTo>
                          <a:pt x="5397" y="6060"/>
                        </a:lnTo>
                        <a:lnTo>
                          <a:pt x="6636" y="5531"/>
                        </a:lnTo>
                        <a:lnTo>
                          <a:pt x="6718" y="1718"/>
                        </a:lnTo>
                        <a:cubicBezTo>
                          <a:pt x="6736" y="863"/>
                          <a:pt x="6114" y="153"/>
                          <a:pt x="5328" y="133"/>
                        </a:cubicBezTo>
                        <a:lnTo>
                          <a:pt x="113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7" name="Google Shape;1357;p31"/>
                  <p:cNvSpPr/>
                  <p:nvPr/>
                </p:nvSpPr>
                <p:spPr>
                  <a:xfrm>
                    <a:off x="7114313" y="2796481"/>
                    <a:ext cx="299814" cy="130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8" h="263" extrusionOk="0">
                        <a:moveTo>
                          <a:pt x="2" y="1"/>
                        </a:moveTo>
                        <a:lnTo>
                          <a:pt x="0" y="122"/>
                        </a:lnTo>
                        <a:lnTo>
                          <a:pt x="6044" y="263"/>
                        </a:lnTo>
                        <a:lnTo>
                          <a:pt x="6048" y="141"/>
                        </a:ln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8" name="Google Shape;1358;p31"/>
                  <p:cNvSpPr/>
                  <p:nvPr/>
                </p:nvSpPr>
                <p:spPr>
                  <a:xfrm>
                    <a:off x="6785363" y="2530584"/>
                    <a:ext cx="333920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36" h="6061" extrusionOk="0">
                        <a:moveTo>
                          <a:pt x="112" y="1"/>
                        </a:moveTo>
                        <a:lnTo>
                          <a:pt x="58" y="2490"/>
                        </a:lnTo>
                        <a:lnTo>
                          <a:pt x="21" y="4215"/>
                        </a:lnTo>
                        <a:cubicBezTo>
                          <a:pt x="0" y="5158"/>
                          <a:pt x="686" y="5941"/>
                          <a:pt x="1552" y="5963"/>
                        </a:cubicBezTo>
                        <a:lnTo>
                          <a:pt x="2111" y="5976"/>
                        </a:lnTo>
                        <a:lnTo>
                          <a:pt x="5396" y="6061"/>
                        </a:lnTo>
                        <a:lnTo>
                          <a:pt x="6635" y="5531"/>
                        </a:lnTo>
                        <a:lnTo>
                          <a:pt x="6716" y="1719"/>
                        </a:lnTo>
                        <a:cubicBezTo>
                          <a:pt x="6736" y="864"/>
                          <a:pt x="6113" y="154"/>
                          <a:pt x="5326" y="134"/>
                        </a:cubicBezTo>
                        <a:lnTo>
                          <a:pt x="11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59" name="Google Shape;1359;p31"/>
                  <p:cNvSpPr/>
                  <p:nvPr/>
                </p:nvSpPr>
                <p:spPr>
                  <a:xfrm>
                    <a:off x="6784074" y="2530584"/>
                    <a:ext cx="281076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0" h="6061" extrusionOk="0">
                        <a:moveTo>
                          <a:pt x="111" y="1"/>
                        </a:moveTo>
                        <a:lnTo>
                          <a:pt x="58" y="2490"/>
                        </a:lnTo>
                        <a:lnTo>
                          <a:pt x="21" y="4215"/>
                        </a:lnTo>
                        <a:cubicBezTo>
                          <a:pt x="1" y="5158"/>
                          <a:pt x="676" y="5941"/>
                          <a:pt x="1529" y="5963"/>
                        </a:cubicBezTo>
                        <a:lnTo>
                          <a:pt x="2080" y="5976"/>
                        </a:lnTo>
                        <a:lnTo>
                          <a:pt x="5313" y="6061"/>
                        </a:lnTo>
                        <a:lnTo>
                          <a:pt x="5382" y="3299"/>
                        </a:lnTo>
                        <a:cubicBezTo>
                          <a:pt x="5382" y="1093"/>
                          <a:pt x="5670" y="90"/>
                          <a:pt x="3548" y="90"/>
                        </a:cubicBezTo>
                        <a:lnTo>
                          <a:pt x="111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</p:grpSp>
          <p:grpSp>
            <p:nvGrpSpPr>
              <p:cNvPr id="1360" name="Google Shape;1360;p31"/>
              <p:cNvGrpSpPr/>
              <p:nvPr/>
            </p:nvGrpSpPr>
            <p:grpSpPr>
              <a:xfrm flipH="1">
                <a:off x="7576903" y="1763111"/>
                <a:ext cx="1062032" cy="635116"/>
                <a:chOff x="6617547" y="1329436"/>
                <a:chExt cx="722569" cy="432110"/>
              </a:xfrm>
            </p:grpSpPr>
            <p:grpSp>
              <p:nvGrpSpPr>
                <p:cNvPr id="1361" name="Google Shape;1361;p31"/>
                <p:cNvGrpSpPr/>
                <p:nvPr/>
              </p:nvGrpSpPr>
              <p:grpSpPr>
                <a:xfrm>
                  <a:off x="6854197" y="1437303"/>
                  <a:ext cx="463438" cy="295104"/>
                  <a:chOff x="6854197" y="1437303"/>
                  <a:chExt cx="463438" cy="295104"/>
                </a:xfrm>
              </p:grpSpPr>
              <p:sp>
                <p:nvSpPr>
                  <p:cNvPr id="1362" name="Google Shape;1362;p31"/>
                  <p:cNvSpPr/>
                  <p:nvPr/>
                </p:nvSpPr>
                <p:spPr>
                  <a:xfrm>
                    <a:off x="7263055" y="1545764"/>
                    <a:ext cx="54579" cy="184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3720" extrusionOk="0">
                        <a:moveTo>
                          <a:pt x="307" y="1"/>
                        </a:moveTo>
                        <a:lnTo>
                          <a:pt x="0" y="3653"/>
                        </a:lnTo>
                        <a:lnTo>
                          <a:pt x="794" y="3719"/>
                        </a:lnTo>
                        <a:lnTo>
                          <a:pt x="1100" y="67"/>
                        </a:lnTo>
                        <a:lnTo>
                          <a:pt x="307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3" name="Google Shape;1363;p31"/>
                  <p:cNvSpPr/>
                  <p:nvPr/>
                </p:nvSpPr>
                <p:spPr>
                  <a:xfrm>
                    <a:off x="7194053" y="1456289"/>
                    <a:ext cx="74260" cy="2738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8" h="5525" extrusionOk="0">
                        <a:moveTo>
                          <a:pt x="306" y="1"/>
                        </a:moveTo>
                        <a:lnTo>
                          <a:pt x="0" y="5458"/>
                        </a:lnTo>
                        <a:lnTo>
                          <a:pt x="1191" y="5524"/>
                        </a:lnTo>
                        <a:lnTo>
                          <a:pt x="1498" y="67"/>
                        </a:lnTo>
                        <a:lnTo>
                          <a:pt x="30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4" name="Google Shape;1364;p31"/>
                  <p:cNvSpPr/>
                  <p:nvPr/>
                </p:nvSpPr>
                <p:spPr>
                  <a:xfrm>
                    <a:off x="7144730" y="1507595"/>
                    <a:ext cx="54579" cy="222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4484" extrusionOk="0">
                        <a:moveTo>
                          <a:pt x="307" y="0"/>
                        </a:moveTo>
                        <a:lnTo>
                          <a:pt x="0" y="4429"/>
                        </a:lnTo>
                        <a:lnTo>
                          <a:pt x="794" y="4484"/>
                        </a:lnTo>
                        <a:lnTo>
                          <a:pt x="1100" y="55"/>
                        </a:lnTo>
                        <a:lnTo>
                          <a:pt x="30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5" name="Google Shape;1365;p31"/>
                  <p:cNvSpPr/>
                  <p:nvPr/>
                </p:nvSpPr>
                <p:spPr>
                  <a:xfrm>
                    <a:off x="7050298" y="1528414"/>
                    <a:ext cx="84273" cy="2038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0" h="4113" extrusionOk="0">
                        <a:moveTo>
                          <a:pt x="1184" y="1"/>
                        </a:moveTo>
                        <a:lnTo>
                          <a:pt x="1" y="154"/>
                        </a:lnTo>
                        <a:lnTo>
                          <a:pt x="517" y="4113"/>
                        </a:lnTo>
                        <a:lnTo>
                          <a:pt x="1700" y="3960"/>
                        </a:lnTo>
                        <a:lnTo>
                          <a:pt x="118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6" name="Google Shape;1366;p31"/>
                  <p:cNvSpPr/>
                  <p:nvPr/>
                </p:nvSpPr>
                <p:spPr>
                  <a:xfrm>
                    <a:off x="6972472" y="1437303"/>
                    <a:ext cx="93543" cy="294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7" h="5947" extrusionOk="0">
                        <a:moveTo>
                          <a:pt x="1186" y="1"/>
                        </a:moveTo>
                        <a:lnTo>
                          <a:pt x="0" y="144"/>
                        </a:lnTo>
                        <a:lnTo>
                          <a:pt x="701" y="5946"/>
                        </a:lnTo>
                        <a:lnTo>
                          <a:pt x="1886" y="5802"/>
                        </a:lnTo>
                        <a:lnTo>
                          <a:pt x="118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7" name="Google Shape;1367;p31"/>
                  <p:cNvSpPr/>
                  <p:nvPr/>
                </p:nvSpPr>
                <p:spPr>
                  <a:xfrm>
                    <a:off x="6923150" y="1479736"/>
                    <a:ext cx="73863" cy="2515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0" h="5075" extrusionOk="0">
                        <a:moveTo>
                          <a:pt x="788" y="1"/>
                        </a:moveTo>
                        <a:lnTo>
                          <a:pt x="1" y="112"/>
                        </a:lnTo>
                        <a:lnTo>
                          <a:pt x="701" y="5074"/>
                        </a:lnTo>
                        <a:lnTo>
                          <a:pt x="1489" y="4962"/>
                        </a:lnTo>
                        <a:lnTo>
                          <a:pt x="788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68" name="Google Shape;1368;p31"/>
                  <p:cNvSpPr/>
                  <p:nvPr/>
                </p:nvSpPr>
                <p:spPr>
                  <a:xfrm>
                    <a:off x="6854197" y="1459263"/>
                    <a:ext cx="93444" cy="2731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5" h="5510" extrusionOk="0">
                        <a:moveTo>
                          <a:pt x="1184" y="0"/>
                        </a:moveTo>
                        <a:lnTo>
                          <a:pt x="0" y="154"/>
                        </a:lnTo>
                        <a:lnTo>
                          <a:pt x="701" y="5509"/>
                        </a:lnTo>
                        <a:lnTo>
                          <a:pt x="1884" y="5354"/>
                        </a:lnTo>
                        <a:lnTo>
                          <a:pt x="118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1369" name="Google Shape;1369;p31"/>
                <p:cNvGrpSpPr/>
                <p:nvPr/>
              </p:nvGrpSpPr>
              <p:grpSpPr>
                <a:xfrm>
                  <a:off x="6652013" y="1329436"/>
                  <a:ext cx="229521" cy="403074"/>
                  <a:chOff x="6522150" y="1329350"/>
                  <a:chExt cx="115750" cy="203275"/>
                </a:xfrm>
              </p:grpSpPr>
              <p:sp>
                <p:nvSpPr>
                  <p:cNvPr id="1370" name="Google Shape;1370;p31"/>
                  <p:cNvSpPr/>
                  <p:nvPr/>
                </p:nvSpPr>
                <p:spPr>
                  <a:xfrm>
                    <a:off x="6560975" y="1329350"/>
                    <a:ext cx="40150" cy="167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6" h="6703" extrusionOk="0">
                        <a:moveTo>
                          <a:pt x="962" y="1"/>
                        </a:moveTo>
                        <a:cubicBezTo>
                          <a:pt x="747" y="2248"/>
                          <a:pt x="426" y="4486"/>
                          <a:pt x="0" y="6702"/>
                        </a:cubicBezTo>
                        <a:lnTo>
                          <a:pt x="721" y="6503"/>
                        </a:lnTo>
                        <a:cubicBezTo>
                          <a:pt x="1518" y="4443"/>
                          <a:pt x="1605" y="2115"/>
                          <a:pt x="96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1" name="Google Shape;1371;p31"/>
                  <p:cNvSpPr/>
                  <p:nvPr/>
                </p:nvSpPr>
                <p:spPr>
                  <a:xfrm>
                    <a:off x="6535825" y="1347425"/>
                    <a:ext cx="43400" cy="138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6" h="5538" extrusionOk="0">
                        <a:moveTo>
                          <a:pt x="964" y="0"/>
                        </a:moveTo>
                        <a:lnTo>
                          <a:pt x="964" y="0"/>
                        </a:lnTo>
                        <a:cubicBezTo>
                          <a:pt x="159" y="1618"/>
                          <a:pt x="0" y="3547"/>
                          <a:pt x="530" y="5275"/>
                        </a:cubicBezTo>
                        <a:lnTo>
                          <a:pt x="1212" y="5538"/>
                        </a:lnTo>
                        <a:cubicBezTo>
                          <a:pt x="1736" y="3742"/>
                          <a:pt x="706" y="1715"/>
                          <a:pt x="96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2" name="Google Shape;1372;p31"/>
                  <p:cNvSpPr/>
                  <p:nvPr/>
                </p:nvSpPr>
                <p:spPr>
                  <a:xfrm>
                    <a:off x="6575000" y="1374225"/>
                    <a:ext cx="62900" cy="11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6" h="4551" extrusionOk="0">
                        <a:moveTo>
                          <a:pt x="2516" y="1"/>
                        </a:moveTo>
                        <a:cubicBezTo>
                          <a:pt x="1463" y="1178"/>
                          <a:pt x="841" y="780"/>
                          <a:pt x="458" y="2739"/>
                        </a:cubicBezTo>
                        <a:cubicBezTo>
                          <a:pt x="381" y="3127"/>
                          <a:pt x="1" y="4551"/>
                          <a:pt x="471" y="4551"/>
                        </a:cubicBezTo>
                        <a:cubicBezTo>
                          <a:pt x="478" y="4551"/>
                          <a:pt x="486" y="4550"/>
                          <a:pt x="494" y="4549"/>
                        </a:cubicBezTo>
                        <a:cubicBezTo>
                          <a:pt x="1004" y="4503"/>
                          <a:pt x="1192" y="2984"/>
                          <a:pt x="1450" y="2231"/>
                        </a:cubicBezTo>
                        <a:cubicBezTo>
                          <a:pt x="1800" y="1216"/>
                          <a:pt x="2220" y="737"/>
                          <a:pt x="251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3" name="Google Shape;1373;p31"/>
                  <p:cNvSpPr/>
                  <p:nvPr/>
                </p:nvSpPr>
                <p:spPr>
                  <a:xfrm>
                    <a:off x="6560775" y="1365525"/>
                    <a:ext cx="40400" cy="11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6" h="4600" extrusionOk="0">
                        <a:moveTo>
                          <a:pt x="525" y="0"/>
                        </a:moveTo>
                        <a:lnTo>
                          <a:pt x="525" y="0"/>
                        </a:lnTo>
                        <a:cubicBezTo>
                          <a:pt x="434" y="502"/>
                          <a:pt x="498" y="1019"/>
                          <a:pt x="571" y="1524"/>
                        </a:cubicBezTo>
                        <a:cubicBezTo>
                          <a:pt x="644" y="2029"/>
                          <a:pt x="727" y="2540"/>
                          <a:pt x="674" y="3048"/>
                        </a:cubicBezTo>
                        <a:cubicBezTo>
                          <a:pt x="620" y="3555"/>
                          <a:pt x="410" y="4070"/>
                          <a:pt x="0" y="4375"/>
                        </a:cubicBezTo>
                        <a:lnTo>
                          <a:pt x="991" y="4599"/>
                        </a:lnTo>
                        <a:cubicBezTo>
                          <a:pt x="1465" y="3927"/>
                          <a:pt x="1616" y="3037"/>
                          <a:pt x="1390" y="2245"/>
                        </a:cubicBezTo>
                        <a:cubicBezTo>
                          <a:pt x="1163" y="1447"/>
                          <a:pt x="629" y="824"/>
                          <a:pt x="52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4" name="Google Shape;1374;p31"/>
                  <p:cNvSpPr/>
                  <p:nvPr/>
                </p:nvSpPr>
                <p:spPr>
                  <a:xfrm>
                    <a:off x="6522150" y="1365525"/>
                    <a:ext cx="41900" cy="12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6" h="4899" extrusionOk="0">
                        <a:moveTo>
                          <a:pt x="486" y="0"/>
                        </a:moveTo>
                        <a:lnTo>
                          <a:pt x="486" y="0"/>
                        </a:lnTo>
                        <a:cubicBezTo>
                          <a:pt x="1" y="2037"/>
                          <a:pt x="372" y="3631"/>
                          <a:pt x="1055" y="4899"/>
                        </a:cubicBezTo>
                        <a:lnTo>
                          <a:pt x="1676" y="4803"/>
                        </a:lnTo>
                        <a:cubicBezTo>
                          <a:pt x="1676" y="4803"/>
                          <a:pt x="970" y="1378"/>
                          <a:pt x="486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5" name="Google Shape;1375;p31"/>
                  <p:cNvSpPr/>
                  <p:nvPr/>
                </p:nvSpPr>
                <p:spPr>
                  <a:xfrm>
                    <a:off x="6531250" y="1464600"/>
                    <a:ext cx="73675" cy="68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7" h="2721" extrusionOk="0">
                        <a:moveTo>
                          <a:pt x="194" y="0"/>
                        </a:moveTo>
                        <a:cubicBezTo>
                          <a:pt x="85" y="0"/>
                          <a:pt x="0" y="94"/>
                          <a:pt x="14" y="203"/>
                        </a:cubicBezTo>
                        <a:lnTo>
                          <a:pt x="320" y="2562"/>
                        </a:lnTo>
                        <a:cubicBezTo>
                          <a:pt x="332" y="2653"/>
                          <a:pt x="409" y="2720"/>
                          <a:pt x="499" y="2720"/>
                        </a:cubicBezTo>
                        <a:lnTo>
                          <a:pt x="2385" y="2720"/>
                        </a:lnTo>
                        <a:cubicBezTo>
                          <a:pt x="2474" y="2720"/>
                          <a:pt x="2550" y="2655"/>
                          <a:pt x="2563" y="2568"/>
                        </a:cubicBezTo>
                        <a:lnTo>
                          <a:pt x="2728" y="1503"/>
                        </a:lnTo>
                        <a:lnTo>
                          <a:pt x="2930" y="207"/>
                        </a:lnTo>
                        <a:cubicBezTo>
                          <a:pt x="2946" y="98"/>
                          <a:pt x="2863" y="0"/>
                          <a:pt x="275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76" name="Google Shape;1376;p31"/>
                  <p:cNvSpPr/>
                  <p:nvPr/>
                </p:nvSpPr>
                <p:spPr>
                  <a:xfrm>
                    <a:off x="6559600" y="1464600"/>
                    <a:ext cx="45475" cy="5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9" h="2088" extrusionOk="0">
                        <a:moveTo>
                          <a:pt x="0" y="0"/>
                        </a:moveTo>
                        <a:cubicBezTo>
                          <a:pt x="434" y="1130"/>
                          <a:pt x="1006" y="1749"/>
                          <a:pt x="1515" y="2088"/>
                        </a:cubicBezTo>
                        <a:lnTo>
                          <a:pt x="1795" y="287"/>
                        </a:lnTo>
                        <a:cubicBezTo>
                          <a:pt x="1818" y="135"/>
                          <a:pt x="1701" y="0"/>
                          <a:pt x="154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1377" name="Google Shape;1377;p31"/>
                <p:cNvSpPr/>
                <p:nvPr/>
              </p:nvSpPr>
              <p:spPr>
                <a:xfrm>
                  <a:off x="6617547" y="1718320"/>
                  <a:ext cx="722569" cy="43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6" h="872" extrusionOk="0">
                      <a:moveTo>
                        <a:pt x="0" y="1"/>
                      </a:moveTo>
                      <a:lnTo>
                        <a:pt x="0" y="872"/>
                      </a:lnTo>
                      <a:lnTo>
                        <a:pt x="14576" y="872"/>
                      </a:lnTo>
                      <a:lnTo>
                        <a:pt x="1457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378" name="Google Shape;1378;p31"/>
              <p:cNvSpPr/>
              <p:nvPr/>
            </p:nvSpPr>
            <p:spPr>
              <a:xfrm flipH="1">
                <a:off x="7659463" y="4308542"/>
                <a:ext cx="474083" cy="400035"/>
              </a:xfrm>
              <a:custGeom>
                <a:avLst/>
                <a:gdLst/>
                <a:ahLst/>
                <a:cxnLst/>
                <a:rect l="l" t="t" r="r" b="b"/>
                <a:pathLst>
                  <a:path w="5346" h="4511" extrusionOk="0">
                    <a:moveTo>
                      <a:pt x="1644" y="888"/>
                    </a:moveTo>
                    <a:cubicBezTo>
                      <a:pt x="1644" y="888"/>
                      <a:pt x="218" y="2593"/>
                      <a:pt x="83" y="3787"/>
                    </a:cubicBezTo>
                    <a:cubicBezTo>
                      <a:pt x="1" y="4510"/>
                      <a:pt x="1038" y="4474"/>
                      <a:pt x="2242" y="4466"/>
                    </a:cubicBezTo>
                    <a:lnTo>
                      <a:pt x="4924" y="4445"/>
                    </a:lnTo>
                    <a:cubicBezTo>
                      <a:pt x="5226" y="4443"/>
                      <a:pt x="5345" y="4050"/>
                      <a:pt x="5094" y="3881"/>
                    </a:cubicBezTo>
                    <a:cubicBezTo>
                      <a:pt x="4984" y="3808"/>
                      <a:pt x="4826" y="3758"/>
                      <a:pt x="4598" y="3753"/>
                    </a:cubicBezTo>
                    <a:cubicBezTo>
                      <a:pt x="4598" y="3753"/>
                      <a:pt x="4009" y="3207"/>
                      <a:pt x="2613" y="2649"/>
                    </a:cubicBezTo>
                    <a:cubicBezTo>
                      <a:pt x="2613" y="2649"/>
                      <a:pt x="2483" y="1018"/>
                      <a:pt x="3067" y="0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9" name="Google Shape;1379;p31"/>
              <p:cNvSpPr/>
              <p:nvPr/>
            </p:nvSpPr>
            <p:spPr>
              <a:xfrm flipH="1">
                <a:off x="7564221" y="3768486"/>
                <a:ext cx="535539" cy="791558"/>
              </a:xfrm>
              <a:custGeom>
                <a:avLst/>
                <a:gdLst/>
                <a:ahLst/>
                <a:cxnLst/>
                <a:rect l="l" t="t" r="r" b="b"/>
                <a:pathLst>
                  <a:path w="6039" h="8926" extrusionOk="0">
                    <a:moveTo>
                      <a:pt x="1" y="8925"/>
                    </a:moveTo>
                    <a:lnTo>
                      <a:pt x="3368" y="1"/>
                    </a:lnTo>
                    <a:lnTo>
                      <a:pt x="6039" y="1"/>
                    </a:lnTo>
                    <a:lnTo>
                      <a:pt x="2232" y="8739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0" name="Google Shape;1380;p31"/>
              <p:cNvSpPr/>
              <p:nvPr/>
            </p:nvSpPr>
            <p:spPr>
              <a:xfrm flipH="1">
                <a:off x="7457278" y="2930734"/>
                <a:ext cx="343812" cy="837849"/>
              </a:xfrm>
              <a:custGeom>
                <a:avLst/>
                <a:gdLst/>
                <a:ahLst/>
                <a:cxnLst/>
                <a:rect l="l" t="t" r="r" b="b"/>
                <a:pathLst>
                  <a:path w="3877" h="9448" extrusionOk="0">
                    <a:moveTo>
                      <a:pt x="2671" y="9448"/>
                    </a:moveTo>
                    <a:lnTo>
                      <a:pt x="3877" y="0"/>
                    </a:lnTo>
                    <a:lnTo>
                      <a:pt x="3877" y="0"/>
                    </a:lnTo>
                    <a:cubicBezTo>
                      <a:pt x="2272" y="0"/>
                      <a:pt x="923" y="1208"/>
                      <a:pt x="745" y="2802"/>
                    </a:cubicBezTo>
                    <a:lnTo>
                      <a:pt x="0" y="9448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1" name="Google Shape;1381;p31"/>
              <p:cNvSpPr/>
              <p:nvPr/>
            </p:nvSpPr>
            <p:spPr>
              <a:xfrm flipH="1">
                <a:off x="7959023" y="4549572"/>
                <a:ext cx="183124" cy="155190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1750" extrusionOk="0">
                    <a:moveTo>
                      <a:pt x="522" y="1"/>
                    </a:moveTo>
                    <a:cubicBezTo>
                      <a:pt x="1808" y="1"/>
                      <a:pt x="2064" y="1750"/>
                      <a:pt x="2064" y="1750"/>
                    </a:cubicBezTo>
                    <a:lnTo>
                      <a:pt x="1" y="1750"/>
                    </a:lnTo>
                    <a:cubicBezTo>
                      <a:pt x="1" y="693"/>
                      <a:pt x="522" y="1"/>
                      <a:pt x="5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2" name="Google Shape;1382;p31"/>
              <p:cNvSpPr/>
              <p:nvPr/>
            </p:nvSpPr>
            <p:spPr>
              <a:xfrm flipH="1">
                <a:off x="7650244" y="4559948"/>
                <a:ext cx="252206" cy="144814"/>
              </a:xfrm>
              <a:custGeom>
                <a:avLst/>
                <a:gdLst/>
                <a:ahLst/>
                <a:cxnLst/>
                <a:rect l="l" t="t" r="r" b="b"/>
                <a:pathLst>
                  <a:path w="2844" h="1633" extrusionOk="0">
                    <a:moveTo>
                      <a:pt x="454" y="0"/>
                    </a:moveTo>
                    <a:cubicBezTo>
                      <a:pt x="726" y="398"/>
                      <a:pt x="0" y="1633"/>
                      <a:pt x="0" y="1633"/>
                    </a:cubicBezTo>
                    <a:lnTo>
                      <a:pt x="2843" y="1633"/>
                    </a:lnTo>
                    <a:cubicBezTo>
                      <a:pt x="2780" y="665"/>
                      <a:pt x="454" y="0"/>
                      <a:pt x="4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3" name="Google Shape;1383;p31"/>
              <p:cNvSpPr/>
              <p:nvPr/>
            </p:nvSpPr>
            <p:spPr>
              <a:xfrm flipH="1">
                <a:off x="7808977" y="4621846"/>
                <a:ext cx="333171" cy="82916"/>
              </a:xfrm>
              <a:custGeom>
                <a:avLst/>
                <a:gdLst/>
                <a:ahLst/>
                <a:cxnLst/>
                <a:rect l="l" t="t" r="r" b="b"/>
                <a:pathLst>
                  <a:path w="3757" h="935" extrusionOk="0">
                    <a:moveTo>
                      <a:pt x="1" y="935"/>
                    </a:moveTo>
                    <a:lnTo>
                      <a:pt x="3590" y="935"/>
                    </a:lnTo>
                    <a:lnTo>
                      <a:pt x="3756" y="1"/>
                    </a:lnTo>
                    <a:lnTo>
                      <a:pt x="84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4" name="Google Shape;1384;p31"/>
              <p:cNvSpPr/>
              <p:nvPr/>
            </p:nvSpPr>
            <p:spPr>
              <a:xfrm flipH="1">
                <a:off x="7258372" y="3264168"/>
                <a:ext cx="353390" cy="672549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7584" extrusionOk="0">
                    <a:moveTo>
                      <a:pt x="3074" y="0"/>
                    </a:moveTo>
                    <a:lnTo>
                      <a:pt x="3985" y="7583"/>
                    </a:lnTo>
                    <a:lnTo>
                      <a:pt x="1742" y="758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5" name="Google Shape;1385;p31"/>
              <p:cNvSpPr/>
              <p:nvPr/>
            </p:nvSpPr>
            <p:spPr>
              <a:xfrm flipH="1">
                <a:off x="6953848" y="4132248"/>
                <a:ext cx="483306" cy="572784"/>
              </a:xfrm>
              <a:custGeom>
                <a:avLst/>
                <a:gdLst/>
                <a:ahLst/>
                <a:cxnLst/>
                <a:rect l="l" t="t" r="r" b="b"/>
                <a:pathLst>
                  <a:path w="5450" h="6459" extrusionOk="0">
                    <a:moveTo>
                      <a:pt x="5260" y="5964"/>
                    </a:moveTo>
                    <a:cubicBezTo>
                      <a:pt x="5450" y="6139"/>
                      <a:pt x="5311" y="6458"/>
                      <a:pt x="5053" y="6456"/>
                    </a:cubicBezTo>
                    <a:cubicBezTo>
                      <a:pt x="4469" y="6453"/>
                      <a:pt x="3297" y="6443"/>
                      <a:pt x="2462" y="6437"/>
                    </a:cubicBezTo>
                    <a:cubicBezTo>
                      <a:pt x="2113" y="6434"/>
                      <a:pt x="1780" y="6433"/>
                      <a:pt x="1487" y="6416"/>
                    </a:cubicBezTo>
                    <a:cubicBezTo>
                      <a:pt x="1405" y="6410"/>
                      <a:pt x="1327" y="6405"/>
                      <a:pt x="1253" y="6395"/>
                    </a:cubicBezTo>
                    <a:cubicBezTo>
                      <a:pt x="702" y="6337"/>
                      <a:pt x="349" y="6180"/>
                      <a:pt x="403" y="5754"/>
                    </a:cubicBezTo>
                    <a:cubicBezTo>
                      <a:pt x="454" y="5357"/>
                      <a:pt x="446" y="5002"/>
                      <a:pt x="413" y="4707"/>
                    </a:cubicBezTo>
                    <a:cubicBezTo>
                      <a:pt x="407" y="4647"/>
                      <a:pt x="399" y="4589"/>
                      <a:pt x="390" y="4534"/>
                    </a:cubicBezTo>
                    <a:cubicBezTo>
                      <a:pt x="323" y="4087"/>
                      <a:pt x="0" y="0"/>
                      <a:pt x="0" y="0"/>
                    </a:cubicBezTo>
                    <a:lnTo>
                      <a:pt x="2175" y="2223"/>
                    </a:lnTo>
                    <a:lnTo>
                      <a:pt x="2333" y="4405"/>
                    </a:lnTo>
                    <a:cubicBezTo>
                      <a:pt x="3662" y="4961"/>
                      <a:pt x="4730" y="5788"/>
                      <a:pt x="4730" y="5788"/>
                    </a:cubicBezTo>
                    <a:cubicBezTo>
                      <a:pt x="4994" y="5797"/>
                      <a:pt x="5158" y="5869"/>
                      <a:pt x="5260" y="5964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6" name="Google Shape;1386;p31"/>
              <p:cNvSpPr/>
              <p:nvPr/>
            </p:nvSpPr>
            <p:spPr>
              <a:xfrm flipH="1">
                <a:off x="7230263" y="3936622"/>
                <a:ext cx="227109" cy="613045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6913" extrusionOk="0">
                    <a:moveTo>
                      <a:pt x="2561" y="6611"/>
                    </a:moveTo>
                    <a:lnTo>
                      <a:pt x="2244" y="0"/>
                    </a:lnTo>
                    <a:lnTo>
                      <a:pt x="1" y="0"/>
                    </a:lnTo>
                    <a:lnTo>
                      <a:pt x="641" y="6913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7" name="Google Shape;1387;p31"/>
              <p:cNvSpPr/>
              <p:nvPr/>
            </p:nvSpPr>
            <p:spPr>
              <a:xfrm flipH="1">
                <a:off x="7236028" y="4549572"/>
                <a:ext cx="188888" cy="155190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1750" extrusionOk="0">
                    <a:moveTo>
                      <a:pt x="275" y="1"/>
                    </a:moveTo>
                    <a:cubicBezTo>
                      <a:pt x="1562" y="1"/>
                      <a:pt x="2129" y="1750"/>
                      <a:pt x="2129" y="1750"/>
                    </a:cubicBezTo>
                    <a:lnTo>
                      <a:pt x="66" y="1750"/>
                    </a:lnTo>
                    <a:cubicBezTo>
                      <a:pt x="1" y="591"/>
                      <a:pt x="275" y="1"/>
                      <a:pt x="2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8" name="Google Shape;1388;p31"/>
              <p:cNvSpPr/>
              <p:nvPr/>
            </p:nvSpPr>
            <p:spPr>
              <a:xfrm flipH="1">
                <a:off x="6941970" y="4559948"/>
                <a:ext cx="225247" cy="144814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1633" extrusionOk="0">
                    <a:moveTo>
                      <a:pt x="164" y="0"/>
                    </a:moveTo>
                    <a:cubicBezTo>
                      <a:pt x="507" y="398"/>
                      <a:pt x="1" y="1633"/>
                      <a:pt x="1" y="1633"/>
                    </a:cubicBezTo>
                    <a:lnTo>
                      <a:pt x="2540" y="1633"/>
                    </a:lnTo>
                    <a:cubicBezTo>
                      <a:pt x="2304" y="665"/>
                      <a:pt x="164" y="0"/>
                      <a:pt x="1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9" name="Google Shape;1389;p31"/>
              <p:cNvSpPr/>
              <p:nvPr/>
            </p:nvSpPr>
            <p:spPr>
              <a:xfrm flipH="1">
                <a:off x="7088465" y="4621846"/>
                <a:ext cx="330688" cy="82916"/>
              </a:xfrm>
              <a:custGeom>
                <a:avLst/>
                <a:gdLst/>
                <a:ahLst/>
                <a:cxnLst/>
                <a:rect l="l" t="t" r="r" b="b"/>
                <a:pathLst>
                  <a:path w="3729" h="935" extrusionOk="0">
                    <a:moveTo>
                      <a:pt x="1" y="935"/>
                    </a:moveTo>
                    <a:lnTo>
                      <a:pt x="3729" y="935"/>
                    </a:lnTo>
                    <a:lnTo>
                      <a:pt x="3729" y="1"/>
                    </a:lnTo>
                    <a:lnTo>
                      <a:pt x="68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0" name="Google Shape;1390;p31"/>
              <p:cNvSpPr/>
              <p:nvPr/>
            </p:nvSpPr>
            <p:spPr>
              <a:xfrm flipH="1">
                <a:off x="7122961" y="2156566"/>
                <a:ext cx="315080" cy="476655"/>
              </a:xfrm>
              <a:custGeom>
                <a:avLst/>
                <a:gdLst/>
                <a:ahLst/>
                <a:cxnLst/>
                <a:rect l="l" t="t" r="r" b="b"/>
                <a:pathLst>
                  <a:path w="3553" h="5375" extrusionOk="0">
                    <a:moveTo>
                      <a:pt x="2070" y="4806"/>
                    </a:moveTo>
                    <a:cubicBezTo>
                      <a:pt x="1888" y="5165"/>
                      <a:pt x="1526" y="5366"/>
                      <a:pt x="1152" y="5372"/>
                    </a:cubicBezTo>
                    <a:cubicBezTo>
                      <a:pt x="955" y="5374"/>
                      <a:pt x="754" y="5322"/>
                      <a:pt x="574" y="5207"/>
                    </a:cubicBezTo>
                    <a:cubicBezTo>
                      <a:pt x="168" y="4952"/>
                      <a:pt x="0" y="4466"/>
                      <a:pt x="122" y="4032"/>
                    </a:cubicBezTo>
                    <a:cubicBezTo>
                      <a:pt x="154" y="3918"/>
                      <a:pt x="206" y="3807"/>
                      <a:pt x="279" y="3705"/>
                    </a:cubicBezTo>
                    <a:lnTo>
                      <a:pt x="2919" y="6"/>
                    </a:lnTo>
                    <a:lnTo>
                      <a:pt x="2922" y="0"/>
                    </a:lnTo>
                    <a:lnTo>
                      <a:pt x="3552" y="341"/>
                    </a:lnTo>
                    <a:cubicBezTo>
                      <a:pt x="3552" y="341"/>
                      <a:pt x="3283" y="2437"/>
                      <a:pt x="2070" y="4806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1" name="Google Shape;1391;p31"/>
              <p:cNvSpPr/>
              <p:nvPr/>
            </p:nvSpPr>
            <p:spPr>
              <a:xfrm flipH="1">
                <a:off x="6893021" y="2128011"/>
                <a:ext cx="119186" cy="50370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568" extrusionOk="0">
                    <a:moveTo>
                      <a:pt x="1288" y="239"/>
                    </a:moveTo>
                    <a:lnTo>
                      <a:pt x="800" y="532"/>
                    </a:lnTo>
                    <a:lnTo>
                      <a:pt x="1" y="568"/>
                    </a:lnTo>
                    <a:lnTo>
                      <a:pt x="227" y="149"/>
                    </a:lnTo>
                    <a:lnTo>
                      <a:pt x="632" y="207"/>
                    </a:lnTo>
                    <a:lnTo>
                      <a:pt x="1182" y="18"/>
                    </a:lnTo>
                    <a:cubicBezTo>
                      <a:pt x="1231" y="1"/>
                      <a:pt x="1286" y="20"/>
                      <a:pt x="1315" y="64"/>
                    </a:cubicBezTo>
                    <a:lnTo>
                      <a:pt x="1326" y="80"/>
                    </a:lnTo>
                    <a:cubicBezTo>
                      <a:pt x="1337" y="99"/>
                      <a:pt x="1344" y="121"/>
                      <a:pt x="1343" y="141"/>
                    </a:cubicBezTo>
                    <a:cubicBezTo>
                      <a:pt x="1343" y="180"/>
                      <a:pt x="1323" y="218"/>
                      <a:pt x="1288" y="23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2" name="Google Shape;1392;p31"/>
              <p:cNvSpPr/>
              <p:nvPr/>
            </p:nvSpPr>
            <p:spPr>
              <a:xfrm flipH="1">
                <a:off x="6876970" y="2139184"/>
                <a:ext cx="171862" cy="70323"/>
              </a:xfrm>
              <a:custGeom>
                <a:avLst/>
                <a:gdLst/>
                <a:ahLst/>
                <a:cxnLst/>
                <a:rect l="l" t="t" r="r" b="b"/>
                <a:pathLst>
                  <a:path w="1938" h="793" extrusionOk="0">
                    <a:moveTo>
                      <a:pt x="1857" y="290"/>
                    </a:moveTo>
                    <a:lnTo>
                      <a:pt x="1069" y="717"/>
                    </a:lnTo>
                    <a:lnTo>
                      <a:pt x="954" y="779"/>
                    </a:lnTo>
                    <a:lnTo>
                      <a:pt x="106" y="793"/>
                    </a:lnTo>
                    <a:lnTo>
                      <a:pt x="1" y="254"/>
                    </a:lnTo>
                    <a:lnTo>
                      <a:pt x="1015" y="309"/>
                    </a:lnTo>
                    <a:lnTo>
                      <a:pt x="1729" y="18"/>
                    </a:lnTo>
                    <a:cubicBezTo>
                      <a:pt x="1771" y="1"/>
                      <a:pt x="1817" y="3"/>
                      <a:pt x="1857" y="23"/>
                    </a:cubicBezTo>
                    <a:cubicBezTo>
                      <a:pt x="1872" y="33"/>
                      <a:pt x="1887" y="43"/>
                      <a:pt x="1899" y="57"/>
                    </a:cubicBezTo>
                    <a:cubicBezTo>
                      <a:pt x="1923" y="84"/>
                      <a:pt x="1935" y="117"/>
                      <a:pt x="1936" y="151"/>
                    </a:cubicBezTo>
                    <a:cubicBezTo>
                      <a:pt x="1938" y="206"/>
                      <a:pt x="1911" y="261"/>
                      <a:pt x="1857" y="290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3" name="Google Shape;1393;p31"/>
              <p:cNvSpPr/>
              <p:nvPr/>
            </p:nvSpPr>
            <p:spPr>
              <a:xfrm flipH="1">
                <a:off x="6876970" y="2152575"/>
                <a:ext cx="127788" cy="5028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567" extrusionOk="0">
                    <a:moveTo>
                      <a:pt x="1360" y="139"/>
                    </a:moveTo>
                    <a:lnTo>
                      <a:pt x="572" y="566"/>
                    </a:lnTo>
                    <a:lnTo>
                      <a:pt x="0" y="487"/>
                    </a:lnTo>
                    <a:lnTo>
                      <a:pt x="606" y="426"/>
                    </a:lnTo>
                    <a:lnTo>
                      <a:pt x="1439" y="0"/>
                    </a:lnTo>
                    <a:cubicBezTo>
                      <a:pt x="1441" y="55"/>
                      <a:pt x="1414" y="110"/>
                      <a:pt x="1360" y="13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4" name="Google Shape;1394;p31"/>
              <p:cNvSpPr/>
              <p:nvPr/>
            </p:nvSpPr>
            <p:spPr>
              <a:xfrm flipH="1">
                <a:off x="6860031" y="2168626"/>
                <a:ext cx="217887" cy="100297"/>
              </a:xfrm>
              <a:custGeom>
                <a:avLst/>
                <a:gdLst/>
                <a:ahLst/>
                <a:cxnLst/>
                <a:rect l="l" t="t" r="r" b="b"/>
                <a:pathLst>
                  <a:path w="2457" h="1131" extrusionOk="0">
                    <a:moveTo>
                      <a:pt x="2427" y="249"/>
                    </a:moveTo>
                    <a:cubicBezTo>
                      <a:pt x="2415" y="271"/>
                      <a:pt x="2399" y="289"/>
                      <a:pt x="2376" y="304"/>
                    </a:cubicBezTo>
                    <a:lnTo>
                      <a:pt x="2293" y="362"/>
                    </a:lnTo>
                    <a:lnTo>
                      <a:pt x="1844" y="669"/>
                    </a:lnTo>
                    <a:lnTo>
                      <a:pt x="1423" y="828"/>
                    </a:lnTo>
                    <a:lnTo>
                      <a:pt x="626" y="1131"/>
                    </a:lnTo>
                    <a:lnTo>
                      <a:pt x="1" y="191"/>
                    </a:lnTo>
                    <a:lnTo>
                      <a:pt x="1426" y="390"/>
                    </a:lnTo>
                    <a:lnTo>
                      <a:pt x="2227" y="26"/>
                    </a:lnTo>
                    <a:cubicBezTo>
                      <a:pt x="2292" y="0"/>
                      <a:pt x="2366" y="18"/>
                      <a:pt x="2411" y="72"/>
                    </a:cubicBezTo>
                    <a:cubicBezTo>
                      <a:pt x="2453" y="125"/>
                      <a:pt x="2456" y="194"/>
                      <a:pt x="2427" y="24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5" name="Google Shape;1395;p31"/>
              <p:cNvSpPr/>
              <p:nvPr/>
            </p:nvSpPr>
            <p:spPr>
              <a:xfrm flipH="1">
                <a:off x="6879986" y="2204364"/>
                <a:ext cx="118743" cy="37689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425" extrusionOk="0">
                    <a:moveTo>
                      <a:pt x="1338" y="1"/>
                    </a:moveTo>
                    <a:lnTo>
                      <a:pt x="951" y="266"/>
                    </a:lnTo>
                    <a:lnTo>
                      <a:pt x="530" y="425"/>
                    </a:lnTo>
                    <a:lnTo>
                      <a:pt x="1" y="209"/>
                    </a:lnTo>
                    <a:lnTo>
                      <a:pt x="696" y="200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6" name="Google Shape;1396;p31"/>
              <p:cNvSpPr/>
              <p:nvPr/>
            </p:nvSpPr>
            <p:spPr>
              <a:xfrm flipH="1">
                <a:off x="6874753" y="2208354"/>
                <a:ext cx="147741" cy="60568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683" extrusionOk="0">
                    <a:moveTo>
                      <a:pt x="0" y="683"/>
                    </a:moveTo>
                    <a:lnTo>
                      <a:pt x="1008" y="596"/>
                    </a:lnTo>
                    <a:lnTo>
                      <a:pt x="1596" y="223"/>
                    </a:lnTo>
                    <a:cubicBezTo>
                      <a:pt x="1651" y="189"/>
                      <a:pt x="1666" y="117"/>
                      <a:pt x="1629" y="64"/>
                    </a:cubicBezTo>
                    <a:cubicBezTo>
                      <a:pt x="1598" y="17"/>
                      <a:pt x="1536" y="0"/>
                      <a:pt x="1485" y="25"/>
                    </a:cubicBezTo>
                    <a:lnTo>
                      <a:pt x="1015" y="256"/>
                    </a:lnTo>
                    <a:lnTo>
                      <a:pt x="269" y="164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7" name="Google Shape;1397;p31"/>
              <p:cNvSpPr/>
              <p:nvPr/>
            </p:nvSpPr>
            <p:spPr>
              <a:xfrm flipH="1">
                <a:off x="6953587" y="2073384"/>
                <a:ext cx="225602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2544" h="996" extrusionOk="0">
                    <a:moveTo>
                      <a:pt x="2495" y="267"/>
                    </a:moveTo>
                    <a:cubicBezTo>
                      <a:pt x="2471" y="312"/>
                      <a:pt x="2430" y="345"/>
                      <a:pt x="2380" y="355"/>
                    </a:cubicBezTo>
                    <a:lnTo>
                      <a:pt x="1741" y="493"/>
                    </a:lnTo>
                    <a:lnTo>
                      <a:pt x="1471" y="995"/>
                    </a:lnTo>
                    <a:lnTo>
                      <a:pt x="1" y="940"/>
                    </a:lnTo>
                    <a:cubicBezTo>
                      <a:pt x="233" y="445"/>
                      <a:pt x="716" y="115"/>
                      <a:pt x="1262" y="80"/>
                    </a:cubicBezTo>
                    <a:lnTo>
                      <a:pt x="2328" y="10"/>
                    </a:lnTo>
                    <a:cubicBezTo>
                      <a:pt x="2450" y="1"/>
                      <a:pt x="2543" y="116"/>
                      <a:pt x="2509" y="233"/>
                    </a:cubicBezTo>
                    <a:cubicBezTo>
                      <a:pt x="2506" y="245"/>
                      <a:pt x="2501" y="257"/>
                      <a:pt x="2495" y="267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8" name="Google Shape;1398;p31"/>
              <p:cNvSpPr/>
              <p:nvPr/>
            </p:nvSpPr>
            <p:spPr>
              <a:xfrm flipH="1">
                <a:off x="6990921" y="2110896"/>
                <a:ext cx="190041" cy="157762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1779" extrusionOk="0">
                    <a:moveTo>
                      <a:pt x="22" y="517"/>
                    </a:moveTo>
                    <a:cubicBezTo>
                      <a:pt x="959" y="1"/>
                      <a:pt x="2143" y="349"/>
                      <a:pt x="2143" y="349"/>
                    </a:cubicBezTo>
                    <a:lnTo>
                      <a:pt x="1778" y="1778"/>
                    </a:lnTo>
                    <a:lnTo>
                      <a:pt x="0" y="1414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9" name="Google Shape;1399;p31"/>
              <p:cNvSpPr/>
              <p:nvPr/>
            </p:nvSpPr>
            <p:spPr>
              <a:xfrm flipH="1">
                <a:off x="6893021" y="2135016"/>
                <a:ext cx="115018" cy="31659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357" extrusionOk="0">
                    <a:moveTo>
                      <a:pt x="1296" y="62"/>
                    </a:moveTo>
                    <a:lnTo>
                      <a:pt x="555" y="356"/>
                    </a:lnTo>
                    <a:lnTo>
                      <a:pt x="1" y="278"/>
                    </a:lnTo>
                    <a:lnTo>
                      <a:pt x="573" y="250"/>
                    </a:lnTo>
                    <a:lnTo>
                      <a:pt x="1279" y="1"/>
                    </a:lnTo>
                    <a:cubicBezTo>
                      <a:pt x="1290" y="20"/>
                      <a:pt x="1297" y="42"/>
                      <a:pt x="1296" y="62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0" name="Google Shape;1400;p31"/>
              <p:cNvSpPr/>
              <p:nvPr/>
            </p:nvSpPr>
            <p:spPr>
              <a:xfrm flipH="1">
                <a:off x="7029497" y="2152309"/>
                <a:ext cx="122024" cy="58706"/>
              </a:xfrm>
              <a:custGeom>
                <a:avLst/>
                <a:gdLst/>
                <a:ahLst/>
                <a:cxnLst/>
                <a:rect l="l" t="t" r="r" b="b"/>
                <a:pathLst>
                  <a:path w="1376" h="662" extrusionOk="0">
                    <a:moveTo>
                      <a:pt x="1375" y="662"/>
                    </a:moveTo>
                    <a:cubicBezTo>
                      <a:pt x="998" y="154"/>
                      <a:pt x="585" y="0"/>
                      <a:pt x="1" y="241"/>
                    </a:cubicBezTo>
                    <a:cubicBezTo>
                      <a:pt x="1" y="241"/>
                      <a:pt x="742" y="56"/>
                      <a:pt x="1375" y="662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1" name="Google Shape;1401;p31"/>
              <p:cNvSpPr/>
              <p:nvPr/>
            </p:nvSpPr>
            <p:spPr>
              <a:xfrm flipH="1">
                <a:off x="7207468" y="2709835"/>
                <a:ext cx="536248" cy="161043"/>
              </a:xfrm>
              <a:custGeom>
                <a:avLst/>
                <a:gdLst/>
                <a:ahLst/>
                <a:cxnLst/>
                <a:rect l="l" t="t" r="r" b="b"/>
                <a:pathLst>
                  <a:path w="6047" h="1816" extrusionOk="0">
                    <a:moveTo>
                      <a:pt x="798" y="1488"/>
                    </a:moveTo>
                    <a:cubicBezTo>
                      <a:pt x="806" y="1491"/>
                      <a:pt x="814" y="1495"/>
                      <a:pt x="822" y="1498"/>
                    </a:cubicBezTo>
                    <a:lnTo>
                      <a:pt x="2429" y="1590"/>
                    </a:lnTo>
                    <a:lnTo>
                      <a:pt x="4960" y="1735"/>
                    </a:lnTo>
                    <a:cubicBezTo>
                      <a:pt x="6047" y="1816"/>
                      <a:pt x="5770" y="963"/>
                      <a:pt x="5125" y="370"/>
                    </a:cubicBezTo>
                    <a:cubicBezTo>
                      <a:pt x="5110" y="356"/>
                      <a:pt x="5097" y="342"/>
                      <a:pt x="5081" y="330"/>
                    </a:cubicBezTo>
                    <a:cubicBezTo>
                      <a:pt x="5040" y="292"/>
                      <a:pt x="4995" y="255"/>
                      <a:pt x="4949" y="221"/>
                    </a:cubicBezTo>
                    <a:lnTo>
                      <a:pt x="4382" y="182"/>
                    </a:lnTo>
                    <a:lnTo>
                      <a:pt x="1636" y="1"/>
                    </a:lnTo>
                    <a:cubicBezTo>
                      <a:pt x="1516" y="25"/>
                      <a:pt x="1405" y="52"/>
                      <a:pt x="1304" y="82"/>
                    </a:cubicBezTo>
                    <a:cubicBezTo>
                      <a:pt x="0" y="462"/>
                      <a:pt x="170" y="1224"/>
                      <a:pt x="798" y="14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2" name="Google Shape;1402;p31"/>
              <p:cNvSpPr/>
              <p:nvPr/>
            </p:nvSpPr>
            <p:spPr>
              <a:xfrm flipH="1">
                <a:off x="7213764" y="2215803"/>
                <a:ext cx="530750" cy="661819"/>
              </a:xfrm>
              <a:custGeom>
                <a:avLst/>
                <a:gdLst/>
                <a:ahLst/>
                <a:cxnLst/>
                <a:rect l="l" t="t" r="r" b="b"/>
                <a:pathLst>
                  <a:path w="5985" h="7463" extrusionOk="0">
                    <a:moveTo>
                      <a:pt x="661" y="7462"/>
                    </a:moveTo>
                    <a:lnTo>
                      <a:pt x="2438" y="7161"/>
                    </a:lnTo>
                    <a:lnTo>
                      <a:pt x="5140" y="6701"/>
                    </a:lnTo>
                    <a:lnTo>
                      <a:pt x="5134" y="5941"/>
                    </a:lnTo>
                    <a:lnTo>
                      <a:pt x="5134" y="5910"/>
                    </a:lnTo>
                    <a:lnTo>
                      <a:pt x="5123" y="4489"/>
                    </a:lnTo>
                    <a:lnTo>
                      <a:pt x="5115" y="3251"/>
                    </a:lnTo>
                    <a:cubicBezTo>
                      <a:pt x="5866" y="2874"/>
                      <a:pt x="5985" y="1850"/>
                      <a:pt x="5341" y="1311"/>
                    </a:cubicBezTo>
                    <a:lnTo>
                      <a:pt x="3812" y="28"/>
                    </a:lnTo>
                    <a:lnTo>
                      <a:pt x="340" y="3"/>
                    </a:lnTo>
                    <a:lnTo>
                      <a:pt x="83" y="1"/>
                    </a:lnTo>
                    <a:cubicBezTo>
                      <a:pt x="0" y="602"/>
                      <a:pt x="82" y="1211"/>
                      <a:pt x="245" y="1781"/>
                    </a:cubicBezTo>
                    <a:cubicBezTo>
                      <a:pt x="424" y="2415"/>
                      <a:pt x="706" y="3001"/>
                      <a:pt x="973" y="3469"/>
                    </a:cubicBezTo>
                    <a:cubicBezTo>
                      <a:pt x="1353" y="4133"/>
                      <a:pt x="1706" y="4562"/>
                      <a:pt x="1706" y="4562"/>
                    </a:cubicBezTo>
                    <a:lnTo>
                      <a:pt x="1313" y="5653"/>
                    </a:lnTo>
                    <a:lnTo>
                      <a:pt x="807" y="70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3" name="Google Shape;1403;p31"/>
              <p:cNvSpPr/>
              <p:nvPr/>
            </p:nvSpPr>
            <p:spPr>
              <a:xfrm flipH="1">
                <a:off x="7368427" y="2498424"/>
                <a:ext cx="97105" cy="27464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3097" fill="none" extrusionOk="0">
                    <a:moveTo>
                      <a:pt x="961" y="3097"/>
                    </a:moveTo>
                    <a:cubicBezTo>
                      <a:pt x="1094" y="2436"/>
                      <a:pt x="655" y="2385"/>
                      <a:pt x="655" y="2385"/>
                    </a:cubicBezTo>
                    <a:lnTo>
                      <a:pt x="0" y="1"/>
                    </a:lnTo>
                  </a:path>
                </a:pathLst>
              </a:custGeom>
              <a:noFill/>
              <a:ln w="475" cap="flat" cmpd="sng">
                <a:solidFill>
                  <a:srgbClr val="BD4B39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4" name="Google Shape;1404;p31"/>
              <p:cNvSpPr/>
              <p:nvPr/>
            </p:nvSpPr>
            <p:spPr>
              <a:xfrm flipH="1">
                <a:off x="7289142" y="2373652"/>
                <a:ext cx="433734" cy="368997"/>
              </a:xfrm>
              <a:custGeom>
                <a:avLst/>
                <a:gdLst/>
                <a:ahLst/>
                <a:cxnLst/>
                <a:rect l="l" t="t" r="r" b="b"/>
                <a:pathLst>
                  <a:path w="4891" h="4161" extrusionOk="0">
                    <a:moveTo>
                      <a:pt x="1" y="1"/>
                    </a:moveTo>
                    <a:cubicBezTo>
                      <a:pt x="180" y="635"/>
                      <a:pt x="462" y="1221"/>
                      <a:pt x="729" y="1689"/>
                    </a:cubicBezTo>
                    <a:lnTo>
                      <a:pt x="2311" y="1847"/>
                    </a:lnTo>
                    <a:cubicBezTo>
                      <a:pt x="2311" y="1847"/>
                      <a:pt x="3465" y="3487"/>
                      <a:pt x="4890" y="4161"/>
                    </a:cubicBezTo>
                    <a:lnTo>
                      <a:pt x="4890" y="4130"/>
                    </a:lnTo>
                    <a:lnTo>
                      <a:pt x="4879" y="2709"/>
                    </a:lnTo>
                    <a:lnTo>
                      <a:pt x="3132" y="6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5" name="Google Shape;1405;p31"/>
              <p:cNvSpPr/>
              <p:nvPr/>
            </p:nvSpPr>
            <p:spPr>
              <a:xfrm flipH="1">
                <a:off x="7035698" y="2261562"/>
                <a:ext cx="528001" cy="558684"/>
              </a:xfrm>
              <a:custGeom>
                <a:avLst/>
                <a:gdLst/>
                <a:ahLst/>
                <a:cxnLst/>
                <a:rect l="l" t="t" r="r" b="b"/>
                <a:pathLst>
                  <a:path w="5954" h="6300" extrusionOk="0">
                    <a:moveTo>
                      <a:pt x="289" y="1560"/>
                    </a:moveTo>
                    <a:cubicBezTo>
                      <a:pt x="551" y="2006"/>
                      <a:pt x="908" y="2567"/>
                      <a:pt x="1335" y="3134"/>
                    </a:cubicBezTo>
                    <a:cubicBezTo>
                      <a:pt x="1903" y="3891"/>
                      <a:pt x="2758" y="4939"/>
                      <a:pt x="3704" y="5666"/>
                    </a:cubicBezTo>
                    <a:cubicBezTo>
                      <a:pt x="4530" y="6299"/>
                      <a:pt x="5735" y="5855"/>
                      <a:pt x="5953" y="4837"/>
                    </a:cubicBezTo>
                    <a:lnTo>
                      <a:pt x="2891" y="1600"/>
                    </a:lnTo>
                    <a:lnTo>
                      <a:pt x="2009" y="417"/>
                    </a:lnTo>
                    <a:cubicBezTo>
                      <a:pt x="1807" y="147"/>
                      <a:pt x="1496" y="0"/>
                      <a:pt x="1178" y="0"/>
                    </a:cubicBezTo>
                    <a:cubicBezTo>
                      <a:pt x="996" y="0"/>
                      <a:pt x="814" y="48"/>
                      <a:pt x="647" y="148"/>
                    </a:cubicBezTo>
                    <a:cubicBezTo>
                      <a:pt x="160" y="441"/>
                      <a:pt x="1" y="1069"/>
                      <a:pt x="289" y="15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 flipH="1">
                <a:off x="7352906" y="2261562"/>
                <a:ext cx="210792" cy="277923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3134" extrusionOk="0">
                    <a:moveTo>
                      <a:pt x="289" y="1560"/>
                    </a:moveTo>
                    <a:cubicBezTo>
                      <a:pt x="551" y="2006"/>
                      <a:pt x="908" y="2567"/>
                      <a:pt x="1335" y="3134"/>
                    </a:cubicBezTo>
                    <a:cubicBezTo>
                      <a:pt x="1608" y="3127"/>
                      <a:pt x="1866" y="3103"/>
                      <a:pt x="2097" y="3061"/>
                    </a:cubicBezTo>
                    <a:cubicBezTo>
                      <a:pt x="1828" y="2174"/>
                      <a:pt x="2085" y="1525"/>
                      <a:pt x="2376" y="910"/>
                    </a:cubicBezTo>
                    <a:lnTo>
                      <a:pt x="2009" y="417"/>
                    </a:lnTo>
                    <a:cubicBezTo>
                      <a:pt x="1807" y="147"/>
                      <a:pt x="1496" y="0"/>
                      <a:pt x="1178" y="0"/>
                    </a:cubicBezTo>
                    <a:cubicBezTo>
                      <a:pt x="996" y="0"/>
                      <a:pt x="814" y="48"/>
                      <a:pt x="647" y="148"/>
                    </a:cubicBezTo>
                    <a:cubicBezTo>
                      <a:pt x="160" y="441"/>
                      <a:pt x="1" y="1069"/>
                      <a:pt x="289" y="15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 flipH="1">
                <a:off x="7378090" y="1969453"/>
                <a:ext cx="218508" cy="357292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4029" extrusionOk="0">
                    <a:moveTo>
                      <a:pt x="2464" y="730"/>
                    </a:moveTo>
                    <a:lnTo>
                      <a:pt x="1802" y="4028"/>
                    </a:lnTo>
                    <a:lnTo>
                      <a:pt x="0" y="3196"/>
                    </a:lnTo>
                    <a:lnTo>
                      <a:pt x="335" y="152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 flipH="1">
                <a:off x="7282670" y="1786685"/>
                <a:ext cx="336452" cy="398528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4494" extrusionOk="0">
                    <a:moveTo>
                      <a:pt x="119" y="979"/>
                    </a:moveTo>
                    <a:lnTo>
                      <a:pt x="303" y="1729"/>
                    </a:lnTo>
                    <a:lnTo>
                      <a:pt x="387" y="2071"/>
                    </a:lnTo>
                    <a:lnTo>
                      <a:pt x="612" y="2989"/>
                    </a:lnTo>
                    <a:cubicBezTo>
                      <a:pt x="734" y="3484"/>
                      <a:pt x="1104" y="3882"/>
                      <a:pt x="1589" y="4038"/>
                    </a:cubicBezTo>
                    <a:lnTo>
                      <a:pt x="2344" y="4282"/>
                    </a:lnTo>
                    <a:cubicBezTo>
                      <a:pt x="2998" y="4493"/>
                      <a:pt x="3676" y="4044"/>
                      <a:pt x="3741" y="3359"/>
                    </a:cubicBezTo>
                    <a:cubicBezTo>
                      <a:pt x="3790" y="2858"/>
                      <a:pt x="3794" y="2271"/>
                      <a:pt x="3607" y="1647"/>
                    </a:cubicBezTo>
                    <a:cubicBezTo>
                      <a:pt x="3390" y="922"/>
                      <a:pt x="2814" y="353"/>
                      <a:pt x="2124" y="122"/>
                    </a:cubicBezTo>
                    <a:lnTo>
                      <a:pt x="2122" y="121"/>
                    </a:lnTo>
                    <a:lnTo>
                      <a:pt x="2001" y="84"/>
                    </a:lnTo>
                    <a:lnTo>
                      <a:pt x="1988" y="81"/>
                    </a:lnTo>
                    <a:cubicBezTo>
                      <a:pt x="1928" y="64"/>
                      <a:pt x="1866" y="51"/>
                      <a:pt x="1803" y="40"/>
                    </a:cubicBezTo>
                    <a:cubicBezTo>
                      <a:pt x="1656" y="12"/>
                      <a:pt x="1504" y="1"/>
                      <a:pt x="1349" y="4"/>
                    </a:cubicBezTo>
                    <a:lnTo>
                      <a:pt x="860" y="14"/>
                    </a:lnTo>
                    <a:cubicBezTo>
                      <a:pt x="362" y="26"/>
                      <a:pt x="0" y="495"/>
                      <a:pt x="119" y="979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 flipH="1">
                <a:off x="7239399" y="1933981"/>
                <a:ext cx="113599" cy="121580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1371" extrusionOk="0">
                    <a:moveTo>
                      <a:pt x="642" y="115"/>
                    </a:moveTo>
                    <a:cubicBezTo>
                      <a:pt x="712" y="496"/>
                      <a:pt x="937" y="619"/>
                      <a:pt x="1103" y="658"/>
                    </a:cubicBezTo>
                    <a:cubicBezTo>
                      <a:pt x="1210" y="682"/>
                      <a:pt x="1281" y="784"/>
                      <a:pt x="1266" y="892"/>
                    </a:cubicBezTo>
                    <a:cubicBezTo>
                      <a:pt x="1248" y="1035"/>
                      <a:pt x="1146" y="1154"/>
                      <a:pt x="1007" y="1195"/>
                    </a:cubicBezTo>
                    <a:lnTo>
                      <a:pt x="517" y="1341"/>
                    </a:lnTo>
                    <a:cubicBezTo>
                      <a:pt x="253" y="1370"/>
                      <a:pt x="21" y="1166"/>
                      <a:pt x="16" y="90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 flipH="1">
                <a:off x="7305910" y="1945775"/>
                <a:ext cx="29087" cy="62431"/>
              </a:xfrm>
              <a:custGeom>
                <a:avLst/>
                <a:gdLst/>
                <a:ahLst/>
                <a:cxnLst/>
                <a:rect l="l" t="t" r="r" b="b"/>
                <a:pathLst>
                  <a:path w="328" h="704" extrusionOk="0">
                    <a:moveTo>
                      <a:pt x="323" y="348"/>
                    </a:moveTo>
                    <a:cubicBezTo>
                      <a:pt x="328" y="541"/>
                      <a:pt x="260" y="699"/>
                      <a:pt x="172" y="701"/>
                    </a:cubicBezTo>
                    <a:cubicBezTo>
                      <a:pt x="84" y="703"/>
                      <a:pt x="10" y="548"/>
                      <a:pt x="5" y="356"/>
                    </a:cubicBezTo>
                    <a:cubicBezTo>
                      <a:pt x="1" y="163"/>
                      <a:pt x="68" y="5"/>
                      <a:pt x="156" y="3"/>
                    </a:cubicBezTo>
                    <a:cubicBezTo>
                      <a:pt x="244" y="0"/>
                      <a:pt x="319" y="155"/>
                      <a:pt x="323" y="3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 flipH="1">
                <a:off x="7294026" y="1862328"/>
                <a:ext cx="75201" cy="50370"/>
              </a:xfrm>
              <a:custGeom>
                <a:avLst/>
                <a:gdLst/>
                <a:ahLst/>
                <a:cxnLst/>
                <a:rect l="l" t="t" r="r" b="b"/>
                <a:pathLst>
                  <a:path w="848" h="568" extrusionOk="0">
                    <a:moveTo>
                      <a:pt x="436" y="393"/>
                    </a:moveTo>
                    <a:cubicBezTo>
                      <a:pt x="104" y="568"/>
                      <a:pt x="0" y="357"/>
                      <a:pt x="234" y="186"/>
                    </a:cubicBezTo>
                    <a:cubicBezTo>
                      <a:pt x="485" y="1"/>
                      <a:pt x="847" y="175"/>
                      <a:pt x="436" y="3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 flipH="1">
                <a:off x="7304135" y="2060526"/>
                <a:ext cx="70678" cy="60746"/>
              </a:xfrm>
              <a:custGeom>
                <a:avLst/>
                <a:gdLst/>
                <a:ahLst/>
                <a:cxnLst/>
                <a:rect l="l" t="t" r="r" b="b"/>
                <a:pathLst>
                  <a:path w="797" h="685" extrusionOk="0">
                    <a:moveTo>
                      <a:pt x="1" y="55"/>
                    </a:moveTo>
                    <a:cubicBezTo>
                      <a:pt x="1" y="55"/>
                      <a:pt x="626" y="0"/>
                      <a:pt x="712" y="126"/>
                    </a:cubicBezTo>
                    <a:cubicBezTo>
                      <a:pt x="796" y="253"/>
                      <a:pt x="182" y="684"/>
                      <a:pt x="1" y="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 flipH="1">
                <a:off x="7362568" y="1709800"/>
                <a:ext cx="406775" cy="327673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3695" extrusionOk="0">
                    <a:moveTo>
                      <a:pt x="3865" y="3593"/>
                    </a:moveTo>
                    <a:cubicBezTo>
                      <a:pt x="4587" y="3106"/>
                      <a:pt x="4422" y="1551"/>
                      <a:pt x="3928" y="774"/>
                    </a:cubicBezTo>
                    <a:cubicBezTo>
                      <a:pt x="3831" y="507"/>
                      <a:pt x="1803" y="0"/>
                      <a:pt x="800" y="943"/>
                    </a:cubicBezTo>
                    <a:cubicBezTo>
                      <a:pt x="0" y="1697"/>
                      <a:pt x="959" y="3695"/>
                      <a:pt x="959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 flipH="1">
                <a:off x="7370016" y="1801406"/>
                <a:ext cx="485700" cy="713253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8043" extrusionOk="0">
                    <a:moveTo>
                      <a:pt x="160" y="7105"/>
                    </a:moveTo>
                    <a:cubicBezTo>
                      <a:pt x="1263" y="8043"/>
                      <a:pt x="3545" y="7939"/>
                      <a:pt x="4907" y="7688"/>
                    </a:cubicBezTo>
                    <a:cubicBezTo>
                      <a:pt x="4565" y="6565"/>
                      <a:pt x="5476" y="6737"/>
                      <a:pt x="5386" y="5372"/>
                    </a:cubicBezTo>
                    <a:cubicBezTo>
                      <a:pt x="5326" y="4471"/>
                      <a:pt x="4373" y="4790"/>
                      <a:pt x="4715" y="2759"/>
                    </a:cubicBezTo>
                    <a:lnTo>
                      <a:pt x="1691" y="1"/>
                    </a:lnTo>
                    <a:cubicBezTo>
                      <a:pt x="694" y="1212"/>
                      <a:pt x="2137" y="3507"/>
                      <a:pt x="1094" y="4632"/>
                    </a:cubicBezTo>
                    <a:cubicBezTo>
                      <a:pt x="383" y="5397"/>
                      <a:pt x="0" y="6552"/>
                      <a:pt x="160" y="71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 flipH="1">
                <a:off x="7707797" y="2031794"/>
                <a:ext cx="180996" cy="386822"/>
              </a:xfrm>
              <a:custGeom>
                <a:avLst/>
                <a:gdLst/>
                <a:ahLst/>
                <a:cxnLst/>
                <a:rect l="l" t="t" r="r" b="b"/>
                <a:pathLst>
                  <a:path w="2041" h="4362" fill="none" extrusionOk="0">
                    <a:moveTo>
                      <a:pt x="1" y="4361"/>
                    </a:moveTo>
                    <a:cubicBezTo>
                      <a:pt x="17" y="2171"/>
                      <a:pt x="2040" y="2125"/>
                      <a:pt x="1960" y="1"/>
                    </a:cubicBezTo>
                  </a:path>
                </a:pathLst>
              </a:custGeom>
              <a:solidFill>
                <a:schemeClr val="dk1"/>
              </a:solidFill>
              <a:ln w="950" cap="flat" cmpd="sng">
                <a:solidFill>
                  <a:srgbClr val="000000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 flipH="1">
                <a:off x="7405051" y="1933981"/>
                <a:ext cx="102159" cy="191992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2165" extrusionOk="0">
                    <a:moveTo>
                      <a:pt x="1152" y="856"/>
                    </a:moveTo>
                    <a:cubicBezTo>
                      <a:pt x="601" y="1"/>
                      <a:pt x="1" y="610"/>
                      <a:pt x="186" y="1387"/>
                    </a:cubicBezTo>
                    <a:cubicBezTo>
                      <a:pt x="371" y="2165"/>
                      <a:pt x="1037" y="1815"/>
                      <a:pt x="1037" y="1815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7" name="Google Shape;1417;p31"/>
              <p:cNvSpPr/>
              <p:nvPr/>
            </p:nvSpPr>
            <p:spPr>
              <a:xfrm flipH="1">
                <a:off x="7425892" y="2031794"/>
                <a:ext cx="22436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24" fill="none" extrusionOk="0">
                    <a:moveTo>
                      <a:pt x="252" y="424"/>
                    </a:moveTo>
                    <a:lnTo>
                      <a:pt x="1" y="1"/>
                    </a:lnTo>
                  </a:path>
                </a:pathLst>
              </a:custGeom>
              <a:noFill/>
              <a:ln w="475" cap="flat" cmpd="sng">
                <a:solidFill>
                  <a:srgbClr val="E2A8A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8" name="Google Shape;1418;p31"/>
              <p:cNvSpPr/>
              <p:nvPr/>
            </p:nvSpPr>
            <p:spPr>
              <a:xfrm flipH="1">
                <a:off x="6777555" y="2537708"/>
                <a:ext cx="499357" cy="241121"/>
              </a:xfrm>
              <a:custGeom>
                <a:avLst/>
                <a:gdLst/>
                <a:ahLst/>
                <a:cxnLst/>
                <a:rect l="l" t="t" r="r" b="b"/>
                <a:pathLst>
                  <a:path w="5631" h="2719" extrusionOk="0">
                    <a:moveTo>
                      <a:pt x="1804" y="418"/>
                    </a:moveTo>
                    <a:lnTo>
                      <a:pt x="4985" y="0"/>
                    </a:lnTo>
                    <a:lnTo>
                      <a:pt x="5631" y="585"/>
                    </a:lnTo>
                    <a:cubicBezTo>
                      <a:pt x="5631" y="585"/>
                      <a:pt x="3758" y="2151"/>
                      <a:pt x="1736" y="2487"/>
                    </a:cubicBezTo>
                    <a:cubicBezTo>
                      <a:pt x="345" y="2719"/>
                      <a:pt x="1" y="665"/>
                      <a:pt x="1804" y="418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9" name="Google Shape;1419;p31"/>
              <p:cNvSpPr/>
              <p:nvPr/>
            </p:nvSpPr>
            <p:spPr>
              <a:xfrm flipH="1">
                <a:off x="6595059" y="2444861"/>
                <a:ext cx="247329" cy="159269"/>
              </a:xfrm>
              <a:custGeom>
                <a:avLst/>
                <a:gdLst/>
                <a:ahLst/>
                <a:cxnLst/>
                <a:rect l="l" t="t" r="r" b="b"/>
                <a:pathLst>
                  <a:path w="2789" h="1796" extrusionOk="0">
                    <a:moveTo>
                      <a:pt x="712" y="1646"/>
                    </a:moveTo>
                    <a:lnTo>
                      <a:pt x="2789" y="0"/>
                    </a:lnTo>
                    <a:lnTo>
                      <a:pt x="0" y="406"/>
                    </a:lnTo>
                    <a:lnTo>
                      <a:pt x="39" y="1795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0" name="Google Shape;1420;p31"/>
              <p:cNvSpPr/>
              <p:nvPr/>
            </p:nvSpPr>
            <p:spPr>
              <a:xfrm flipH="1">
                <a:off x="6792993" y="2440250"/>
                <a:ext cx="70057" cy="55425"/>
              </a:xfrm>
              <a:custGeom>
                <a:avLst/>
                <a:gdLst/>
                <a:ahLst/>
                <a:cxnLst/>
                <a:rect l="l" t="t" r="r" b="b"/>
                <a:pathLst>
                  <a:path w="790" h="625" extrusionOk="0">
                    <a:moveTo>
                      <a:pt x="596" y="618"/>
                    </a:moveTo>
                    <a:lnTo>
                      <a:pt x="197" y="591"/>
                    </a:lnTo>
                    <a:cubicBezTo>
                      <a:pt x="79" y="583"/>
                      <a:pt x="0" y="465"/>
                      <a:pt x="38" y="353"/>
                    </a:cubicBezTo>
                    <a:lnTo>
                      <a:pt x="49" y="319"/>
                    </a:lnTo>
                    <a:cubicBezTo>
                      <a:pt x="120" y="107"/>
                      <a:pt x="358" y="1"/>
                      <a:pt x="563" y="91"/>
                    </a:cubicBezTo>
                    <a:cubicBezTo>
                      <a:pt x="699" y="152"/>
                      <a:pt x="788" y="288"/>
                      <a:pt x="789" y="438"/>
                    </a:cubicBezTo>
                    <a:cubicBezTo>
                      <a:pt x="789" y="542"/>
                      <a:pt x="700" y="625"/>
                      <a:pt x="596" y="618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1" name="Google Shape;1421;p31"/>
              <p:cNvSpPr/>
              <p:nvPr/>
            </p:nvSpPr>
            <p:spPr>
              <a:xfrm flipH="1">
                <a:off x="6552140" y="2372677"/>
                <a:ext cx="193322" cy="108988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29" extrusionOk="0">
                    <a:moveTo>
                      <a:pt x="0" y="1228"/>
                    </a:moveTo>
                    <a:lnTo>
                      <a:pt x="1695" y="814"/>
                    </a:lnTo>
                    <a:lnTo>
                      <a:pt x="1712" y="763"/>
                    </a:lnTo>
                    <a:cubicBezTo>
                      <a:pt x="1778" y="558"/>
                      <a:pt x="1930" y="394"/>
                      <a:pt x="2129" y="312"/>
                    </a:cubicBezTo>
                    <a:cubicBezTo>
                      <a:pt x="2160" y="299"/>
                      <a:pt x="2179" y="267"/>
                      <a:pt x="2176" y="234"/>
                    </a:cubicBezTo>
                    <a:cubicBezTo>
                      <a:pt x="2176" y="229"/>
                      <a:pt x="2174" y="223"/>
                      <a:pt x="2172" y="219"/>
                    </a:cubicBezTo>
                    <a:cubicBezTo>
                      <a:pt x="2132" y="84"/>
                      <a:pt x="2003" y="0"/>
                      <a:pt x="1869" y="13"/>
                    </a:cubicBezTo>
                    <a:cubicBezTo>
                      <a:pt x="1847" y="15"/>
                      <a:pt x="1825" y="21"/>
                      <a:pt x="1802" y="29"/>
                    </a:cubicBezTo>
                    <a:lnTo>
                      <a:pt x="1703" y="71"/>
                    </a:lnTo>
                    <a:lnTo>
                      <a:pt x="1692" y="76"/>
                    </a:lnTo>
                    <a:cubicBezTo>
                      <a:pt x="1521" y="149"/>
                      <a:pt x="1397" y="301"/>
                      <a:pt x="1361" y="484"/>
                    </a:cubicBezTo>
                    <a:lnTo>
                      <a:pt x="43" y="1205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 flipH="1">
                <a:off x="6575198" y="2378973"/>
                <a:ext cx="113333" cy="104997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1184" extrusionOk="0">
                    <a:moveTo>
                      <a:pt x="1" y="1183"/>
                    </a:moveTo>
                    <a:lnTo>
                      <a:pt x="763" y="858"/>
                    </a:lnTo>
                    <a:cubicBezTo>
                      <a:pt x="850" y="516"/>
                      <a:pt x="1029" y="373"/>
                      <a:pt x="1227" y="292"/>
                    </a:cubicBezTo>
                    <a:cubicBezTo>
                      <a:pt x="1258" y="278"/>
                      <a:pt x="1278" y="246"/>
                      <a:pt x="1274" y="214"/>
                    </a:cubicBezTo>
                    <a:cubicBezTo>
                      <a:pt x="1274" y="208"/>
                      <a:pt x="1272" y="204"/>
                      <a:pt x="1271" y="198"/>
                    </a:cubicBezTo>
                    <a:cubicBezTo>
                      <a:pt x="1240" y="95"/>
                      <a:pt x="1158" y="22"/>
                      <a:pt x="1061" y="0"/>
                    </a:cubicBezTo>
                    <a:lnTo>
                      <a:pt x="1050" y="5"/>
                    </a:lnTo>
                    <a:cubicBezTo>
                      <a:pt x="879" y="78"/>
                      <a:pt x="755" y="230"/>
                      <a:pt x="719" y="413"/>
                    </a:cubicBezTo>
                    <a:lnTo>
                      <a:pt x="596" y="787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 flipH="1">
                <a:off x="6592223" y="2374273"/>
                <a:ext cx="193766" cy="111205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1254" extrusionOk="0">
                    <a:moveTo>
                      <a:pt x="1695" y="840"/>
                    </a:moveTo>
                    <a:lnTo>
                      <a:pt x="1713" y="787"/>
                    </a:lnTo>
                    <a:cubicBezTo>
                      <a:pt x="1778" y="584"/>
                      <a:pt x="1930" y="419"/>
                      <a:pt x="2129" y="338"/>
                    </a:cubicBezTo>
                    <a:cubicBezTo>
                      <a:pt x="2165" y="322"/>
                      <a:pt x="2185" y="282"/>
                      <a:pt x="2173" y="244"/>
                    </a:cubicBezTo>
                    <a:cubicBezTo>
                      <a:pt x="2125" y="86"/>
                      <a:pt x="1957" y="1"/>
                      <a:pt x="1802" y="53"/>
                    </a:cubicBezTo>
                    <a:lnTo>
                      <a:pt x="1693" y="100"/>
                    </a:lnTo>
                    <a:cubicBezTo>
                      <a:pt x="1522" y="174"/>
                      <a:pt x="1397" y="326"/>
                      <a:pt x="1360" y="509"/>
                    </a:cubicBezTo>
                    <a:lnTo>
                      <a:pt x="0" y="1254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 flipH="1">
                <a:off x="7226266" y="2772974"/>
                <a:ext cx="636368" cy="1120738"/>
              </a:xfrm>
              <a:custGeom>
                <a:avLst/>
                <a:gdLst/>
                <a:ahLst/>
                <a:cxnLst/>
                <a:rect l="l" t="t" r="r" b="b"/>
                <a:pathLst>
                  <a:path w="7176" h="12638" extrusionOk="0">
                    <a:moveTo>
                      <a:pt x="1" y="12637"/>
                    </a:moveTo>
                    <a:lnTo>
                      <a:pt x="7175" y="12637"/>
                    </a:lnTo>
                    <a:lnTo>
                      <a:pt x="6403" y="1055"/>
                    </a:lnTo>
                    <a:lnTo>
                      <a:pt x="6390" y="850"/>
                    </a:lnTo>
                    <a:lnTo>
                      <a:pt x="6357" y="18"/>
                    </a:lnTo>
                    <a:lnTo>
                      <a:pt x="3180" y="3"/>
                    </a:lnTo>
                    <a:lnTo>
                      <a:pt x="2732" y="1"/>
                    </a:lnTo>
                    <a:cubicBezTo>
                      <a:pt x="2732" y="1"/>
                      <a:pt x="2304" y="504"/>
                      <a:pt x="1849" y="1231"/>
                    </a:cubicBezTo>
                    <a:cubicBezTo>
                      <a:pt x="1483" y="1815"/>
                      <a:pt x="1099" y="2547"/>
                      <a:pt x="906" y="3275"/>
                    </a:cubicBezTo>
                    <a:cubicBezTo>
                      <a:pt x="609" y="4394"/>
                      <a:pt x="555" y="10911"/>
                      <a:pt x="555" y="109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 flipH="1">
                <a:off x="7294729" y="2772974"/>
                <a:ext cx="403937" cy="109165"/>
              </a:xfrm>
              <a:custGeom>
                <a:avLst/>
                <a:gdLst/>
                <a:ahLst/>
                <a:cxnLst/>
                <a:rect l="l" t="t" r="r" b="b"/>
                <a:pathLst>
                  <a:path w="4555" h="1231" extrusionOk="0">
                    <a:moveTo>
                      <a:pt x="0" y="1231"/>
                    </a:moveTo>
                    <a:lnTo>
                      <a:pt x="4554" y="1055"/>
                    </a:lnTo>
                    <a:lnTo>
                      <a:pt x="4541" y="850"/>
                    </a:lnTo>
                    <a:lnTo>
                      <a:pt x="4508" y="18"/>
                    </a:lnTo>
                    <a:lnTo>
                      <a:pt x="1331" y="3"/>
                    </a:lnTo>
                    <a:lnTo>
                      <a:pt x="883" y="1"/>
                    </a:lnTo>
                    <a:cubicBezTo>
                      <a:pt x="883" y="1"/>
                      <a:pt x="455" y="504"/>
                      <a:pt x="0" y="123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 flipH="1">
                <a:off x="7579744" y="2772974"/>
                <a:ext cx="282889" cy="1120738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12638" extrusionOk="0">
                    <a:moveTo>
                      <a:pt x="1" y="12637"/>
                    </a:moveTo>
                    <a:lnTo>
                      <a:pt x="789" y="12637"/>
                    </a:lnTo>
                    <a:lnTo>
                      <a:pt x="1849" y="10836"/>
                    </a:lnTo>
                    <a:cubicBezTo>
                      <a:pt x="1849" y="10836"/>
                      <a:pt x="491" y="3191"/>
                      <a:pt x="3190" y="69"/>
                    </a:cubicBezTo>
                    <a:lnTo>
                      <a:pt x="3180" y="3"/>
                    </a:lnTo>
                    <a:lnTo>
                      <a:pt x="2732" y="1"/>
                    </a:lnTo>
                    <a:cubicBezTo>
                      <a:pt x="2732" y="1"/>
                      <a:pt x="1340" y="1639"/>
                      <a:pt x="906" y="3275"/>
                    </a:cubicBezTo>
                    <a:cubicBezTo>
                      <a:pt x="609" y="4394"/>
                      <a:pt x="555" y="10911"/>
                      <a:pt x="555" y="1091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 flipH="1">
                <a:off x="7228660" y="3829320"/>
                <a:ext cx="613400" cy="4434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50" fill="none" extrusionOk="0">
                    <a:moveTo>
                      <a:pt x="6917" y="50"/>
                    </a:moveTo>
                    <a:lnTo>
                      <a:pt x="1" y="1"/>
                    </a:lnTo>
                  </a:path>
                </a:pathLst>
              </a:custGeom>
              <a:noFill/>
              <a:ln w="475" cap="flat" cmpd="sng">
                <a:solidFill>
                  <a:srgbClr val="5B4146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 flipH="1">
                <a:off x="7304668" y="2777053"/>
                <a:ext cx="52499" cy="1117989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2607" fill="none" extrusionOk="0">
                    <a:moveTo>
                      <a:pt x="0" y="0"/>
                    </a:moveTo>
                    <a:cubicBezTo>
                      <a:pt x="116" y="5094"/>
                      <a:pt x="591" y="12606"/>
                      <a:pt x="591" y="12606"/>
                    </a:cubicBez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 flipH="1">
                <a:off x="7579745" y="2779093"/>
                <a:ext cx="239436" cy="1114619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12569" fill="none" extrusionOk="0">
                    <a:moveTo>
                      <a:pt x="2700" y="0"/>
                    </a:moveTo>
                    <a:cubicBezTo>
                      <a:pt x="1" y="3122"/>
                      <a:pt x="1359" y="10767"/>
                      <a:pt x="1359" y="10767"/>
                    </a:cubicBezTo>
                    <a:lnTo>
                      <a:pt x="299" y="125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 flipH="1">
                <a:off x="7449832" y="2903865"/>
                <a:ext cx="201836" cy="206979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334" fill="none" extrusionOk="0">
                    <a:moveTo>
                      <a:pt x="2275" y="138"/>
                    </a:moveTo>
                    <a:lnTo>
                      <a:pt x="442" y="1"/>
                    </a:lnTo>
                    <a:lnTo>
                      <a:pt x="1" y="1675"/>
                    </a:lnTo>
                    <a:lnTo>
                      <a:pt x="765" y="2334"/>
                    </a:lnTo>
                    <a:lnTo>
                      <a:pt x="2049" y="184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 flipH="1">
                <a:off x="7481400" y="3186308"/>
                <a:ext cx="281470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174" h="406" fill="none" extrusionOk="0">
                    <a:moveTo>
                      <a:pt x="0" y="0"/>
                    </a:moveTo>
                    <a:lnTo>
                      <a:pt x="3174" y="40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 flipH="1">
                <a:off x="7504279" y="3717584"/>
                <a:ext cx="282712" cy="23766"/>
              </a:xfrm>
              <a:custGeom>
                <a:avLst/>
                <a:gdLst/>
                <a:ahLst/>
                <a:cxnLst/>
                <a:rect l="l" t="t" r="r" b="b"/>
                <a:pathLst>
                  <a:path w="3188" h="268" fill="none" extrusionOk="0">
                    <a:moveTo>
                      <a:pt x="0" y="267"/>
                    </a:moveTo>
                    <a:lnTo>
                      <a:pt x="3188" y="1"/>
                    </a:lnTo>
                  </a:path>
                </a:pathLst>
              </a:custGeom>
              <a:noFill/>
              <a:ln w="475" cap="flat" cmpd="sng">
                <a:solidFill>
                  <a:srgbClr val="5B4146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 flipH="1">
                <a:off x="7319031" y="1695700"/>
                <a:ext cx="216113" cy="238372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2688" extrusionOk="0">
                    <a:moveTo>
                      <a:pt x="785" y="2688"/>
                    </a:moveTo>
                    <a:cubicBezTo>
                      <a:pt x="1655" y="2442"/>
                      <a:pt x="2436" y="1599"/>
                      <a:pt x="2436" y="1599"/>
                    </a:cubicBezTo>
                    <a:cubicBezTo>
                      <a:pt x="1634" y="0"/>
                      <a:pt x="0" y="631"/>
                      <a:pt x="0" y="6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434" name="Google Shape;1434;p31"/>
          <p:cNvSpPr/>
          <p:nvPr/>
        </p:nvSpPr>
        <p:spPr>
          <a:xfrm flipH="1">
            <a:off x="991542" y="918499"/>
            <a:ext cx="5236480" cy="43322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To do</a:t>
            </a:r>
            <a:endParaRPr sz="20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962" y="4216457"/>
            <a:ext cx="490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    Scalable Recruitment Platform</a:t>
            </a:r>
            <a:endParaRPr lang="en-IN" sz="1200" dirty="0"/>
          </a:p>
          <a:p>
            <a:r>
              <a:rPr lang="en-IN" sz="1200" dirty="0"/>
              <a:t>To implement an end-to-end recruitment platform using microservices, with application tracking and notifications. </a:t>
            </a:r>
            <a:endParaRPr lang="en-IN" sz="1200" dirty="0"/>
          </a:p>
        </p:txBody>
      </p:sp>
      <p:grpSp>
        <p:nvGrpSpPr>
          <p:cNvPr id="8" name="Google Shape;1339;p31"/>
          <p:cNvGrpSpPr/>
          <p:nvPr/>
        </p:nvGrpSpPr>
        <p:grpSpPr>
          <a:xfrm>
            <a:off x="5961025" y="4288697"/>
            <a:ext cx="528335" cy="627886"/>
            <a:chOff x="5020347" y="3955827"/>
            <a:chExt cx="441436" cy="441224"/>
          </a:xfrm>
        </p:grpSpPr>
        <p:sp>
          <p:nvSpPr>
            <p:cNvPr id="9" name="Google Shape;1340;p31"/>
            <p:cNvSpPr/>
            <p:nvPr/>
          </p:nvSpPr>
          <p:spPr>
            <a:xfrm>
              <a:off x="5020347" y="3955827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341;p31"/>
            <p:cNvSpPr/>
            <p:nvPr/>
          </p:nvSpPr>
          <p:spPr>
            <a:xfrm>
              <a:off x="5139915" y="4095220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" name="Flowchart: Connector 1"/>
          <p:cNvSpPr/>
          <p:nvPr/>
        </p:nvSpPr>
        <p:spPr>
          <a:xfrm>
            <a:off x="814486" y="4328279"/>
            <a:ext cx="59635" cy="52891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41220" y="26886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"/>
          <p:cNvSpPr txBox="1">
            <a:spLocks noGrp="1"/>
          </p:cNvSpPr>
          <p:nvPr>
            <p:ph type="title"/>
          </p:nvPr>
        </p:nvSpPr>
        <p:spPr>
          <a:xfrm>
            <a:off x="720000" y="140708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LITERATURE SURVEY</a:t>
            </a:r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37820" y="626110"/>
          <a:ext cx="8468995" cy="4451985"/>
        </p:xfrm>
        <a:graphic>
          <a:graphicData uri="http://schemas.openxmlformats.org/drawingml/2006/table">
            <a:tbl>
              <a:tblPr firstRow="1">
                <a:tableStyleId>{CD1A021F-8C0E-4362-855C-B3FDB9A31177}</a:tableStyleId>
              </a:tblPr>
              <a:tblGrid>
                <a:gridCol w="1627505"/>
                <a:gridCol w="978535"/>
                <a:gridCol w="2338070"/>
                <a:gridCol w="1762760"/>
                <a:gridCol w="1762125"/>
              </a:tblGrid>
              <a:tr h="3676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Study</a:t>
                      </a:r>
                      <a:endParaRPr lang="en-IN" sz="16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Year</a:t>
                      </a:r>
                      <a:endParaRPr lang="en-IN" sz="1600" b="1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Main Focus</a:t>
                      </a:r>
                      <a:endParaRPr lang="en-IN" sz="16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Limitation</a:t>
                      </a:r>
                      <a:endParaRPr lang="en-IN" sz="1600" b="1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IN" sz="1600" b="1" dirty="0"/>
                        <a:t>Datasets</a:t>
                      </a:r>
                      <a:endParaRPr lang="en-US" altLang="en-IN" sz="16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IN" b="0" dirty="0"/>
                        <a:t>LinkedIn Talent Search &amp; Recommendation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2018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Candidate retrieval, ranking &amp; recommendation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No explicit skill-gap analysis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0" dirty="0"/>
                        <a:t>LinkedIn Recruiter Search Dataset</a:t>
                      </a:r>
                      <a:endParaRPr lang="en-US" altLang="en-US" b="0" dirty="0"/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lang="en-IN" b="0" dirty="0"/>
                        <a:t>LinkedIn Hiring Preferences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2019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ML-based ranking using recruiter feedback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Mainly recommendation; limited explainability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0" dirty="0"/>
                        <a:t>LinkedIn Hiring Preferences Dataset</a:t>
                      </a:r>
                      <a:endParaRPr lang="en-US" altLang="en-US" b="0" dirty="0"/>
                    </a:p>
                  </a:txBody>
                  <a:tcPr anchor="ctr"/>
                </a:tc>
              </a:tr>
              <a:tr h="94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Indeed Job Recommender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2019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Offline evaluation &amp; online recommendation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Focuses on job recommendation, not candidate matching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0" dirty="0"/>
                        <a:t>Indeed Job Recommendation Dataset</a:t>
                      </a:r>
                      <a:endParaRPr lang="en-US" altLang="en-US" b="0" dirty="0"/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Technical Job Recommendation System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2022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NLP, web crawling &amp; hybrid recommendation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Does not cover complete recruitment lifecycle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0" dirty="0"/>
                        <a:t>Technical Job Postings Dataset</a:t>
                      </a:r>
                      <a:endParaRPr lang="en-US" altLang="en-US" b="0" dirty="0"/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 err="1"/>
                        <a:t>Jobindex</a:t>
                      </a:r>
                      <a:r>
                        <a:rPr lang="en-IN" b="0" dirty="0"/>
                        <a:t> Human-in-the-Loop Recommendation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2026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AI candidate recommendation with recruiter involvement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No complete skill-gap/explanation solution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0" dirty="0"/>
                        <a:t>Jobindex Recruiter Search Dataset</a:t>
                      </a:r>
                      <a:endParaRPr lang="en-US" altLang="en-US" b="0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119505" cy="536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38"/>
          <p:cNvSpPr txBox="1">
            <a:spLocks noGrp="1"/>
          </p:cNvSpPr>
          <p:nvPr>
            <p:ph type="title"/>
          </p:nvPr>
        </p:nvSpPr>
        <p:spPr>
          <a:xfrm>
            <a:off x="567600" y="181521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RESEARCH GAP</a:t>
            </a:r>
            <a:endParaRPr dirty="0"/>
          </a:p>
        </p:txBody>
      </p:sp>
      <p:sp>
        <p:nvSpPr>
          <p:cNvPr id="1879" name="Google Shape;1879;p38"/>
          <p:cNvSpPr/>
          <p:nvPr/>
        </p:nvSpPr>
        <p:spPr>
          <a:xfrm rot="5400000">
            <a:off x="-2301094" y="813388"/>
            <a:ext cx="3710100" cy="3710100"/>
          </a:xfrm>
          <a:prstGeom prst="blockArc">
            <a:avLst>
              <a:gd name="adj1" fmla="val 16195494"/>
              <a:gd name="adj2" fmla="val 18882832"/>
              <a:gd name="adj3" fmla="val 2326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0" name="Google Shape;1880;p38"/>
          <p:cNvSpPr/>
          <p:nvPr/>
        </p:nvSpPr>
        <p:spPr>
          <a:xfrm rot="5400000">
            <a:off x="-2297867" y="813388"/>
            <a:ext cx="3710100" cy="3710100"/>
          </a:xfrm>
          <a:prstGeom prst="blockArc">
            <a:avLst>
              <a:gd name="adj1" fmla="val 18890840"/>
              <a:gd name="adj2" fmla="val 11060"/>
              <a:gd name="adj3" fmla="val 2321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1" name="Google Shape;1881;p38"/>
          <p:cNvSpPr/>
          <p:nvPr/>
        </p:nvSpPr>
        <p:spPr>
          <a:xfrm>
            <a:off x="-2297867" y="813388"/>
            <a:ext cx="3710100" cy="3710100"/>
          </a:xfrm>
          <a:prstGeom prst="blockArc">
            <a:avLst>
              <a:gd name="adj1" fmla="val 16195494"/>
              <a:gd name="adj2" fmla="val 18882832"/>
              <a:gd name="adj3" fmla="val 2326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2" name="Google Shape;1882;p38"/>
          <p:cNvSpPr/>
          <p:nvPr/>
        </p:nvSpPr>
        <p:spPr>
          <a:xfrm>
            <a:off x="-2297867" y="813388"/>
            <a:ext cx="3710100" cy="3710100"/>
          </a:xfrm>
          <a:prstGeom prst="blockArc">
            <a:avLst>
              <a:gd name="adj1" fmla="val 18890840"/>
              <a:gd name="adj2" fmla="val 26806"/>
              <a:gd name="adj3" fmla="val 232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3" name="Google Shape;1883;p38"/>
          <p:cNvSpPr/>
          <p:nvPr/>
        </p:nvSpPr>
        <p:spPr>
          <a:xfrm>
            <a:off x="1506599" y="772011"/>
            <a:ext cx="658500" cy="658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01</a:t>
            </a:r>
            <a:endParaRPr sz="1800" u="sng" dirty="0">
              <a:solidFill>
                <a:schemeClr val="dk1"/>
              </a:solidFill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884" name="Google Shape;1884;p38"/>
          <p:cNvGrpSpPr/>
          <p:nvPr/>
        </p:nvGrpSpPr>
        <p:grpSpPr>
          <a:xfrm>
            <a:off x="2086313" y="846104"/>
            <a:ext cx="7001148" cy="658500"/>
            <a:chOff x="3090206" y="1300977"/>
            <a:chExt cx="5400514" cy="658500"/>
          </a:xfrm>
        </p:grpSpPr>
        <p:sp>
          <p:nvSpPr>
            <p:cNvPr id="1885" name="Google Shape;1885;p38"/>
            <p:cNvSpPr/>
            <p:nvPr/>
          </p:nvSpPr>
          <p:spPr>
            <a:xfrm>
              <a:off x="4724072" y="1300977"/>
              <a:ext cx="3766648" cy="658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endParaRPr lang="en-IN" dirty="0"/>
            </a:p>
            <a:p>
              <a:pPr>
                <a:buClr>
                  <a:schemeClr val="dk1"/>
                </a:buClr>
                <a:buSzPts val="1100"/>
              </a:pPr>
              <a:r>
                <a:rPr lang="en-IN" dirty="0"/>
                <a:t>Systems retrieve and rank relevant candidates for job openings. </a:t>
              </a:r>
              <a:endParaRPr lang="en-IN" dirty="0"/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1886" name="Google Shape;1886;p38"/>
            <p:cNvSpPr txBox="1"/>
            <p:nvPr/>
          </p:nvSpPr>
          <p:spPr>
            <a:xfrm>
              <a:off x="3090206" y="1400488"/>
              <a:ext cx="1633866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600" b="1" dirty="0"/>
                <a:t>Candidate Search </a:t>
              </a:r>
              <a:endParaRPr lang="en-IN" sz="1600" b="1" dirty="0"/>
            </a:p>
            <a:p>
              <a:pPr lvl="0" algn="ctr"/>
              <a:r>
                <a:rPr lang="en-IN" sz="1600" b="1" dirty="0"/>
                <a:t>&amp; Ranking</a:t>
              </a:r>
              <a:endParaRPr sz="16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</p:grpSp>
      <p:sp>
        <p:nvSpPr>
          <p:cNvPr id="1887" name="Google Shape;1887;p38"/>
          <p:cNvSpPr/>
          <p:nvPr/>
        </p:nvSpPr>
        <p:spPr>
          <a:xfrm>
            <a:off x="1506599" y="1991971"/>
            <a:ext cx="658500" cy="658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02</a:t>
            </a:r>
            <a:endParaRPr sz="1800" u="sng">
              <a:solidFill>
                <a:schemeClr val="dk1"/>
              </a:solidFill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888" name="Google Shape;1888;p38"/>
          <p:cNvGrpSpPr/>
          <p:nvPr/>
        </p:nvGrpSpPr>
        <p:grpSpPr>
          <a:xfrm>
            <a:off x="2170165" y="1994877"/>
            <a:ext cx="6703902" cy="661632"/>
            <a:chOff x="3008538" y="2085524"/>
            <a:chExt cx="5122377" cy="661632"/>
          </a:xfrm>
        </p:grpSpPr>
        <p:sp>
          <p:nvSpPr>
            <p:cNvPr id="1889" name="Google Shape;1889;p38"/>
            <p:cNvSpPr/>
            <p:nvPr/>
          </p:nvSpPr>
          <p:spPr>
            <a:xfrm>
              <a:off x="4562900" y="2085524"/>
              <a:ext cx="3568015" cy="658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/>
              <a:r>
                <a:rPr lang="en-IN" dirty="0"/>
                <a:t>AI/ML is used to recommend suitable jobs or candidates. </a:t>
              </a:r>
              <a:endParaRPr lang="en-IN" dirty="0"/>
            </a:p>
          </p:txBody>
        </p:sp>
        <p:sp>
          <p:nvSpPr>
            <p:cNvPr id="1890" name="Google Shape;1890;p38"/>
            <p:cNvSpPr txBox="1"/>
            <p:nvPr/>
          </p:nvSpPr>
          <p:spPr>
            <a:xfrm>
              <a:off x="3008538" y="2273756"/>
              <a:ext cx="1618432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600" b="1" dirty="0"/>
                <a:t>Job &amp; Candidate Recommendations</a:t>
              </a:r>
              <a:br>
                <a:rPr lang="en-IN" sz="1600" dirty="0"/>
              </a:b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</p:grpSp>
      <p:sp>
        <p:nvSpPr>
          <p:cNvPr id="1891" name="Google Shape;1891;p38"/>
          <p:cNvSpPr/>
          <p:nvPr/>
        </p:nvSpPr>
        <p:spPr>
          <a:xfrm>
            <a:off x="1513648" y="3122287"/>
            <a:ext cx="658500" cy="65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03</a:t>
            </a:r>
            <a:endParaRPr sz="1800" u="sng" dirty="0">
              <a:solidFill>
                <a:schemeClr val="dk1"/>
              </a:solidFill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892" name="Google Shape;1892;p38"/>
          <p:cNvGrpSpPr/>
          <p:nvPr/>
        </p:nvGrpSpPr>
        <p:grpSpPr>
          <a:xfrm>
            <a:off x="2236056" y="3082013"/>
            <a:ext cx="6638010" cy="710270"/>
            <a:chOff x="3024660" y="3014850"/>
            <a:chExt cx="5445890" cy="710270"/>
          </a:xfrm>
        </p:grpSpPr>
        <p:sp>
          <p:nvSpPr>
            <p:cNvPr id="1893" name="Google Shape;1893;p38"/>
            <p:cNvSpPr/>
            <p:nvPr/>
          </p:nvSpPr>
          <p:spPr>
            <a:xfrm>
              <a:off x="4708329" y="3014850"/>
              <a:ext cx="3762221" cy="658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/>
              <a:r>
                <a:rPr lang="en-IN" dirty="0"/>
                <a:t>Recruiter interactions and human feedback are used to improve recommendations and screening. </a:t>
              </a:r>
              <a:endParaRPr lang="en-IN" dirty="0"/>
            </a:p>
          </p:txBody>
        </p:sp>
        <p:sp>
          <p:nvSpPr>
            <p:cNvPr id="1894" name="Google Shape;1894;p38"/>
            <p:cNvSpPr txBox="1"/>
            <p:nvPr/>
          </p:nvSpPr>
          <p:spPr>
            <a:xfrm>
              <a:off x="3024660" y="3251720"/>
              <a:ext cx="1737727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b="1" dirty="0"/>
                <a:t>Recruiter Feedback &amp; Screening</a:t>
              </a:r>
              <a:br>
                <a:rPr lang="en-IN" sz="1600" dirty="0"/>
              </a:br>
              <a:endParaRPr sz="1600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</p:grpSp>
      <p:sp>
        <p:nvSpPr>
          <p:cNvPr id="1895" name="Google Shape;1895;p38"/>
          <p:cNvSpPr/>
          <p:nvPr/>
        </p:nvSpPr>
        <p:spPr>
          <a:xfrm>
            <a:off x="1513648" y="4180139"/>
            <a:ext cx="658500" cy="658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04</a:t>
            </a:r>
            <a:endParaRPr sz="1800" u="sng" dirty="0">
              <a:solidFill>
                <a:schemeClr val="dk1"/>
              </a:solidFill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896" name="Google Shape;1896;p38"/>
          <p:cNvGrpSpPr/>
          <p:nvPr/>
        </p:nvGrpSpPr>
        <p:grpSpPr>
          <a:xfrm>
            <a:off x="2170165" y="4168383"/>
            <a:ext cx="6669637" cy="670256"/>
            <a:chOff x="3313354" y="3731956"/>
            <a:chExt cx="5129085" cy="670256"/>
          </a:xfrm>
        </p:grpSpPr>
        <p:sp>
          <p:nvSpPr>
            <p:cNvPr id="1897" name="Google Shape;1897;p38"/>
            <p:cNvSpPr/>
            <p:nvPr/>
          </p:nvSpPr>
          <p:spPr>
            <a:xfrm>
              <a:off x="4877748" y="3731956"/>
              <a:ext cx="3564691" cy="6585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Existing systems focus on individual recruitment functions rather than an integrated end-to-end workflow. 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  <p:sp>
          <p:nvSpPr>
            <p:cNvPr id="1898" name="Google Shape;1898;p38"/>
            <p:cNvSpPr txBox="1"/>
            <p:nvPr/>
          </p:nvSpPr>
          <p:spPr>
            <a:xfrm>
              <a:off x="3313354" y="3928812"/>
              <a:ext cx="1511241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b="1" dirty="0"/>
                <a:t>Limited End-to-End Support</a:t>
              </a:r>
              <a:br>
                <a:rPr lang="en-IN" sz="1600" dirty="0"/>
              </a:b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1" y="5080"/>
            <a:ext cx="1587166" cy="760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18"/>
          <p:cNvCxnSpPr>
            <a:stCxn id="362" idx="1"/>
            <a:endCxn id="363" idx="3"/>
          </p:cNvCxnSpPr>
          <p:nvPr/>
        </p:nvCxnSpPr>
        <p:spPr>
          <a:xfrm>
            <a:off x="2337870" y="4005097"/>
            <a:ext cx="1101072" cy="9397"/>
          </a:xfrm>
          <a:prstGeom prst="straightConnector1">
            <a:avLst/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4" name="Google Shape;364;p18"/>
          <p:cNvCxnSpPr>
            <a:stCxn id="363" idx="1"/>
            <a:endCxn id="365" idx="3"/>
          </p:cNvCxnSpPr>
          <p:nvPr/>
        </p:nvCxnSpPr>
        <p:spPr>
          <a:xfrm>
            <a:off x="5910681" y="4014494"/>
            <a:ext cx="774045" cy="0"/>
          </a:xfrm>
          <a:prstGeom prst="straightConnector1">
            <a:avLst/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18"/>
          <p:cNvCxnSpPr>
            <a:stCxn id="365" idx="1"/>
            <a:endCxn id="367" idx="1"/>
          </p:cNvCxnSpPr>
          <p:nvPr/>
        </p:nvCxnSpPr>
        <p:spPr>
          <a:xfrm flipH="1">
            <a:off x="7236860" y="4014494"/>
            <a:ext cx="1157652" cy="657001"/>
          </a:xfrm>
          <a:prstGeom prst="bentConnector3">
            <a:avLst>
              <a:gd name="adj1" fmla="val -19747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68" name="Google Shape;368;p18"/>
          <p:cNvCxnSpPr>
            <a:stCxn id="367" idx="3"/>
            <a:endCxn id="369" idx="1"/>
          </p:cNvCxnSpPr>
          <p:nvPr/>
        </p:nvCxnSpPr>
        <p:spPr>
          <a:xfrm flipH="1" flipV="1">
            <a:off x="3670173" y="4670985"/>
            <a:ext cx="1848556" cy="510"/>
          </a:xfrm>
          <a:prstGeom prst="straightConnector1">
            <a:avLst/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4" name="Google Shape;374;p18"/>
          <p:cNvSpPr txBox="1">
            <a:spLocks noGrp="1"/>
          </p:cNvSpPr>
          <p:nvPr>
            <p:ph type="title"/>
          </p:nvPr>
        </p:nvSpPr>
        <p:spPr>
          <a:xfrm>
            <a:off x="619739" y="531073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PROPOSED SYSTEM</a:t>
            </a:r>
            <a:endParaRPr dirty="0"/>
          </a:p>
        </p:txBody>
      </p:sp>
      <p:sp>
        <p:nvSpPr>
          <p:cNvPr id="375" name="Google Shape;375;p18"/>
          <p:cNvSpPr/>
          <p:nvPr/>
        </p:nvSpPr>
        <p:spPr>
          <a:xfrm>
            <a:off x="1035452" y="3959329"/>
            <a:ext cx="201347" cy="160988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2" name="Google Shape;362;p18"/>
          <p:cNvSpPr/>
          <p:nvPr/>
        </p:nvSpPr>
        <p:spPr>
          <a:xfrm flipH="1">
            <a:off x="619739" y="3786266"/>
            <a:ext cx="1718131" cy="43766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b="1" dirty="0"/>
              <a:t>Matching </a:t>
            </a:r>
            <a:endParaRPr b="1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363" name="Google Shape;363;p18"/>
          <p:cNvSpPr/>
          <p:nvPr/>
        </p:nvSpPr>
        <p:spPr>
          <a:xfrm flipH="1">
            <a:off x="3438942" y="3795663"/>
            <a:ext cx="2471739" cy="43766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b="1" dirty="0"/>
              <a:t>Recommendation </a:t>
            </a:r>
            <a:endParaRPr b="1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6684726" y="3795663"/>
            <a:ext cx="1709786" cy="43766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b="1" dirty="0"/>
              <a:t>Skill-Gap Analysis</a:t>
            </a:r>
            <a:endParaRPr b="1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369" name="Google Shape;369;p18"/>
          <p:cNvSpPr/>
          <p:nvPr/>
        </p:nvSpPr>
        <p:spPr>
          <a:xfrm flipH="1">
            <a:off x="1965751" y="4452154"/>
            <a:ext cx="1704422" cy="43766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b="1" dirty="0"/>
              <a:t>Ranking</a:t>
            </a:r>
            <a:endParaRPr b="1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367" name="Google Shape;367;p18"/>
          <p:cNvSpPr/>
          <p:nvPr/>
        </p:nvSpPr>
        <p:spPr>
          <a:xfrm flipH="1">
            <a:off x="5518729" y="4452664"/>
            <a:ext cx="1718131" cy="4376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b="1" dirty="0"/>
              <a:t>Explanation</a:t>
            </a:r>
            <a:endParaRPr b="1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6534" y="1382140"/>
            <a:ext cx="3408305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For Candidates:</a:t>
            </a:r>
            <a:endParaRPr lang="en-IN" sz="1600" b="1" dirty="0"/>
          </a:p>
          <a:p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Create profile and upload resume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Discover suitable jobs/internships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Receive AI-based recommendations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View skill gaps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Apply and track applications</a:t>
            </a:r>
            <a:endParaRPr lang="en-IN" dirty="0"/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966971" y="1382140"/>
            <a:ext cx="3427541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For Recruiters</a:t>
            </a:r>
            <a:endParaRPr lang="en-IN" sz="1600" b="1" dirty="0"/>
          </a:p>
          <a:p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Publish jobs/internships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Receive relevant applicants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View applicant rankings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Perform efficient candidate screening</a:t>
            </a:r>
            <a:endParaRPr lang="en-IN" dirty="0"/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38720" y="3222559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AI Layer</a:t>
            </a:r>
            <a:endParaRPr lang="en-IN" sz="1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"/>
          <p:cNvSpPr txBox="1">
            <a:spLocks noGrp="1"/>
          </p:cNvSpPr>
          <p:nvPr>
            <p:ph type="title"/>
          </p:nvPr>
        </p:nvSpPr>
        <p:spPr>
          <a:xfrm>
            <a:off x="665409" y="248602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INNOVATION &amp; NOVELTY</a:t>
            </a:r>
            <a:endParaRPr dirty="0"/>
          </a:p>
        </p:txBody>
      </p:sp>
      <p:sp>
        <p:nvSpPr>
          <p:cNvPr id="421" name="Google Shape;421;p20"/>
          <p:cNvSpPr/>
          <p:nvPr/>
        </p:nvSpPr>
        <p:spPr>
          <a:xfrm>
            <a:off x="-587453" y="4068203"/>
            <a:ext cx="2458718" cy="51800"/>
          </a:xfrm>
          <a:custGeom>
            <a:avLst/>
            <a:gdLst/>
            <a:ahLst/>
            <a:cxnLst/>
            <a:rect l="l" t="t" r="r" b="b"/>
            <a:pathLst>
              <a:path w="55489" h="1" fill="none" extrusionOk="0">
                <a:moveTo>
                  <a:pt x="55488" y="0"/>
                </a:moveTo>
                <a:lnTo>
                  <a:pt x="1" y="0"/>
                </a:lnTo>
              </a:path>
            </a:pathLst>
          </a:custGeom>
          <a:noFill/>
          <a:ln w="19050" cap="rnd" cmpd="sng">
            <a:solidFill>
              <a:schemeClr val="accent6"/>
            </a:solidFill>
            <a:prstDash val="solid"/>
            <a:miter lim="114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23" name="Google Shape;423;p20"/>
          <p:cNvGrpSpPr/>
          <p:nvPr/>
        </p:nvGrpSpPr>
        <p:grpSpPr>
          <a:xfrm>
            <a:off x="-607283" y="1338065"/>
            <a:ext cx="2059615" cy="2728790"/>
            <a:chOff x="1002469" y="1874709"/>
            <a:chExt cx="2059615" cy="2728790"/>
          </a:xfrm>
        </p:grpSpPr>
        <p:sp>
          <p:nvSpPr>
            <p:cNvPr id="424" name="Google Shape;424;p20"/>
            <p:cNvSpPr/>
            <p:nvPr/>
          </p:nvSpPr>
          <p:spPr>
            <a:xfrm flipH="1">
              <a:off x="1247170" y="1874709"/>
              <a:ext cx="72733" cy="819386"/>
            </a:xfrm>
            <a:custGeom>
              <a:avLst/>
              <a:gdLst/>
              <a:ahLst/>
              <a:cxnLst/>
              <a:rect l="l" t="t" r="r" b="b"/>
              <a:pathLst>
                <a:path w="994" h="11198" extrusionOk="0">
                  <a:moveTo>
                    <a:pt x="472" y="1"/>
                  </a:moveTo>
                  <a:cubicBezTo>
                    <a:pt x="431" y="1"/>
                    <a:pt x="384" y="76"/>
                    <a:pt x="331" y="230"/>
                  </a:cubicBezTo>
                  <a:cubicBezTo>
                    <a:pt x="0" y="1184"/>
                    <a:pt x="331" y="11198"/>
                    <a:pt x="331" y="11198"/>
                  </a:cubicBezTo>
                  <a:lnTo>
                    <a:pt x="994" y="11198"/>
                  </a:lnTo>
                  <a:cubicBezTo>
                    <a:pt x="994" y="11198"/>
                    <a:pt x="987" y="9293"/>
                    <a:pt x="861" y="5327"/>
                  </a:cubicBezTo>
                  <a:cubicBezTo>
                    <a:pt x="756" y="2003"/>
                    <a:pt x="686" y="1"/>
                    <a:pt x="472" y="1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20"/>
            <p:cNvSpPr/>
            <p:nvPr/>
          </p:nvSpPr>
          <p:spPr>
            <a:xfrm flipH="1">
              <a:off x="1323781" y="2298813"/>
              <a:ext cx="81221" cy="395278"/>
            </a:xfrm>
            <a:custGeom>
              <a:avLst/>
              <a:gdLst/>
              <a:ahLst/>
              <a:cxnLst/>
              <a:rect l="l" t="t" r="r" b="b"/>
              <a:pathLst>
                <a:path w="1110" h="5402" extrusionOk="0">
                  <a:moveTo>
                    <a:pt x="165" y="1"/>
                  </a:moveTo>
                  <a:cubicBezTo>
                    <a:pt x="1" y="1"/>
                    <a:pt x="109" y="2091"/>
                    <a:pt x="660" y="5402"/>
                  </a:cubicBezTo>
                  <a:lnTo>
                    <a:pt x="1110" y="5402"/>
                  </a:lnTo>
                  <a:cubicBezTo>
                    <a:pt x="661" y="1606"/>
                    <a:pt x="308" y="1"/>
                    <a:pt x="165" y="1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20"/>
            <p:cNvSpPr/>
            <p:nvPr/>
          </p:nvSpPr>
          <p:spPr>
            <a:xfrm flipH="1">
              <a:off x="1210437" y="2145445"/>
              <a:ext cx="72148" cy="548647"/>
            </a:xfrm>
            <a:custGeom>
              <a:avLst/>
              <a:gdLst/>
              <a:ahLst/>
              <a:cxnLst/>
              <a:rect l="l" t="t" r="r" b="b"/>
              <a:pathLst>
                <a:path w="986" h="7498" extrusionOk="0">
                  <a:moveTo>
                    <a:pt x="773" y="0"/>
                  </a:moveTo>
                  <a:cubicBezTo>
                    <a:pt x="678" y="0"/>
                    <a:pt x="533" y="436"/>
                    <a:pt x="335" y="1220"/>
                  </a:cubicBezTo>
                  <a:cubicBezTo>
                    <a:pt x="0" y="2548"/>
                    <a:pt x="481" y="7498"/>
                    <a:pt x="481" y="7498"/>
                  </a:cubicBezTo>
                  <a:lnTo>
                    <a:pt x="727" y="7498"/>
                  </a:lnTo>
                  <a:cubicBezTo>
                    <a:pt x="953" y="2178"/>
                    <a:pt x="986" y="0"/>
                    <a:pt x="773" y="0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20"/>
            <p:cNvSpPr/>
            <p:nvPr/>
          </p:nvSpPr>
          <p:spPr>
            <a:xfrm flipH="1">
              <a:off x="1283316" y="2094810"/>
              <a:ext cx="111808" cy="599283"/>
            </a:xfrm>
            <a:custGeom>
              <a:avLst/>
              <a:gdLst/>
              <a:ahLst/>
              <a:cxnLst/>
              <a:rect l="l" t="t" r="r" b="b"/>
              <a:pathLst>
                <a:path w="1528" h="8190" extrusionOk="0">
                  <a:moveTo>
                    <a:pt x="760" y="1"/>
                  </a:moveTo>
                  <a:cubicBezTo>
                    <a:pt x="636" y="1"/>
                    <a:pt x="1" y="1017"/>
                    <a:pt x="898" y="8190"/>
                  </a:cubicBezTo>
                  <a:lnTo>
                    <a:pt x="1528" y="8190"/>
                  </a:lnTo>
                  <a:cubicBezTo>
                    <a:pt x="1528" y="8190"/>
                    <a:pt x="873" y="131"/>
                    <a:pt x="775" y="7"/>
                  </a:cubicBezTo>
                  <a:cubicBezTo>
                    <a:pt x="771" y="3"/>
                    <a:pt x="766" y="1"/>
                    <a:pt x="760" y="1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20"/>
            <p:cNvSpPr/>
            <p:nvPr/>
          </p:nvSpPr>
          <p:spPr>
            <a:xfrm flipH="1">
              <a:off x="1076311" y="2694160"/>
              <a:ext cx="409400" cy="404205"/>
            </a:xfrm>
            <a:custGeom>
              <a:avLst/>
              <a:gdLst/>
              <a:ahLst/>
              <a:cxnLst/>
              <a:rect l="l" t="t" r="r" b="b"/>
              <a:pathLst>
                <a:path w="5595" h="5524" extrusionOk="0">
                  <a:moveTo>
                    <a:pt x="1465" y="0"/>
                  </a:moveTo>
                  <a:cubicBezTo>
                    <a:pt x="1465" y="1575"/>
                    <a:pt x="489" y="2128"/>
                    <a:pt x="148" y="3127"/>
                  </a:cubicBezTo>
                  <a:cubicBezTo>
                    <a:pt x="89" y="3295"/>
                    <a:pt x="49" y="3474"/>
                    <a:pt x="35" y="3674"/>
                  </a:cubicBezTo>
                  <a:cubicBezTo>
                    <a:pt x="1" y="4150"/>
                    <a:pt x="110" y="4734"/>
                    <a:pt x="467" y="5524"/>
                  </a:cubicBezTo>
                  <a:lnTo>
                    <a:pt x="5013" y="5524"/>
                  </a:lnTo>
                  <a:cubicBezTo>
                    <a:pt x="5449" y="4781"/>
                    <a:pt x="5594" y="4182"/>
                    <a:pt x="5569" y="3673"/>
                  </a:cubicBezTo>
                  <a:cubicBezTo>
                    <a:pt x="5560" y="3476"/>
                    <a:pt x="5524" y="3294"/>
                    <a:pt x="5469" y="3121"/>
                  </a:cubicBezTo>
                  <a:cubicBezTo>
                    <a:pt x="5114" y="1966"/>
                    <a:pt x="3931" y="1248"/>
                    <a:pt x="3931" y="0"/>
                  </a:cubicBezTo>
                  <a:close/>
                </a:path>
              </a:pathLst>
            </a:custGeom>
            <a:solidFill>
              <a:srgbClr val="ECE8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20"/>
            <p:cNvSpPr/>
            <p:nvPr/>
          </p:nvSpPr>
          <p:spPr>
            <a:xfrm flipH="1">
              <a:off x="1159508" y="2694160"/>
              <a:ext cx="326203" cy="404205"/>
            </a:xfrm>
            <a:custGeom>
              <a:avLst/>
              <a:gdLst/>
              <a:ahLst/>
              <a:cxnLst/>
              <a:rect l="l" t="t" r="r" b="b"/>
              <a:pathLst>
                <a:path w="4458" h="5524" extrusionOk="0">
                  <a:moveTo>
                    <a:pt x="1465" y="0"/>
                  </a:moveTo>
                  <a:cubicBezTo>
                    <a:pt x="1465" y="1575"/>
                    <a:pt x="489" y="2128"/>
                    <a:pt x="147" y="3127"/>
                  </a:cubicBezTo>
                  <a:cubicBezTo>
                    <a:pt x="89" y="3295"/>
                    <a:pt x="49" y="3474"/>
                    <a:pt x="35" y="3674"/>
                  </a:cubicBezTo>
                  <a:cubicBezTo>
                    <a:pt x="1" y="4150"/>
                    <a:pt x="110" y="4734"/>
                    <a:pt x="467" y="5524"/>
                  </a:cubicBezTo>
                  <a:lnTo>
                    <a:pt x="3877" y="5524"/>
                  </a:lnTo>
                  <a:cubicBezTo>
                    <a:pt x="4313" y="4781"/>
                    <a:pt x="4458" y="4182"/>
                    <a:pt x="4433" y="3673"/>
                  </a:cubicBezTo>
                  <a:cubicBezTo>
                    <a:pt x="4422" y="3476"/>
                    <a:pt x="4388" y="3294"/>
                    <a:pt x="4333" y="3121"/>
                  </a:cubicBezTo>
                  <a:cubicBezTo>
                    <a:pt x="3978" y="1966"/>
                    <a:pt x="2794" y="1248"/>
                    <a:pt x="27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20"/>
            <p:cNvSpPr/>
            <p:nvPr/>
          </p:nvSpPr>
          <p:spPr>
            <a:xfrm flipH="1">
              <a:off x="1107410" y="2010296"/>
              <a:ext cx="150077" cy="683797"/>
            </a:xfrm>
            <a:custGeom>
              <a:avLst/>
              <a:gdLst/>
              <a:ahLst/>
              <a:cxnLst/>
              <a:rect l="l" t="t" r="r" b="b"/>
              <a:pathLst>
                <a:path w="2051" h="9345" extrusionOk="0">
                  <a:moveTo>
                    <a:pt x="1813" y="0"/>
                  </a:moveTo>
                  <a:cubicBezTo>
                    <a:pt x="1701" y="0"/>
                    <a:pt x="1460" y="746"/>
                    <a:pt x="1107" y="2318"/>
                  </a:cubicBezTo>
                  <a:cubicBezTo>
                    <a:pt x="0" y="7237"/>
                    <a:pt x="246" y="9345"/>
                    <a:pt x="246" y="9345"/>
                  </a:cubicBezTo>
                  <a:lnTo>
                    <a:pt x="621" y="9345"/>
                  </a:lnTo>
                  <a:cubicBezTo>
                    <a:pt x="1704" y="3377"/>
                    <a:pt x="2051" y="0"/>
                    <a:pt x="1813" y="0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20"/>
            <p:cNvSpPr/>
            <p:nvPr/>
          </p:nvSpPr>
          <p:spPr>
            <a:xfrm flipH="1">
              <a:off x="1327146" y="2451010"/>
              <a:ext cx="127320" cy="243079"/>
            </a:xfrm>
            <a:custGeom>
              <a:avLst/>
              <a:gdLst/>
              <a:ahLst/>
              <a:cxnLst/>
              <a:rect l="l" t="t" r="r" b="b"/>
              <a:pathLst>
                <a:path w="1740" h="3322" extrusionOk="0">
                  <a:moveTo>
                    <a:pt x="329" y="1"/>
                  </a:moveTo>
                  <a:cubicBezTo>
                    <a:pt x="0" y="1"/>
                    <a:pt x="409" y="1094"/>
                    <a:pt x="1259" y="3322"/>
                  </a:cubicBezTo>
                  <a:lnTo>
                    <a:pt x="1526" y="3322"/>
                  </a:lnTo>
                  <a:cubicBezTo>
                    <a:pt x="1526" y="3322"/>
                    <a:pt x="1740" y="1009"/>
                    <a:pt x="774" y="248"/>
                  </a:cubicBezTo>
                  <a:cubicBezTo>
                    <a:pt x="566" y="83"/>
                    <a:pt x="420" y="1"/>
                    <a:pt x="329" y="1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20"/>
            <p:cNvSpPr/>
            <p:nvPr/>
          </p:nvSpPr>
          <p:spPr>
            <a:xfrm flipH="1">
              <a:off x="1120801" y="2485328"/>
              <a:ext cx="126442" cy="208761"/>
            </a:xfrm>
            <a:custGeom>
              <a:avLst/>
              <a:gdLst/>
              <a:ahLst/>
              <a:cxnLst/>
              <a:rect l="l" t="t" r="r" b="b"/>
              <a:pathLst>
                <a:path w="1728" h="2853" extrusionOk="0">
                  <a:moveTo>
                    <a:pt x="1533" y="0"/>
                  </a:moveTo>
                  <a:cubicBezTo>
                    <a:pt x="1330" y="0"/>
                    <a:pt x="667" y="1004"/>
                    <a:pt x="1" y="2853"/>
                  </a:cubicBezTo>
                  <a:lnTo>
                    <a:pt x="481" y="2853"/>
                  </a:lnTo>
                  <a:cubicBezTo>
                    <a:pt x="1506" y="906"/>
                    <a:pt x="1727" y="0"/>
                    <a:pt x="1533" y="0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433;p20"/>
            <p:cNvSpPr/>
            <p:nvPr/>
          </p:nvSpPr>
          <p:spPr>
            <a:xfrm flipH="1">
              <a:off x="1078213" y="2862968"/>
              <a:ext cx="404937" cy="101929"/>
            </a:xfrm>
            <a:custGeom>
              <a:avLst/>
              <a:gdLst/>
              <a:ahLst/>
              <a:cxnLst/>
              <a:rect l="l" t="t" r="r" b="b"/>
              <a:pathLst>
                <a:path w="5534" h="1393" extrusionOk="0">
                  <a:moveTo>
                    <a:pt x="1491" y="0"/>
                  </a:moveTo>
                  <a:cubicBezTo>
                    <a:pt x="1034" y="0"/>
                    <a:pt x="801" y="305"/>
                    <a:pt x="632" y="528"/>
                  </a:cubicBezTo>
                  <a:cubicBezTo>
                    <a:pt x="466" y="746"/>
                    <a:pt x="381" y="836"/>
                    <a:pt x="216" y="836"/>
                  </a:cubicBezTo>
                  <a:cubicBezTo>
                    <a:pt x="177" y="836"/>
                    <a:pt x="144" y="830"/>
                    <a:pt x="112" y="821"/>
                  </a:cubicBezTo>
                  <a:cubicBezTo>
                    <a:pt x="54" y="988"/>
                    <a:pt x="14" y="1167"/>
                    <a:pt x="1" y="1367"/>
                  </a:cubicBezTo>
                  <a:cubicBezTo>
                    <a:pt x="66" y="1383"/>
                    <a:pt x="138" y="1392"/>
                    <a:pt x="216" y="1392"/>
                  </a:cubicBezTo>
                  <a:cubicBezTo>
                    <a:pt x="673" y="1392"/>
                    <a:pt x="906" y="1088"/>
                    <a:pt x="1076" y="865"/>
                  </a:cubicBezTo>
                  <a:cubicBezTo>
                    <a:pt x="1241" y="646"/>
                    <a:pt x="1326" y="557"/>
                    <a:pt x="1491" y="557"/>
                  </a:cubicBezTo>
                  <a:cubicBezTo>
                    <a:pt x="1655" y="557"/>
                    <a:pt x="1739" y="646"/>
                    <a:pt x="1906" y="865"/>
                  </a:cubicBezTo>
                  <a:cubicBezTo>
                    <a:pt x="2076" y="1088"/>
                    <a:pt x="2308" y="1392"/>
                    <a:pt x="2764" y="1392"/>
                  </a:cubicBezTo>
                  <a:cubicBezTo>
                    <a:pt x="3220" y="1392"/>
                    <a:pt x="3453" y="1088"/>
                    <a:pt x="3623" y="865"/>
                  </a:cubicBezTo>
                  <a:cubicBezTo>
                    <a:pt x="3788" y="646"/>
                    <a:pt x="3874" y="557"/>
                    <a:pt x="4038" y="557"/>
                  </a:cubicBezTo>
                  <a:cubicBezTo>
                    <a:pt x="4202" y="557"/>
                    <a:pt x="4286" y="646"/>
                    <a:pt x="4454" y="865"/>
                  </a:cubicBezTo>
                  <a:cubicBezTo>
                    <a:pt x="4623" y="1088"/>
                    <a:pt x="4856" y="1392"/>
                    <a:pt x="5312" y="1392"/>
                  </a:cubicBezTo>
                  <a:cubicBezTo>
                    <a:pt x="5393" y="1392"/>
                    <a:pt x="5467" y="1383"/>
                    <a:pt x="5534" y="1366"/>
                  </a:cubicBezTo>
                  <a:cubicBezTo>
                    <a:pt x="5524" y="1169"/>
                    <a:pt x="5489" y="987"/>
                    <a:pt x="5434" y="814"/>
                  </a:cubicBezTo>
                  <a:cubicBezTo>
                    <a:pt x="5398" y="829"/>
                    <a:pt x="5358" y="836"/>
                    <a:pt x="5312" y="836"/>
                  </a:cubicBezTo>
                  <a:cubicBezTo>
                    <a:pt x="5148" y="836"/>
                    <a:pt x="5063" y="746"/>
                    <a:pt x="4896" y="528"/>
                  </a:cubicBezTo>
                  <a:cubicBezTo>
                    <a:pt x="4728" y="305"/>
                    <a:pt x="4495" y="0"/>
                    <a:pt x="4038" y="0"/>
                  </a:cubicBezTo>
                  <a:cubicBezTo>
                    <a:pt x="3581" y="0"/>
                    <a:pt x="3348" y="305"/>
                    <a:pt x="3180" y="528"/>
                  </a:cubicBezTo>
                  <a:cubicBezTo>
                    <a:pt x="3013" y="746"/>
                    <a:pt x="2929" y="836"/>
                    <a:pt x="2764" y="836"/>
                  </a:cubicBezTo>
                  <a:cubicBezTo>
                    <a:pt x="2599" y="836"/>
                    <a:pt x="2516" y="746"/>
                    <a:pt x="2349" y="528"/>
                  </a:cubicBezTo>
                  <a:cubicBezTo>
                    <a:pt x="2179" y="305"/>
                    <a:pt x="1947" y="0"/>
                    <a:pt x="1491" y="0"/>
                  </a:cubicBezTo>
                  <a:close/>
                </a:path>
              </a:pathLst>
            </a:custGeom>
            <a:solidFill>
              <a:srgbClr val="EBE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20"/>
            <p:cNvSpPr/>
            <p:nvPr/>
          </p:nvSpPr>
          <p:spPr>
            <a:xfrm flipH="1">
              <a:off x="1002469" y="3088337"/>
              <a:ext cx="610990" cy="69368"/>
            </a:xfrm>
            <a:custGeom>
              <a:avLst/>
              <a:gdLst/>
              <a:ahLst/>
              <a:cxnLst/>
              <a:rect l="l" t="t" r="r" b="b"/>
              <a:pathLst>
                <a:path w="8350" h="948" extrusionOk="0">
                  <a:moveTo>
                    <a:pt x="0" y="1"/>
                  </a:moveTo>
                  <a:lnTo>
                    <a:pt x="0" y="947"/>
                  </a:lnTo>
                  <a:lnTo>
                    <a:pt x="8349" y="947"/>
                  </a:lnTo>
                  <a:lnTo>
                    <a:pt x="8349" y="1"/>
                  </a:lnTo>
                  <a:close/>
                </a:path>
              </a:pathLst>
            </a:custGeom>
            <a:solidFill>
              <a:srgbClr val="C19E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1604128" y="3677140"/>
              <a:ext cx="248055" cy="914949"/>
            </a:xfrm>
            <a:custGeom>
              <a:avLst/>
              <a:gdLst/>
              <a:ahLst/>
              <a:cxnLst/>
              <a:rect l="l" t="t" r="r" b="b"/>
              <a:pathLst>
                <a:path w="3390" h="12504" fill="none" extrusionOk="0">
                  <a:moveTo>
                    <a:pt x="3390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2075430" y="3677140"/>
              <a:ext cx="38855" cy="914949"/>
            </a:xfrm>
            <a:custGeom>
              <a:avLst/>
              <a:gdLst/>
              <a:ahLst/>
              <a:cxnLst/>
              <a:rect l="l" t="t" r="r" b="b"/>
              <a:pathLst>
                <a:path w="531" h="12504" fill="none" extrusionOk="0">
                  <a:moveTo>
                    <a:pt x="530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2617708" y="3677140"/>
              <a:ext cx="38928" cy="914949"/>
            </a:xfrm>
            <a:custGeom>
              <a:avLst/>
              <a:gdLst/>
              <a:ahLst/>
              <a:cxnLst/>
              <a:rect l="l" t="t" r="r" b="b"/>
              <a:pathLst>
                <a:path w="532" h="12504" fill="none" extrusionOk="0">
                  <a:moveTo>
                    <a:pt x="532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1714252" y="4111123"/>
              <a:ext cx="922047" cy="74563"/>
            </a:xfrm>
            <a:custGeom>
              <a:avLst/>
              <a:gdLst/>
              <a:ahLst/>
              <a:cxnLst/>
              <a:rect l="l" t="t" r="r" b="b"/>
              <a:pathLst>
                <a:path w="12601" h="1019" fill="none" extrusionOk="0">
                  <a:moveTo>
                    <a:pt x="1" y="1018"/>
                  </a:moveTo>
                  <a:lnTo>
                    <a:pt x="1" y="1018"/>
                  </a:lnTo>
                  <a:cubicBezTo>
                    <a:pt x="164" y="418"/>
                    <a:pt x="710" y="1"/>
                    <a:pt x="1332" y="1"/>
                  </a:cubicBezTo>
                  <a:lnTo>
                    <a:pt x="3917" y="1"/>
                  </a:lnTo>
                  <a:cubicBezTo>
                    <a:pt x="4523" y="1"/>
                    <a:pt x="5047" y="425"/>
                    <a:pt x="5172" y="1018"/>
                  </a:cubicBezTo>
                  <a:lnTo>
                    <a:pt x="5199" y="924"/>
                  </a:lnTo>
                  <a:cubicBezTo>
                    <a:pt x="5358" y="377"/>
                    <a:pt x="5860" y="1"/>
                    <a:pt x="6429" y="1"/>
                  </a:cubicBezTo>
                  <a:lnTo>
                    <a:pt x="11608" y="1"/>
                  </a:lnTo>
                  <a:cubicBezTo>
                    <a:pt x="12161" y="1"/>
                    <a:pt x="12601" y="466"/>
                    <a:pt x="12570" y="1018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1652861" y="2080018"/>
              <a:ext cx="940998" cy="1597722"/>
            </a:xfrm>
            <a:custGeom>
              <a:avLst/>
              <a:gdLst/>
              <a:ahLst/>
              <a:cxnLst/>
              <a:rect l="l" t="t" r="r" b="b"/>
              <a:pathLst>
                <a:path w="12860" h="21835" fill="none" extrusionOk="0">
                  <a:moveTo>
                    <a:pt x="2724" y="21828"/>
                  </a:moveTo>
                  <a:cubicBezTo>
                    <a:pt x="1" y="6251"/>
                    <a:pt x="4713" y="0"/>
                    <a:pt x="12859" y="2183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1815669" y="2851177"/>
              <a:ext cx="388107" cy="0"/>
            </a:xfrm>
            <a:custGeom>
              <a:avLst/>
              <a:gdLst/>
              <a:ahLst/>
              <a:cxnLst/>
              <a:rect l="l" t="t" r="r" b="b"/>
              <a:pathLst>
                <a:path w="5304" fill="none" extrusionOk="0">
                  <a:moveTo>
                    <a:pt x="5304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1795693" y="3073692"/>
              <a:ext cx="538184" cy="73"/>
            </a:xfrm>
            <a:custGeom>
              <a:avLst/>
              <a:gdLst/>
              <a:ahLst/>
              <a:cxnLst/>
              <a:rect l="l" t="t" r="r" b="b"/>
              <a:pathLst>
                <a:path w="7355" h="1" fill="none" extrusionOk="0">
                  <a:moveTo>
                    <a:pt x="7354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1803303" y="3296281"/>
              <a:ext cx="636381" cy="73"/>
            </a:xfrm>
            <a:custGeom>
              <a:avLst/>
              <a:gdLst/>
              <a:ahLst/>
              <a:cxnLst/>
              <a:rect l="l" t="t" r="r" b="b"/>
              <a:pathLst>
                <a:path w="8697" h="1" fill="none" extrusionOk="0">
                  <a:moveTo>
                    <a:pt x="8696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1827376" y="3518870"/>
              <a:ext cx="705456" cy="73"/>
            </a:xfrm>
            <a:custGeom>
              <a:avLst/>
              <a:gdLst/>
              <a:ahLst/>
              <a:cxnLst/>
              <a:rect l="l" t="t" r="r" b="b"/>
              <a:pathLst>
                <a:path w="9641" h="1" fill="none" extrusionOk="0">
                  <a:moveTo>
                    <a:pt x="964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1837767" y="3622627"/>
              <a:ext cx="1053757" cy="59197"/>
            </a:xfrm>
            <a:custGeom>
              <a:avLst/>
              <a:gdLst/>
              <a:ahLst/>
              <a:cxnLst/>
              <a:rect l="l" t="t" r="r" b="b"/>
              <a:pathLst>
                <a:path w="14401" h="809" extrusionOk="0">
                  <a:moveTo>
                    <a:pt x="0" y="1"/>
                  </a:moveTo>
                  <a:lnTo>
                    <a:pt x="144" y="809"/>
                  </a:lnTo>
                  <a:lnTo>
                    <a:pt x="14401" y="809"/>
                  </a:lnTo>
                  <a:lnTo>
                    <a:pt x="14256" y="1"/>
                  </a:lnTo>
                  <a:close/>
                </a:path>
              </a:pathLst>
            </a:custGeom>
            <a:solidFill>
              <a:srgbClr val="956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2198725" y="3622627"/>
              <a:ext cx="692797" cy="59197"/>
            </a:xfrm>
            <a:custGeom>
              <a:avLst/>
              <a:gdLst/>
              <a:ahLst/>
              <a:cxnLst/>
              <a:rect l="l" t="t" r="r" b="b"/>
              <a:pathLst>
                <a:path w="9468" h="809" extrusionOk="0">
                  <a:moveTo>
                    <a:pt x="0" y="1"/>
                  </a:moveTo>
                  <a:lnTo>
                    <a:pt x="145" y="809"/>
                  </a:lnTo>
                  <a:lnTo>
                    <a:pt x="9468" y="809"/>
                  </a:lnTo>
                  <a:lnTo>
                    <a:pt x="9323" y="1"/>
                  </a:lnTo>
                  <a:close/>
                </a:path>
              </a:pathLst>
            </a:custGeom>
            <a:solidFill>
              <a:srgbClr val="573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2268604" y="3420307"/>
              <a:ext cx="435596" cy="988048"/>
            </a:xfrm>
            <a:custGeom>
              <a:avLst/>
              <a:gdLst/>
              <a:ahLst/>
              <a:cxnLst/>
              <a:rect l="l" t="t" r="r" b="b"/>
              <a:pathLst>
                <a:path w="5953" h="13503" extrusionOk="0">
                  <a:moveTo>
                    <a:pt x="3809" y="0"/>
                  </a:moveTo>
                  <a:cubicBezTo>
                    <a:pt x="3270" y="543"/>
                    <a:pt x="2925" y="1379"/>
                    <a:pt x="2443" y="2255"/>
                  </a:cubicBezTo>
                  <a:cubicBezTo>
                    <a:pt x="1" y="6676"/>
                    <a:pt x="1721" y="11324"/>
                    <a:pt x="1197" y="13130"/>
                  </a:cubicBezTo>
                  <a:lnTo>
                    <a:pt x="2096" y="13502"/>
                  </a:lnTo>
                  <a:lnTo>
                    <a:pt x="5376" y="3161"/>
                  </a:lnTo>
                  <a:lnTo>
                    <a:pt x="5639" y="2335"/>
                  </a:lnTo>
                  <a:cubicBezTo>
                    <a:pt x="5952" y="1345"/>
                    <a:pt x="5336" y="302"/>
                    <a:pt x="4317" y="101"/>
                  </a:cubicBezTo>
                  <a:lnTo>
                    <a:pt x="3809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2270360" y="4240198"/>
              <a:ext cx="260494" cy="363301"/>
            </a:xfrm>
            <a:custGeom>
              <a:avLst/>
              <a:gdLst/>
              <a:ahLst/>
              <a:cxnLst/>
              <a:rect l="l" t="t" r="r" b="b"/>
              <a:pathLst>
                <a:path w="3560" h="4965" extrusionOk="0">
                  <a:moveTo>
                    <a:pt x="2094" y="1"/>
                  </a:moveTo>
                  <a:cubicBezTo>
                    <a:pt x="187" y="703"/>
                    <a:pt x="1" y="1953"/>
                    <a:pt x="1" y="1953"/>
                  </a:cubicBezTo>
                  <a:cubicBezTo>
                    <a:pt x="1222" y="2815"/>
                    <a:pt x="1611" y="4964"/>
                    <a:pt x="1611" y="4964"/>
                  </a:cubicBezTo>
                  <a:lnTo>
                    <a:pt x="3559" y="4964"/>
                  </a:lnTo>
                  <a:lnTo>
                    <a:pt x="2416" y="4572"/>
                  </a:lnTo>
                  <a:lnTo>
                    <a:pt x="2094" y="1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2254409" y="4296394"/>
              <a:ext cx="276446" cy="307105"/>
            </a:xfrm>
            <a:custGeom>
              <a:avLst/>
              <a:gdLst/>
              <a:ahLst/>
              <a:cxnLst/>
              <a:rect l="l" t="t" r="r" b="b"/>
              <a:pathLst>
                <a:path w="3778" h="4197" extrusionOk="0">
                  <a:moveTo>
                    <a:pt x="978" y="1"/>
                  </a:moveTo>
                  <a:cubicBezTo>
                    <a:pt x="0" y="436"/>
                    <a:pt x="219" y="1185"/>
                    <a:pt x="219" y="1185"/>
                  </a:cubicBezTo>
                  <a:cubicBezTo>
                    <a:pt x="1360" y="2134"/>
                    <a:pt x="1829" y="4196"/>
                    <a:pt x="1829" y="4196"/>
                  </a:cubicBezTo>
                  <a:lnTo>
                    <a:pt x="3777" y="4196"/>
                  </a:lnTo>
                  <a:lnTo>
                    <a:pt x="2634" y="3804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2270360" y="4383102"/>
              <a:ext cx="31976" cy="220396"/>
            </a:xfrm>
            <a:custGeom>
              <a:avLst/>
              <a:gdLst/>
              <a:ahLst/>
              <a:cxnLst/>
              <a:rect l="l" t="t" r="r" b="b"/>
              <a:pathLst>
                <a:path w="437" h="3012" extrusionOk="0">
                  <a:moveTo>
                    <a:pt x="1" y="0"/>
                  </a:moveTo>
                  <a:lnTo>
                    <a:pt x="221" y="3011"/>
                  </a:lnTo>
                  <a:lnTo>
                    <a:pt x="381" y="3011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2581268" y="3460405"/>
              <a:ext cx="368570" cy="955121"/>
            </a:xfrm>
            <a:custGeom>
              <a:avLst/>
              <a:gdLst/>
              <a:ahLst/>
              <a:cxnLst/>
              <a:rect l="l" t="t" r="r" b="b"/>
              <a:pathLst>
                <a:path w="5037" h="13053" extrusionOk="0">
                  <a:moveTo>
                    <a:pt x="1247" y="0"/>
                  </a:moveTo>
                  <a:cubicBezTo>
                    <a:pt x="1083" y="0"/>
                    <a:pt x="914" y="24"/>
                    <a:pt x="747" y="74"/>
                  </a:cubicBezTo>
                  <a:lnTo>
                    <a:pt x="251" y="223"/>
                  </a:lnTo>
                  <a:cubicBezTo>
                    <a:pt x="30" y="953"/>
                    <a:pt x="114" y="1854"/>
                    <a:pt x="96" y="2854"/>
                  </a:cubicBezTo>
                  <a:cubicBezTo>
                    <a:pt x="1" y="7905"/>
                    <a:pt x="3692" y="11211"/>
                    <a:pt x="4071" y="13053"/>
                  </a:cubicBezTo>
                  <a:lnTo>
                    <a:pt x="5037" y="12998"/>
                  </a:lnTo>
                  <a:lnTo>
                    <a:pt x="3114" y="2286"/>
                  </a:lnTo>
                  <a:lnTo>
                    <a:pt x="2959" y="1432"/>
                  </a:lnTo>
                  <a:cubicBezTo>
                    <a:pt x="2805" y="582"/>
                    <a:pt x="2065" y="0"/>
                    <a:pt x="1247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2780150" y="4240198"/>
              <a:ext cx="281934" cy="363301"/>
            </a:xfrm>
            <a:custGeom>
              <a:avLst/>
              <a:gdLst/>
              <a:ahLst/>
              <a:cxnLst/>
              <a:rect l="l" t="t" r="r" b="b"/>
              <a:pathLst>
                <a:path w="3853" h="4965" extrusionOk="0">
                  <a:moveTo>
                    <a:pt x="1907" y="1"/>
                  </a:moveTo>
                  <a:cubicBezTo>
                    <a:pt x="0" y="703"/>
                    <a:pt x="295" y="1953"/>
                    <a:pt x="295" y="1953"/>
                  </a:cubicBezTo>
                  <a:cubicBezTo>
                    <a:pt x="1515" y="2815"/>
                    <a:pt x="1905" y="4964"/>
                    <a:pt x="1905" y="4964"/>
                  </a:cubicBezTo>
                  <a:lnTo>
                    <a:pt x="3853" y="4964"/>
                  </a:lnTo>
                  <a:lnTo>
                    <a:pt x="2710" y="4572"/>
                  </a:lnTo>
                  <a:lnTo>
                    <a:pt x="1907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2754174" y="4301662"/>
              <a:ext cx="307910" cy="301837"/>
            </a:xfrm>
            <a:custGeom>
              <a:avLst/>
              <a:gdLst/>
              <a:ahLst/>
              <a:cxnLst/>
              <a:rect l="l" t="t" r="r" b="b"/>
              <a:pathLst>
                <a:path w="4208" h="4125" extrusionOk="0">
                  <a:moveTo>
                    <a:pt x="978" y="1"/>
                  </a:moveTo>
                  <a:cubicBezTo>
                    <a:pt x="1" y="438"/>
                    <a:pt x="650" y="1113"/>
                    <a:pt x="650" y="1113"/>
                  </a:cubicBezTo>
                  <a:cubicBezTo>
                    <a:pt x="1791" y="2062"/>
                    <a:pt x="2260" y="4124"/>
                    <a:pt x="2260" y="4124"/>
                  </a:cubicBezTo>
                  <a:lnTo>
                    <a:pt x="4208" y="4124"/>
                  </a:lnTo>
                  <a:lnTo>
                    <a:pt x="3065" y="3732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2801736" y="4383102"/>
              <a:ext cx="31903" cy="220396"/>
            </a:xfrm>
            <a:custGeom>
              <a:avLst/>
              <a:gdLst/>
              <a:ahLst/>
              <a:cxnLst/>
              <a:rect l="l" t="t" r="r" b="b"/>
              <a:pathLst>
                <a:path w="436" h="3012" extrusionOk="0">
                  <a:moveTo>
                    <a:pt x="0" y="0"/>
                  </a:moveTo>
                  <a:lnTo>
                    <a:pt x="221" y="3011"/>
                  </a:lnTo>
                  <a:lnTo>
                    <a:pt x="380" y="3011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2343898" y="2645930"/>
              <a:ext cx="355472" cy="641650"/>
            </a:xfrm>
            <a:custGeom>
              <a:avLst/>
              <a:gdLst/>
              <a:ahLst/>
              <a:cxnLst/>
              <a:rect l="l" t="t" r="r" b="b"/>
              <a:pathLst>
                <a:path w="4858" h="8769" extrusionOk="0">
                  <a:moveTo>
                    <a:pt x="2881" y="1"/>
                  </a:moveTo>
                  <a:lnTo>
                    <a:pt x="1" y="1294"/>
                  </a:lnTo>
                  <a:lnTo>
                    <a:pt x="1933" y="7745"/>
                  </a:lnTo>
                  <a:cubicBezTo>
                    <a:pt x="2123" y="8381"/>
                    <a:pt x="2703" y="8769"/>
                    <a:pt x="3311" y="8769"/>
                  </a:cubicBezTo>
                  <a:cubicBezTo>
                    <a:pt x="3558" y="8769"/>
                    <a:pt x="3809" y="8705"/>
                    <a:pt x="4041" y="8568"/>
                  </a:cubicBezTo>
                  <a:cubicBezTo>
                    <a:pt x="4590" y="8241"/>
                    <a:pt x="4858" y="7589"/>
                    <a:pt x="4697" y="6971"/>
                  </a:cubicBezTo>
                  <a:lnTo>
                    <a:pt x="2881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2372655" y="2860177"/>
              <a:ext cx="181395" cy="473426"/>
            </a:xfrm>
            <a:custGeom>
              <a:avLst/>
              <a:gdLst/>
              <a:ahLst/>
              <a:cxnLst/>
              <a:rect l="l" t="t" r="r" b="b"/>
              <a:pathLst>
                <a:path w="2479" h="6470" extrusionOk="0">
                  <a:moveTo>
                    <a:pt x="1" y="0"/>
                  </a:moveTo>
                  <a:lnTo>
                    <a:pt x="1" y="6470"/>
                  </a:lnTo>
                  <a:lnTo>
                    <a:pt x="2478" y="6470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1936696" y="3091400"/>
              <a:ext cx="893290" cy="565111"/>
            </a:xfrm>
            <a:custGeom>
              <a:avLst/>
              <a:gdLst/>
              <a:ahLst/>
              <a:cxnLst/>
              <a:rect l="l" t="t" r="r" b="b"/>
              <a:pathLst>
                <a:path w="12208" h="7723" extrusionOk="0">
                  <a:moveTo>
                    <a:pt x="2505" y="0"/>
                  </a:moveTo>
                  <a:lnTo>
                    <a:pt x="2504" y="1"/>
                  </a:lnTo>
                  <a:lnTo>
                    <a:pt x="1068" y="2784"/>
                  </a:lnTo>
                  <a:cubicBezTo>
                    <a:pt x="1" y="4851"/>
                    <a:pt x="1502" y="7314"/>
                    <a:pt x="3828" y="7314"/>
                  </a:cubicBezTo>
                  <a:lnTo>
                    <a:pt x="5564" y="7314"/>
                  </a:lnTo>
                  <a:lnTo>
                    <a:pt x="6043" y="7722"/>
                  </a:lnTo>
                  <a:lnTo>
                    <a:pt x="12207" y="7722"/>
                  </a:lnTo>
                  <a:lnTo>
                    <a:pt x="12079" y="6377"/>
                  </a:lnTo>
                  <a:cubicBezTo>
                    <a:pt x="11951" y="5046"/>
                    <a:pt x="10969" y="3958"/>
                    <a:pt x="9659" y="3692"/>
                  </a:cubicBezTo>
                  <a:lnTo>
                    <a:pt x="7991" y="3258"/>
                  </a:lnTo>
                  <a:lnTo>
                    <a:pt x="7311" y="3082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2119918" y="3091400"/>
              <a:ext cx="408010" cy="290568"/>
            </a:xfrm>
            <a:custGeom>
              <a:avLst/>
              <a:gdLst/>
              <a:ahLst/>
              <a:cxnLst/>
              <a:rect l="l" t="t" r="r" b="b"/>
              <a:pathLst>
                <a:path w="5576" h="3971" extrusionOk="0">
                  <a:moveTo>
                    <a:pt x="0" y="0"/>
                  </a:moveTo>
                  <a:lnTo>
                    <a:pt x="0" y="1"/>
                  </a:lnTo>
                  <a:lnTo>
                    <a:pt x="939" y="2632"/>
                  </a:lnTo>
                  <a:lnTo>
                    <a:pt x="2835" y="3910"/>
                  </a:lnTo>
                  <a:lnTo>
                    <a:pt x="5575" y="3970"/>
                  </a:lnTo>
                  <a:lnTo>
                    <a:pt x="5487" y="3258"/>
                  </a:lnTo>
                  <a:lnTo>
                    <a:pt x="4807" y="3082"/>
                  </a:lnTo>
                  <a:lnTo>
                    <a:pt x="3882" y="0"/>
                  </a:ln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1936769" y="3091327"/>
              <a:ext cx="541330" cy="565184"/>
            </a:xfrm>
            <a:custGeom>
              <a:avLst/>
              <a:gdLst/>
              <a:ahLst/>
              <a:cxnLst/>
              <a:rect l="l" t="t" r="r" b="b"/>
              <a:pathLst>
                <a:path w="7398" h="7724" extrusionOk="0">
                  <a:moveTo>
                    <a:pt x="2503" y="0"/>
                  </a:moveTo>
                  <a:lnTo>
                    <a:pt x="1066" y="2786"/>
                  </a:lnTo>
                  <a:cubicBezTo>
                    <a:pt x="1" y="4853"/>
                    <a:pt x="1501" y="7315"/>
                    <a:pt x="3826" y="7315"/>
                  </a:cubicBezTo>
                  <a:lnTo>
                    <a:pt x="5562" y="7315"/>
                  </a:lnTo>
                  <a:lnTo>
                    <a:pt x="6041" y="7723"/>
                  </a:lnTo>
                  <a:lnTo>
                    <a:pt x="7397" y="7723"/>
                  </a:lnTo>
                  <a:lnTo>
                    <a:pt x="7086" y="6427"/>
                  </a:lnTo>
                  <a:lnTo>
                    <a:pt x="5350" y="6427"/>
                  </a:lnTo>
                  <a:cubicBezTo>
                    <a:pt x="3024" y="6427"/>
                    <a:pt x="1525" y="3965"/>
                    <a:pt x="2590" y="1898"/>
                  </a:cubicBezTo>
                  <a:lnTo>
                    <a:pt x="3569" y="0"/>
                  </a:ln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2159724" y="3343477"/>
              <a:ext cx="293934" cy="51806"/>
            </a:xfrm>
            <a:custGeom>
              <a:avLst/>
              <a:gdLst/>
              <a:ahLst/>
              <a:cxnLst/>
              <a:rect l="l" t="t" r="r" b="b"/>
              <a:pathLst>
                <a:path w="4017" h="708" fill="none" extrusionOk="0">
                  <a:moveTo>
                    <a:pt x="4016" y="1"/>
                  </a:moveTo>
                  <a:lnTo>
                    <a:pt x="0" y="707"/>
                  </a:ln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2061673" y="3230134"/>
              <a:ext cx="416425" cy="426376"/>
            </a:xfrm>
            <a:custGeom>
              <a:avLst/>
              <a:gdLst/>
              <a:ahLst/>
              <a:cxnLst/>
              <a:rect l="l" t="t" r="r" b="b"/>
              <a:pathLst>
                <a:path w="5691" h="5827" fill="none" extrusionOk="0">
                  <a:moveTo>
                    <a:pt x="883" y="1"/>
                  </a:moveTo>
                  <a:lnTo>
                    <a:pt x="718" y="456"/>
                  </a:lnTo>
                  <a:cubicBezTo>
                    <a:pt x="1" y="2438"/>
                    <a:pt x="1468" y="4530"/>
                    <a:pt x="3576" y="4530"/>
                  </a:cubicBezTo>
                  <a:lnTo>
                    <a:pt x="5379" y="4530"/>
                  </a:lnTo>
                  <a:lnTo>
                    <a:pt x="5690" y="5826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2453583" y="3373916"/>
              <a:ext cx="189956" cy="165004"/>
            </a:xfrm>
            <a:custGeom>
              <a:avLst/>
              <a:gdLst/>
              <a:ahLst/>
              <a:cxnLst/>
              <a:rect l="l" t="t" r="r" b="b"/>
              <a:pathLst>
                <a:path w="2596" h="2255" fill="none" extrusionOk="0">
                  <a:moveTo>
                    <a:pt x="2595" y="2254"/>
                  </a:moveTo>
                  <a:lnTo>
                    <a:pt x="2595" y="2254"/>
                  </a:lnTo>
                  <a:cubicBezTo>
                    <a:pt x="2595" y="1250"/>
                    <a:pt x="1888" y="385"/>
                    <a:pt x="903" y="184"/>
                  </a:cubicBezTo>
                  <a:lnTo>
                    <a:pt x="0" y="1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2343825" y="3524577"/>
              <a:ext cx="166541" cy="102076"/>
            </a:xfrm>
            <a:custGeom>
              <a:avLst/>
              <a:gdLst/>
              <a:ahLst/>
              <a:cxnLst/>
              <a:rect l="l" t="t" r="r" b="b"/>
              <a:pathLst>
                <a:path w="2276" h="1395" fill="none" extrusionOk="0">
                  <a:moveTo>
                    <a:pt x="0" y="1394"/>
                  </a:moveTo>
                  <a:lnTo>
                    <a:pt x="2275" y="1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463;p20"/>
            <p:cNvSpPr/>
            <p:nvPr/>
          </p:nvSpPr>
          <p:spPr>
            <a:xfrm>
              <a:off x="1987477" y="2565587"/>
              <a:ext cx="550257" cy="562916"/>
            </a:xfrm>
            <a:custGeom>
              <a:avLst/>
              <a:gdLst/>
              <a:ahLst/>
              <a:cxnLst/>
              <a:rect l="l" t="t" r="r" b="b"/>
              <a:pathLst>
                <a:path w="7520" h="7693" extrusionOk="0">
                  <a:moveTo>
                    <a:pt x="4977" y="0"/>
                  </a:moveTo>
                  <a:lnTo>
                    <a:pt x="2602" y="398"/>
                  </a:lnTo>
                  <a:cubicBezTo>
                    <a:pt x="2564" y="406"/>
                    <a:pt x="2520" y="413"/>
                    <a:pt x="2478" y="423"/>
                  </a:cubicBezTo>
                  <a:cubicBezTo>
                    <a:pt x="889" y="766"/>
                    <a:pt x="1" y="2514"/>
                    <a:pt x="712" y="4002"/>
                  </a:cubicBezTo>
                  <a:cubicBezTo>
                    <a:pt x="889" y="4374"/>
                    <a:pt x="1093" y="4709"/>
                    <a:pt x="1320" y="5015"/>
                  </a:cubicBezTo>
                  <a:cubicBezTo>
                    <a:pt x="1379" y="5095"/>
                    <a:pt x="1439" y="5173"/>
                    <a:pt x="1502" y="5251"/>
                  </a:cubicBezTo>
                  <a:cubicBezTo>
                    <a:pt x="2407" y="6369"/>
                    <a:pt x="3581" y="7071"/>
                    <a:pt x="4581" y="7693"/>
                  </a:cubicBezTo>
                  <a:lnTo>
                    <a:pt x="5496" y="5852"/>
                  </a:lnTo>
                  <a:lnTo>
                    <a:pt x="5865" y="5107"/>
                  </a:lnTo>
                  <a:lnTo>
                    <a:pt x="5920" y="4999"/>
                  </a:lnTo>
                  <a:lnTo>
                    <a:pt x="6948" y="2931"/>
                  </a:lnTo>
                  <a:lnTo>
                    <a:pt x="7519" y="1780"/>
                  </a:lnTo>
                  <a:cubicBezTo>
                    <a:pt x="7516" y="1028"/>
                    <a:pt x="7117" y="569"/>
                    <a:pt x="6280" y="291"/>
                  </a:cubicBezTo>
                  <a:cubicBezTo>
                    <a:pt x="6227" y="272"/>
                    <a:pt x="6173" y="256"/>
                    <a:pt x="6114" y="246"/>
                  </a:cubicBezTo>
                  <a:lnTo>
                    <a:pt x="4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20"/>
            <p:cNvSpPr/>
            <p:nvPr/>
          </p:nvSpPr>
          <p:spPr>
            <a:xfrm>
              <a:off x="2168724" y="2549269"/>
              <a:ext cx="309373" cy="217322"/>
            </a:xfrm>
            <a:custGeom>
              <a:avLst/>
              <a:gdLst/>
              <a:ahLst/>
              <a:cxnLst/>
              <a:rect l="l" t="t" r="r" b="b"/>
              <a:pathLst>
                <a:path w="4228" h="2970" extrusionOk="0">
                  <a:moveTo>
                    <a:pt x="2746" y="0"/>
                  </a:moveTo>
                  <a:lnTo>
                    <a:pt x="1" y="646"/>
                  </a:lnTo>
                  <a:lnTo>
                    <a:pt x="876" y="2969"/>
                  </a:lnTo>
                  <a:cubicBezTo>
                    <a:pt x="1373" y="2651"/>
                    <a:pt x="2435" y="2428"/>
                    <a:pt x="3284" y="2354"/>
                  </a:cubicBezTo>
                  <a:cubicBezTo>
                    <a:pt x="3483" y="2336"/>
                    <a:pt x="3670" y="2327"/>
                    <a:pt x="3835" y="2327"/>
                  </a:cubicBezTo>
                  <a:cubicBezTo>
                    <a:pt x="3901" y="2327"/>
                    <a:pt x="3963" y="2328"/>
                    <a:pt x="4021" y="2331"/>
                  </a:cubicBezTo>
                  <a:cubicBezTo>
                    <a:pt x="4097" y="2334"/>
                    <a:pt x="4167" y="2342"/>
                    <a:pt x="4227" y="2350"/>
                  </a:cubicBezTo>
                  <a:lnTo>
                    <a:pt x="2746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2369582" y="2549269"/>
              <a:ext cx="93441" cy="172321"/>
            </a:xfrm>
            <a:custGeom>
              <a:avLst/>
              <a:gdLst/>
              <a:ahLst/>
              <a:cxnLst/>
              <a:rect l="l" t="t" r="r" b="b"/>
              <a:pathLst>
                <a:path w="1277" h="2355" extrusionOk="0">
                  <a:moveTo>
                    <a:pt x="1" y="0"/>
                  </a:moveTo>
                  <a:lnTo>
                    <a:pt x="539" y="2354"/>
                  </a:lnTo>
                  <a:cubicBezTo>
                    <a:pt x="737" y="2336"/>
                    <a:pt x="924" y="2327"/>
                    <a:pt x="1090" y="2327"/>
                  </a:cubicBezTo>
                  <a:cubicBezTo>
                    <a:pt x="1156" y="2327"/>
                    <a:pt x="1218" y="2328"/>
                    <a:pt x="1276" y="233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2052966" y="2937300"/>
              <a:ext cx="436401" cy="227932"/>
            </a:xfrm>
            <a:custGeom>
              <a:avLst/>
              <a:gdLst/>
              <a:ahLst/>
              <a:cxnLst/>
              <a:rect l="l" t="t" r="r" b="b"/>
              <a:pathLst>
                <a:path w="5964" h="3115" extrusionOk="0">
                  <a:moveTo>
                    <a:pt x="5786" y="0"/>
                  </a:moveTo>
                  <a:lnTo>
                    <a:pt x="4970" y="27"/>
                  </a:lnTo>
                  <a:lnTo>
                    <a:pt x="4340" y="48"/>
                  </a:lnTo>
                  <a:lnTo>
                    <a:pt x="3718" y="69"/>
                  </a:lnTo>
                  <a:lnTo>
                    <a:pt x="2686" y="102"/>
                  </a:lnTo>
                  <a:lnTo>
                    <a:pt x="607" y="171"/>
                  </a:lnTo>
                  <a:lnTo>
                    <a:pt x="392" y="178"/>
                  </a:lnTo>
                  <a:lnTo>
                    <a:pt x="65" y="2307"/>
                  </a:lnTo>
                  <a:cubicBezTo>
                    <a:pt x="1" y="2733"/>
                    <a:pt x="329" y="3114"/>
                    <a:pt x="759" y="3114"/>
                  </a:cubicBezTo>
                  <a:cubicBezTo>
                    <a:pt x="761" y="3114"/>
                    <a:pt x="762" y="3114"/>
                    <a:pt x="763" y="3114"/>
                  </a:cubicBezTo>
                  <a:lnTo>
                    <a:pt x="4784" y="3100"/>
                  </a:lnTo>
                  <a:cubicBezTo>
                    <a:pt x="5443" y="3095"/>
                    <a:pt x="5963" y="2535"/>
                    <a:pt x="5919" y="1875"/>
                  </a:cubicBezTo>
                  <a:lnTo>
                    <a:pt x="5855" y="952"/>
                  </a:lnTo>
                  <a:lnTo>
                    <a:pt x="5786" y="0"/>
                  </a:lnTo>
                  <a:close/>
                </a:path>
              </a:pathLst>
            </a:custGeom>
            <a:solidFill>
              <a:srgbClr val="ECCE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2365630" y="2766517"/>
              <a:ext cx="189151" cy="264738"/>
            </a:xfrm>
            <a:custGeom>
              <a:avLst/>
              <a:gdLst/>
              <a:ahLst/>
              <a:cxnLst/>
              <a:rect l="l" t="t" r="r" b="b"/>
              <a:pathLst>
                <a:path w="2585" h="3618" extrusionOk="0">
                  <a:moveTo>
                    <a:pt x="1678" y="0"/>
                  </a:moveTo>
                  <a:lnTo>
                    <a:pt x="21" y="2176"/>
                  </a:lnTo>
                  <a:lnTo>
                    <a:pt x="1" y="2201"/>
                  </a:lnTo>
                  <a:lnTo>
                    <a:pt x="16" y="2241"/>
                  </a:lnTo>
                  <a:lnTo>
                    <a:pt x="55" y="2349"/>
                  </a:lnTo>
                  <a:lnTo>
                    <a:pt x="67" y="2382"/>
                  </a:lnTo>
                  <a:lnTo>
                    <a:pt x="328" y="3106"/>
                  </a:lnTo>
                  <a:lnTo>
                    <a:pt x="505" y="3599"/>
                  </a:lnTo>
                  <a:cubicBezTo>
                    <a:pt x="564" y="3612"/>
                    <a:pt x="626" y="3618"/>
                    <a:pt x="688" y="3618"/>
                  </a:cubicBezTo>
                  <a:cubicBezTo>
                    <a:pt x="975" y="3618"/>
                    <a:pt x="1291" y="3488"/>
                    <a:pt x="1582" y="3286"/>
                  </a:cubicBezTo>
                  <a:cubicBezTo>
                    <a:pt x="1604" y="3271"/>
                    <a:pt x="1624" y="3255"/>
                    <a:pt x="1647" y="3239"/>
                  </a:cubicBezTo>
                  <a:cubicBezTo>
                    <a:pt x="1650" y="3234"/>
                    <a:pt x="1654" y="3232"/>
                    <a:pt x="1658" y="3228"/>
                  </a:cubicBezTo>
                  <a:cubicBezTo>
                    <a:pt x="1670" y="3219"/>
                    <a:pt x="1681" y="3210"/>
                    <a:pt x="1693" y="3201"/>
                  </a:cubicBezTo>
                  <a:cubicBezTo>
                    <a:pt x="1792" y="3126"/>
                    <a:pt x="1887" y="3040"/>
                    <a:pt x="1974" y="2947"/>
                  </a:cubicBezTo>
                  <a:cubicBezTo>
                    <a:pt x="1976" y="2945"/>
                    <a:pt x="1979" y="2943"/>
                    <a:pt x="1981" y="2940"/>
                  </a:cubicBezTo>
                  <a:cubicBezTo>
                    <a:pt x="2229" y="2682"/>
                    <a:pt x="2429" y="2379"/>
                    <a:pt x="2524" y="2081"/>
                  </a:cubicBezTo>
                  <a:cubicBezTo>
                    <a:pt x="2546" y="2011"/>
                    <a:pt x="2562" y="1941"/>
                    <a:pt x="2572" y="1874"/>
                  </a:cubicBezTo>
                  <a:cubicBezTo>
                    <a:pt x="2580" y="1820"/>
                    <a:pt x="2584" y="1767"/>
                    <a:pt x="2584" y="1716"/>
                  </a:cubicBezTo>
                  <a:cubicBezTo>
                    <a:pt x="2584" y="1300"/>
                    <a:pt x="2111" y="751"/>
                    <a:pt x="1780" y="185"/>
                  </a:cubicBezTo>
                  <a:cubicBezTo>
                    <a:pt x="1744" y="122"/>
                    <a:pt x="1710" y="63"/>
                    <a:pt x="1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2053039" y="2752102"/>
              <a:ext cx="497280" cy="413132"/>
            </a:xfrm>
            <a:custGeom>
              <a:avLst/>
              <a:gdLst/>
              <a:ahLst/>
              <a:cxnLst/>
              <a:rect l="l" t="t" r="r" b="b"/>
              <a:pathLst>
                <a:path w="6796" h="5646" extrusionOk="0">
                  <a:moveTo>
                    <a:pt x="2864" y="0"/>
                  </a:moveTo>
                  <a:lnTo>
                    <a:pt x="762" y="2888"/>
                  </a:lnTo>
                  <a:lnTo>
                    <a:pt x="64" y="4838"/>
                  </a:lnTo>
                  <a:cubicBezTo>
                    <a:pt x="1" y="5264"/>
                    <a:pt x="329" y="5645"/>
                    <a:pt x="760" y="5645"/>
                  </a:cubicBezTo>
                  <a:cubicBezTo>
                    <a:pt x="761" y="5645"/>
                    <a:pt x="761" y="5645"/>
                    <a:pt x="762" y="5645"/>
                  </a:cubicBezTo>
                  <a:lnTo>
                    <a:pt x="4782" y="5631"/>
                  </a:lnTo>
                  <a:cubicBezTo>
                    <a:pt x="5442" y="5626"/>
                    <a:pt x="5962" y="5067"/>
                    <a:pt x="5918" y="4406"/>
                  </a:cubicBezTo>
                  <a:lnTo>
                    <a:pt x="5854" y="3483"/>
                  </a:lnTo>
                  <a:cubicBezTo>
                    <a:pt x="5876" y="3468"/>
                    <a:pt x="5896" y="3452"/>
                    <a:pt x="5919" y="3436"/>
                  </a:cubicBezTo>
                  <a:cubicBezTo>
                    <a:pt x="5922" y="3431"/>
                    <a:pt x="5926" y="3429"/>
                    <a:pt x="5930" y="3425"/>
                  </a:cubicBezTo>
                  <a:cubicBezTo>
                    <a:pt x="5942" y="3416"/>
                    <a:pt x="5953" y="3407"/>
                    <a:pt x="5965" y="3398"/>
                  </a:cubicBezTo>
                  <a:cubicBezTo>
                    <a:pt x="6047" y="3331"/>
                    <a:pt x="6144" y="3243"/>
                    <a:pt x="6246" y="3144"/>
                  </a:cubicBezTo>
                  <a:cubicBezTo>
                    <a:pt x="6248" y="3142"/>
                    <a:pt x="6251" y="3140"/>
                    <a:pt x="6253" y="3137"/>
                  </a:cubicBezTo>
                  <a:cubicBezTo>
                    <a:pt x="6501" y="2879"/>
                    <a:pt x="6701" y="2576"/>
                    <a:pt x="6796" y="2278"/>
                  </a:cubicBezTo>
                  <a:cubicBezTo>
                    <a:pt x="6547" y="2230"/>
                    <a:pt x="6284" y="2209"/>
                    <a:pt x="6018" y="2209"/>
                  </a:cubicBezTo>
                  <a:cubicBezTo>
                    <a:pt x="5412" y="2209"/>
                    <a:pt x="4791" y="2315"/>
                    <a:pt x="4288" y="2438"/>
                  </a:cubicBezTo>
                  <a:cubicBezTo>
                    <a:pt x="4072" y="2491"/>
                    <a:pt x="3880" y="2547"/>
                    <a:pt x="3717" y="2600"/>
                  </a:cubicBezTo>
                  <a:cubicBezTo>
                    <a:pt x="3609" y="825"/>
                    <a:pt x="2864" y="0"/>
                    <a:pt x="2864" y="0"/>
                  </a:cubicBezTo>
                  <a:close/>
                </a:path>
              </a:pathLst>
            </a:custGeom>
            <a:solidFill>
              <a:srgbClr val="ECE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2143626" y="2084043"/>
              <a:ext cx="121247" cy="112466"/>
            </a:xfrm>
            <a:custGeom>
              <a:avLst/>
              <a:gdLst/>
              <a:ahLst/>
              <a:cxnLst/>
              <a:rect l="l" t="t" r="r" b="b"/>
              <a:pathLst>
                <a:path w="1657" h="1537" extrusionOk="0">
                  <a:moveTo>
                    <a:pt x="826" y="0"/>
                  </a:moveTo>
                  <a:cubicBezTo>
                    <a:pt x="459" y="0"/>
                    <a:pt x="134" y="266"/>
                    <a:pt x="71" y="641"/>
                  </a:cubicBezTo>
                  <a:cubicBezTo>
                    <a:pt x="1" y="1060"/>
                    <a:pt x="282" y="1456"/>
                    <a:pt x="702" y="1526"/>
                  </a:cubicBezTo>
                  <a:cubicBezTo>
                    <a:pt x="745" y="1533"/>
                    <a:pt x="788" y="1537"/>
                    <a:pt x="831" y="1537"/>
                  </a:cubicBezTo>
                  <a:cubicBezTo>
                    <a:pt x="1199" y="1537"/>
                    <a:pt x="1523" y="1271"/>
                    <a:pt x="1586" y="896"/>
                  </a:cubicBezTo>
                  <a:cubicBezTo>
                    <a:pt x="1656" y="478"/>
                    <a:pt x="1375" y="81"/>
                    <a:pt x="955" y="11"/>
                  </a:cubicBezTo>
                  <a:cubicBezTo>
                    <a:pt x="912" y="4"/>
                    <a:pt x="869" y="0"/>
                    <a:pt x="826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2058820" y="2115360"/>
              <a:ext cx="142686" cy="132515"/>
            </a:xfrm>
            <a:custGeom>
              <a:avLst/>
              <a:gdLst/>
              <a:ahLst/>
              <a:cxnLst/>
              <a:rect l="l" t="t" r="r" b="b"/>
              <a:pathLst>
                <a:path w="1950" h="1811" extrusionOk="0">
                  <a:moveTo>
                    <a:pt x="975" y="1"/>
                  </a:moveTo>
                  <a:cubicBezTo>
                    <a:pt x="541" y="1"/>
                    <a:pt x="157" y="314"/>
                    <a:pt x="83" y="756"/>
                  </a:cubicBezTo>
                  <a:cubicBezTo>
                    <a:pt x="1" y="1249"/>
                    <a:pt x="332" y="1715"/>
                    <a:pt x="825" y="1798"/>
                  </a:cubicBezTo>
                  <a:cubicBezTo>
                    <a:pt x="876" y="1806"/>
                    <a:pt x="927" y="1811"/>
                    <a:pt x="977" y="1811"/>
                  </a:cubicBezTo>
                  <a:cubicBezTo>
                    <a:pt x="1410" y="1811"/>
                    <a:pt x="1793" y="1497"/>
                    <a:pt x="1867" y="1056"/>
                  </a:cubicBezTo>
                  <a:cubicBezTo>
                    <a:pt x="1950" y="563"/>
                    <a:pt x="1618" y="97"/>
                    <a:pt x="1126" y="13"/>
                  </a:cubicBezTo>
                  <a:cubicBezTo>
                    <a:pt x="1075" y="5"/>
                    <a:pt x="1025" y="1"/>
                    <a:pt x="975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2146773" y="2156703"/>
              <a:ext cx="141150" cy="88173"/>
            </a:xfrm>
            <a:custGeom>
              <a:avLst/>
              <a:gdLst/>
              <a:ahLst/>
              <a:cxnLst/>
              <a:rect l="l" t="t" r="r" b="b"/>
              <a:pathLst>
                <a:path w="1929" h="1205" extrusionOk="0">
                  <a:moveTo>
                    <a:pt x="1180" y="0"/>
                  </a:moveTo>
                  <a:cubicBezTo>
                    <a:pt x="1156" y="0"/>
                    <a:pt x="1133" y="1"/>
                    <a:pt x="1109" y="3"/>
                  </a:cubicBezTo>
                  <a:cubicBezTo>
                    <a:pt x="815" y="21"/>
                    <a:pt x="531" y="154"/>
                    <a:pt x="328" y="367"/>
                  </a:cubicBezTo>
                  <a:cubicBezTo>
                    <a:pt x="119" y="588"/>
                    <a:pt x="0" y="917"/>
                    <a:pt x="101" y="1204"/>
                  </a:cubicBezTo>
                  <a:lnTo>
                    <a:pt x="1929" y="268"/>
                  </a:lnTo>
                  <a:cubicBezTo>
                    <a:pt x="1720" y="95"/>
                    <a:pt x="1450" y="0"/>
                    <a:pt x="1180" y="0"/>
                  </a:cubicBezTo>
                  <a:close/>
                </a:path>
              </a:pathLst>
            </a:custGeom>
            <a:solidFill>
              <a:srgbClr val="E7C0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2193822" y="2403218"/>
              <a:ext cx="175834" cy="201590"/>
            </a:xfrm>
            <a:custGeom>
              <a:avLst/>
              <a:gdLst/>
              <a:ahLst/>
              <a:cxnLst/>
              <a:rect l="l" t="t" r="r" b="b"/>
              <a:pathLst>
                <a:path w="2403" h="2755" extrusionOk="0">
                  <a:moveTo>
                    <a:pt x="119" y="0"/>
                  </a:moveTo>
                  <a:lnTo>
                    <a:pt x="1" y="2574"/>
                  </a:lnTo>
                  <a:lnTo>
                    <a:pt x="2403" y="2754"/>
                  </a:lnTo>
                  <a:lnTo>
                    <a:pt x="2403" y="4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2078796" y="2087994"/>
              <a:ext cx="379546" cy="364106"/>
            </a:xfrm>
            <a:custGeom>
              <a:avLst/>
              <a:gdLst/>
              <a:ahLst/>
              <a:cxnLst/>
              <a:rect l="l" t="t" r="r" b="b"/>
              <a:pathLst>
                <a:path w="5187" h="4976" extrusionOk="0">
                  <a:moveTo>
                    <a:pt x="3685" y="1"/>
                  </a:moveTo>
                  <a:cubicBezTo>
                    <a:pt x="3242" y="1"/>
                    <a:pt x="2689" y="315"/>
                    <a:pt x="2300" y="1119"/>
                  </a:cubicBezTo>
                  <a:cubicBezTo>
                    <a:pt x="1295" y="1150"/>
                    <a:pt x="1172" y="2000"/>
                    <a:pt x="1172" y="2000"/>
                  </a:cubicBezTo>
                  <a:cubicBezTo>
                    <a:pt x="18" y="2123"/>
                    <a:pt x="1" y="3334"/>
                    <a:pt x="1123" y="3630"/>
                  </a:cubicBezTo>
                  <a:cubicBezTo>
                    <a:pt x="563" y="3893"/>
                    <a:pt x="675" y="4529"/>
                    <a:pt x="1202" y="4884"/>
                  </a:cubicBezTo>
                  <a:cubicBezTo>
                    <a:pt x="1293" y="4946"/>
                    <a:pt x="1397" y="4976"/>
                    <a:pt x="1501" y="4976"/>
                  </a:cubicBezTo>
                  <a:cubicBezTo>
                    <a:pt x="1654" y="4976"/>
                    <a:pt x="1806" y="4910"/>
                    <a:pt x="1912" y="4785"/>
                  </a:cubicBezTo>
                  <a:lnTo>
                    <a:pt x="5014" y="1103"/>
                  </a:lnTo>
                  <a:cubicBezTo>
                    <a:pt x="5187" y="737"/>
                    <a:pt x="5081" y="614"/>
                    <a:pt x="4890" y="614"/>
                  </a:cubicBezTo>
                  <a:cubicBezTo>
                    <a:pt x="4750" y="614"/>
                    <a:pt x="4563" y="681"/>
                    <a:pt x="4408" y="767"/>
                  </a:cubicBezTo>
                  <a:cubicBezTo>
                    <a:pt x="4459" y="314"/>
                    <a:pt x="4127" y="1"/>
                    <a:pt x="3685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2231652" y="2406219"/>
              <a:ext cx="138003" cy="143125"/>
            </a:xfrm>
            <a:custGeom>
              <a:avLst/>
              <a:gdLst/>
              <a:ahLst/>
              <a:cxnLst/>
              <a:rect l="l" t="t" r="r" b="b"/>
              <a:pathLst>
                <a:path w="1886" h="1956" extrusionOk="0">
                  <a:moveTo>
                    <a:pt x="35" y="0"/>
                  </a:moveTo>
                  <a:lnTo>
                    <a:pt x="18" y="713"/>
                  </a:lnTo>
                  <a:cubicBezTo>
                    <a:pt x="0" y="1372"/>
                    <a:pt x="524" y="1922"/>
                    <a:pt x="1184" y="1938"/>
                  </a:cubicBezTo>
                  <a:lnTo>
                    <a:pt x="1886" y="1955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2202310" y="2150776"/>
              <a:ext cx="301544" cy="340325"/>
            </a:xfrm>
            <a:custGeom>
              <a:avLst/>
              <a:gdLst/>
              <a:ahLst/>
              <a:cxnLst/>
              <a:rect l="l" t="t" r="r" b="b"/>
              <a:pathLst>
                <a:path w="4121" h="4651" extrusionOk="0">
                  <a:moveTo>
                    <a:pt x="2266" y="0"/>
                  </a:moveTo>
                  <a:cubicBezTo>
                    <a:pt x="2119" y="0"/>
                    <a:pt x="1965" y="9"/>
                    <a:pt x="1806" y="23"/>
                  </a:cubicBezTo>
                  <a:cubicBezTo>
                    <a:pt x="1378" y="63"/>
                    <a:pt x="992" y="244"/>
                    <a:pt x="688" y="515"/>
                  </a:cubicBezTo>
                  <a:cubicBezTo>
                    <a:pt x="456" y="720"/>
                    <a:pt x="273" y="980"/>
                    <a:pt x="153" y="1270"/>
                  </a:cubicBezTo>
                  <a:cubicBezTo>
                    <a:pt x="83" y="1444"/>
                    <a:pt x="35" y="1628"/>
                    <a:pt x="15" y="1821"/>
                  </a:cubicBezTo>
                  <a:cubicBezTo>
                    <a:pt x="4" y="1915"/>
                    <a:pt x="0" y="2011"/>
                    <a:pt x="3" y="2109"/>
                  </a:cubicBezTo>
                  <a:lnTo>
                    <a:pt x="92" y="4651"/>
                  </a:lnTo>
                  <a:lnTo>
                    <a:pt x="2540" y="4566"/>
                  </a:lnTo>
                  <a:cubicBezTo>
                    <a:pt x="3426" y="4535"/>
                    <a:pt x="4120" y="3791"/>
                    <a:pt x="4089" y="2905"/>
                  </a:cubicBezTo>
                  <a:lnTo>
                    <a:pt x="4056" y="1969"/>
                  </a:lnTo>
                  <a:cubicBezTo>
                    <a:pt x="4053" y="1870"/>
                    <a:pt x="4033" y="1776"/>
                    <a:pt x="4025" y="1682"/>
                  </a:cubicBezTo>
                  <a:cubicBezTo>
                    <a:pt x="3960" y="924"/>
                    <a:pt x="3710" y="483"/>
                    <a:pt x="3326" y="245"/>
                  </a:cubicBezTo>
                  <a:cubicBezTo>
                    <a:pt x="3040" y="66"/>
                    <a:pt x="2679" y="0"/>
                    <a:pt x="2266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2160383" y="2188166"/>
              <a:ext cx="143784" cy="168297"/>
            </a:xfrm>
            <a:custGeom>
              <a:avLst/>
              <a:gdLst/>
              <a:ahLst/>
              <a:cxnLst/>
              <a:rect l="l" t="t" r="r" b="b"/>
              <a:pathLst>
                <a:path w="1965" h="2300" extrusionOk="0">
                  <a:moveTo>
                    <a:pt x="912" y="0"/>
                  </a:moveTo>
                  <a:cubicBezTo>
                    <a:pt x="663" y="0"/>
                    <a:pt x="1" y="185"/>
                    <a:pt x="284" y="2226"/>
                  </a:cubicBezTo>
                  <a:lnTo>
                    <a:pt x="992" y="2299"/>
                  </a:lnTo>
                  <a:cubicBezTo>
                    <a:pt x="1964" y="2070"/>
                    <a:pt x="1003" y="9"/>
                    <a:pt x="1003" y="9"/>
                  </a:cubicBezTo>
                  <a:cubicBezTo>
                    <a:pt x="1003" y="9"/>
                    <a:pt x="968" y="0"/>
                    <a:pt x="912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2128480" y="2315485"/>
              <a:ext cx="128564" cy="124613"/>
            </a:xfrm>
            <a:custGeom>
              <a:avLst/>
              <a:gdLst/>
              <a:ahLst/>
              <a:cxnLst/>
              <a:rect l="l" t="t" r="r" b="b"/>
              <a:pathLst>
                <a:path w="1757" h="1703" extrusionOk="0">
                  <a:moveTo>
                    <a:pt x="774" y="0"/>
                  </a:moveTo>
                  <a:cubicBezTo>
                    <a:pt x="653" y="0"/>
                    <a:pt x="541" y="38"/>
                    <a:pt x="438" y="97"/>
                  </a:cubicBezTo>
                  <a:cubicBezTo>
                    <a:pt x="1" y="346"/>
                    <a:pt x="11" y="1195"/>
                    <a:pt x="527" y="1567"/>
                  </a:cubicBezTo>
                  <a:cubicBezTo>
                    <a:pt x="656" y="1661"/>
                    <a:pt x="800" y="1703"/>
                    <a:pt x="944" y="1703"/>
                  </a:cubicBezTo>
                  <a:cubicBezTo>
                    <a:pt x="1300" y="1703"/>
                    <a:pt x="1647" y="1440"/>
                    <a:pt x="1719" y="1050"/>
                  </a:cubicBezTo>
                  <a:lnTo>
                    <a:pt x="1757" y="848"/>
                  </a:lnTo>
                  <a:cubicBezTo>
                    <a:pt x="1388" y="212"/>
                    <a:pt x="1059" y="0"/>
                    <a:pt x="774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2403533" y="2288631"/>
              <a:ext cx="54514" cy="107637"/>
            </a:xfrm>
            <a:custGeom>
              <a:avLst/>
              <a:gdLst/>
              <a:ahLst/>
              <a:cxnLst/>
              <a:rect l="l" t="t" r="r" b="b"/>
              <a:pathLst>
                <a:path w="745" h="1471" extrusionOk="0">
                  <a:moveTo>
                    <a:pt x="153" y="0"/>
                  </a:moveTo>
                  <a:lnTo>
                    <a:pt x="1" y="68"/>
                  </a:lnTo>
                  <a:cubicBezTo>
                    <a:pt x="131" y="365"/>
                    <a:pt x="291" y="559"/>
                    <a:pt x="444" y="726"/>
                  </a:cubicBezTo>
                  <a:cubicBezTo>
                    <a:pt x="568" y="860"/>
                    <a:pt x="549" y="1019"/>
                    <a:pt x="492" y="1124"/>
                  </a:cubicBezTo>
                  <a:cubicBezTo>
                    <a:pt x="441" y="1217"/>
                    <a:pt x="339" y="1305"/>
                    <a:pt x="193" y="1305"/>
                  </a:cubicBezTo>
                  <a:cubicBezTo>
                    <a:pt x="172" y="1305"/>
                    <a:pt x="150" y="1303"/>
                    <a:pt x="126" y="1299"/>
                  </a:cubicBezTo>
                  <a:lnTo>
                    <a:pt x="98" y="1462"/>
                  </a:lnTo>
                  <a:cubicBezTo>
                    <a:pt x="129" y="1468"/>
                    <a:pt x="160" y="1471"/>
                    <a:pt x="192" y="1471"/>
                  </a:cubicBezTo>
                  <a:cubicBezTo>
                    <a:pt x="198" y="1471"/>
                    <a:pt x="204" y="1470"/>
                    <a:pt x="210" y="1470"/>
                  </a:cubicBezTo>
                  <a:cubicBezTo>
                    <a:pt x="387" y="1465"/>
                    <a:pt x="548" y="1366"/>
                    <a:pt x="637" y="1204"/>
                  </a:cubicBezTo>
                  <a:cubicBezTo>
                    <a:pt x="745" y="1008"/>
                    <a:pt x="717" y="777"/>
                    <a:pt x="567" y="614"/>
                  </a:cubicBezTo>
                  <a:cubicBezTo>
                    <a:pt x="423" y="457"/>
                    <a:pt x="273" y="276"/>
                    <a:pt x="153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2181529" y="2370584"/>
              <a:ext cx="37318" cy="35708"/>
            </a:xfrm>
            <a:custGeom>
              <a:avLst/>
              <a:gdLst/>
              <a:ahLst/>
              <a:cxnLst/>
              <a:rect l="l" t="t" r="r" b="b"/>
              <a:pathLst>
                <a:path w="510" h="488" extrusionOk="0">
                  <a:moveTo>
                    <a:pt x="113" y="0"/>
                  </a:moveTo>
                  <a:lnTo>
                    <a:pt x="1" y="123"/>
                  </a:lnTo>
                  <a:lnTo>
                    <a:pt x="397" y="487"/>
                  </a:lnTo>
                  <a:lnTo>
                    <a:pt x="509" y="36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2425485" y="2229216"/>
              <a:ext cx="73392" cy="23635"/>
            </a:xfrm>
            <a:custGeom>
              <a:avLst/>
              <a:gdLst/>
              <a:ahLst/>
              <a:cxnLst/>
              <a:rect l="l" t="t" r="r" b="b"/>
              <a:pathLst>
                <a:path w="1003" h="323" extrusionOk="0">
                  <a:moveTo>
                    <a:pt x="398" y="1"/>
                  </a:moveTo>
                  <a:cubicBezTo>
                    <a:pt x="387" y="1"/>
                    <a:pt x="375" y="1"/>
                    <a:pt x="364" y="2"/>
                  </a:cubicBezTo>
                  <a:cubicBezTo>
                    <a:pt x="0" y="24"/>
                    <a:pt x="2" y="277"/>
                    <a:pt x="471" y="318"/>
                  </a:cubicBezTo>
                  <a:cubicBezTo>
                    <a:pt x="507" y="321"/>
                    <a:pt x="540" y="323"/>
                    <a:pt x="569" y="323"/>
                  </a:cubicBezTo>
                  <a:cubicBezTo>
                    <a:pt x="1003" y="323"/>
                    <a:pt x="748" y="1"/>
                    <a:pt x="398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2298092" y="2232801"/>
              <a:ext cx="65124" cy="26415"/>
            </a:xfrm>
            <a:custGeom>
              <a:avLst/>
              <a:gdLst/>
              <a:ahLst/>
              <a:cxnLst/>
              <a:rect l="l" t="t" r="r" b="b"/>
              <a:pathLst>
                <a:path w="890" h="361" extrusionOk="0">
                  <a:moveTo>
                    <a:pt x="510" y="0"/>
                  </a:moveTo>
                  <a:cubicBezTo>
                    <a:pt x="429" y="0"/>
                    <a:pt x="336" y="19"/>
                    <a:pt x="248" y="65"/>
                  </a:cubicBezTo>
                  <a:cubicBezTo>
                    <a:pt x="0" y="194"/>
                    <a:pt x="5" y="361"/>
                    <a:pt x="223" y="361"/>
                  </a:cubicBezTo>
                  <a:cubicBezTo>
                    <a:pt x="289" y="361"/>
                    <a:pt x="373" y="346"/>
                    <a:pt x="476" y="310"/>
                  </a:cubicBezTo>
                  <a:cubicBezTo>
                    <a:pt x="890" y="168"/>
                    <a:pt x="751" y="0"/>
                    <a:pt x="510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2357801" y="2397950"/>
              <a:ext cx="50270" cy="27367"/>
            </a:xfrm>
            <a:custGeom>
              <a:avLst/>
              <a:gdLst/>
              <a:ahLst/>
              <a:cxnLst/>
              <a:rect l="l" t="t" r="r" b="b"/>
              <a:pathLst>
                <a:path w="687" h="374" extrusionOk="0">
                  <a:moveTo>
                    <a:pt x="155" y="0"/>
                  </a:moveTo>
                  <a:lnTo>
                    <a:pt x="0" y="63"/>
                  </a:lnTo>
                  <a:cubicBezTo>
                    <a:pt x="53" y="190"/>
                    <a:pt x="159" y="294"/>
                    <a:pt x="287" y="342"/>
                  </a:cubicBezTo>
                  <a:cubicBezTo>
                    <a:pt x="343" y="363"/>
                    <a:pt x="404" y="374"/>
                    <a:pt x="464" y="374"/>
                  </a:cubicBezTo>
                  <a:cubicBezTo>
                    <a:pt x="541" y="374"/>
                    <a:pt x="618" y="357"/>
                    <a:pt x="686" y="324"/>
                  </a:cubicBezTo>
                  <a:lnTo>
                    <a:pt x="613" y="174"/>
                  </a:lnTo>
                  <a:cubicBezTo>
                    <a:pt x="567" y="196"/>
                    <a:pt x="516" y="208"/>
                    <a:pt x="464" y="208"/>
                  </a:cubicBezTo>
                  <a:cubicBezTo>
                    <a:pt x="424" y="208"/>
                    <a:pt x="383" y="201"/>
                    <a:pt x="346" y="187"/>
                  </a:cubicBezTo>
                  <a:cubicBezTo>
                    <a:pt x="261" y="155"/>
                    <a:pt x="189" y="85"/>
                    <a:pt x="155" y="0"/>
                  </a:cubicBezTo>
                  <a:close/>
                </a:path>
              </a:pathLst>
            </a:custGeom>
            <a:solidFill>
              <a:srgbClr val="AB4A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2252653" y="2150776"/>
              <a:ext cx="193029" cy="44855"/>
            </a:xfrm>
            <a:custGeom>
              <a:avLst/>
              <a:gdLst/>
              <a:ahLst/>
              <a:cxnLst/>
              <a:rect l="l" t="t" r="r" b="b"/>
              <a:pathLst>
                <a:path w="2638" h="613" extrusionOk="0">
                  <a:moveTo>
                    <a:pt x="1578" y="0"/>
                  </a:moveTo>
                  <a:cubicBezTo>
                    <a:pt x="1431" y="0"/>
                    <a:pt x="1277" y="9"/>
                    <a:pt x="1118" y="23"/>
                  </a:cubicBezTo>
                  <a:cubicBezTo>
                    <a:pt x="690" y="63"/>
                    <a:pt x="304" y="244"/>
                    <a:pt x="0" y="515"/>
                  </a:cubicBezTo>
                  <a:lnTo>
                    <a:pt x="77" y="613"/>
                  </a:lnTo>
                  <a:lnTo>
                    <a:pt x="2638" y="245"/>
                  </a:lnTo>
                  <a:cubicBezTo>
                    <a:pt x="2352" y="66"/>
                    <a:pt x="1991" y="0"/>
                    <a:pt x="1578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2218993" y="2177191"/>
              <a:ext cx="100027" cy="100685"/>
            </a:xfrm>
            <a:custGeom>
              <a:avLst/>
              <a:gdLst/>
              <a:ahLst/>
              <a:cxnLst/>
              <a:rect l="l" t="t" r="r" b="b"/>
              <a:pathLst>
                <a:path w="1367" h="1376" extrusionOk="0">
                  <a:moveTo>
                    <a:pt x="981" y="0"/>
                  </a:moveTo>
                  <a:lnTo>
                    <a:pt x="1" y="162"/>
                  </a:lnTo>
                  <a:lnTo>
                    <a:pt x="139" y="1355"/>
                  </a:lnTo>
                  <a:cubicBezTo>
                    <a:pt x="222" y="1369"/>
                    <a:pt x="297" y="1375"/>
                    <a:pt x="366" y="1375"/>
                  </a:cubicBezTo>
                  <a:cubicBezTo>
                    <a:pt x="1367" y="1375"/>
                    <a:pt x="981" y="1"/>
                    <a:pt x="981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2447144" y="2294485"/>
              <a:ext cx="28976" cy="42879"/>
            </a:xfrm>
            <a:custGeom>
              <a:avLst/>
              <a:gdLst/>
              <a:ahLst/>
              <a:cxnLst/>
              <a:rect l="l" t="t" r="r" b="b"/>
              <a:pathLst>
                <a:path w="396" h="586" extrusionOk="0">
                  <a:moveTo>
                    <a:pt x="194" y="0"/>
                  </a:moveTo>
                  <a:cubicBezTo>
                    <a:pt x="193" y="0"/>
                    <a:pt x="191" y="0"/>
                    <a:pt x="190" y="0"/>
                  </a:cubicBezTo>
                  <a:cubicBezTo>
                    <a:pt x="83" y="2"/>
                    <a:pt x="0" y="136"/>
                    <a:pt x="5" y="299"/>
                  </a:cubicBezTo>
                  <a:cubicBezTo>
                    <a:pt x="9" y="458"/>
                    <a:pt x="98" y="585"/>
                    <a:pt x="203" y="585"/>
                  </a:cubicBezTo>
                  <a:cubicBezTo>
                    <a:pt x="204" y="585"/>
                    <a:pt x="205" y="585"/>
                    <a:pt x="206" y="585"/>
                  </a:cubicBezTo>
                  <a:cubicBezTo>
                    <a:pt x="314" y="582"/>
                    <a:pt x="396" y="448"/>
                    <a:pt x="391" y="287"/>
                  </a:cubicBezTo>
                  <a:cubicBezTo>
                    <a:pt x="387" y="127"/>
                    <a:pt x="299" y="0"/>
                    <a:pt x="1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2335776" y="2304583"/>
              <a:ext cx="29123" cy="42879"/>
            </a:xfrm>
            <a:custGeom>
              <a:avLst/>
              <a:gdLst/>
              <a:ahLst/>
              <a:cxnLst/>
              <a:rect l="l" t="t" r="r" b="b"/>
              <a:pathLst>
                <a:path w="398" h="586" extrusionOk="0">
                  <a:moveTo>
                    <a:pt x="195" y="0"/>
                  </a:moveTo>
                  <a:cubicBezTo>
                    <a:pt x="193" y="0"/>
                    <a:pt x="192" y="0"/>
                    <a:pt x="190" y="0"/>
                  </a:cubicBezTo>
                  <a:cubicBezTo>
                    <a:pt x="84" y="4"/>
                    <a:pt x="1" y="138"/>
                    <a:pt x="5" y="299"/>
                  </a:cubicBezTo>
                  <a:cubicBezTo>
                    <a:pt x="11" y="458"/>
                    <a:pt x="98" y="586"/>
                    <a:pt x="203" y="586"/>
                  </a:cubicBezTo>
                  <a:cubicBezTo>
                    <a:pt x="205" y="586"/>
                    <a:pt x="206" y="586"/>
                    <a:pt x="208" y="586"/>
                  </a:cubicBezTo>
                  <a:cubicBezTo>
                    <a:pt x="314" y="582"/>
                    <a:pt x="397" y="450"/>
                    <a:pt x="393" y="287"/>
                  </a:cubicBezTo>
                  <a:cubicBezTo>
                    <a:pt x="388" y="128"/>
                    <a:pt x="300" y="0"/>
                    <a:pt x="1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1972038" y="2943812"/>
              <a:ext cx="273592" cy="457035"/>
            </a:xfrm>
            <a:custGeom>
              <a:avLst/>
              <a:gdLst/>
              <a:ahLst/>
              <a:cxnLst/>
              <a:rect l="l" t="t" r="r" b="b"/>
              <a:pathLst>
                <a:path w="3739" h="6246" extrusionOk="0">
                  <a:moveTo>
                    <a:pt x="1340" y="1"/>
                  </a:moveTo>
                  <a:lnTo>
                    <a:pt x="0" y="6246"/>
                  </a:lnTo>
                  <a:lnTo>
                    <a:pt x="3738" y="6246"/>
                  </a:lnTo>
                  <a:lnTo>
                    <a:pt x="3236" y="818"/>
                  </a:lnTo>
                  <a:lnTo>
                    <a:pt x="1340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1868645" y="2537342"/>
              <a:ext cx="474743" cy="627747"/>
            </a:xfrm>
            <a:custGeom>
              <a:avLst/>
              <a:gdLst/>
              <a:ahLst/>
              <a:cxnLst/>
              <a:rect l="l" t="t" r="r" b="b"/>
              <a:pathLst>
                <a:path w="6488" h="8579" extrusionOk="0">
                  <a:moveTo>
                    <a:pt x="4494" y="1"/>
                  </a:moveTo>
                  <a:lnTo>
                    <a:pt x="3953" y="131"/>
                  </a:lnTo>
                  <a:lnTo>
                    <a:pt x="2753" y="1263"/>
                  </a:lnTo>
                  <a:lnTo>
                    <a:pt x="982" y="1196"/>
                  </a:lnTo>
                  <a:cubicBezTo>
                    <a:pt x="978" y="1195"/>
                    <a:pt x="974" y="1195"/>
                    <a:pt x="970" y="1195"/>
                  </a:cubicBezTo>
                  <a:cubicBezTo>
                    <a:pt x="851" y="1195"/>
                    <a:pt x="740" y="1263"/>
                    <a:pt x="697" y="1375"/>
                  </a:cubicBezTo>
                  <a:cubicBezTo>
                    <a:pt x="0" y="3234"/>
                    <a:pt x="3638" y="8578"/>
                    <a:pt x="3638" y="8578"/>
                  </a:cubicBezTo>
                  <a:cubicBezTo>
                    <a:pt x="6285" y="6924"/>
                    <a:pt x="6488" y="4519"/>
                    <a:pt x="4445" y="741"/>
                  </a:cubicBezTo>
                  <a:lnTo>
                    <a:pt x="4494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2440485" y="3109912"/>
              <a:ext cx="261592" cy="321886"/>
            </a:xfrm>
            <a:custGeom>
              <a:avLst/>
              <a:gdLst/>
              <a:ahLst/>
              <a:cxnLst/>
              <a:rect l="l" t="t" r="r" b="b"/>
              <a:pathLst>
                <a:path w="3575" h="4399" extrusionOk="0">
                  <a:moveTo>
                    <a:pt x="2048" y="0"/>
                  </a:moveTo>
                  <a:cubicBezTo>
                    <a:pt x="1433" y="0"/>
                    <a:pt x="901" y="331"/>
                    <a:pt x="711" y="970"/>
                  </a:cubicBezTo>
                  <a:lnTo>
                    <a:pt x="1" y="4399"/>
                  </a:lnTo>
                  <a:cubicBezTo>
                    <a:pt x="1" y="4399"/>
                    <a:pt x="1527" y="3843"/>
                    <a:pt x="3021" y="1851"/>
                  </a:cubicBezTo>
                  <a:cubicBezTo>
                    <a:pt x="3575" y="1111"/>
                    <a:pt x="3075" y="219"/>
                    <a:pt x="2563" y="74"/>
                  </a:cubicBezTo>
                  <a:cubicBezTo>
                    <a:pt x="2389" y="25"/>
                    <a:pt x="2215" y="0"/>
                    <a:pt x="2048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1985574" y="3134205"/>
              <a:ext cx="462231" cy="297593"/>
            </a:xfrm>
            <a:custGeom>
              <a:avLst/>
              <a:gdLst/>
              <a:ahLst/>
              <a:cxnLst/>
              <a:rect l="l" t="t" r="r" b="b"/>
              <a:pathLst>
                <a:path w="6317" h="4067" extrusionOk="0">
                  <a:moveTo>
                    <a:pt x="1600" y="1"/>
                  </a:moveTo>
                  <a:lnTo>
                    <a:pt x="0" y="2451"/>
                  </a:lnTo>
                  <a:cubicBezTo>
                    <a:pt x="2380" y="3567"/>
                    <a:pt x="5795" y="4067"/>
                    <a:pt x="5795" y="4067"/>
                  </a:cubicBezTo>
                  <a:lnTo>
                    <a:pt x="6316" y="3059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1916793" y="2669198"/>
              <a:ext cx="277104" cy="682407"/>
            </a:xfrm>
            <a:custGeom>
              <a:avLst/>
              <a:gdLst/>
              <a:ahLst/>
              <a:cxnLst/>
              <a:rect l="l" t="t" r="r" b="b"/>
              <a:pathLst>
                <a:path w="3787" h="9326" extrusionOk="0">
                  <a:moveTo>
                    <a:pt x="1479" y="0"/>
                  </a:moveTo>
                  <a:cubicBezTo>
                    <a:pt x="1414" y="0"/>
                    <a:pt x="1349" y="5"/>
                    <a:pt x="1283" y="15"/>
                  </a:cubicBezTo>
                  <a:cubicBezTo>
                    <a:pt x="724" y="103"/>
                    <a:pt x="293" y="554"/>
                    <a:pt x="230" y="1116"/>
                  </a:cubicBezTo>
                  <a:lnTo>
                    <a:pt x="31" y="6944"/>
                  </a:lnTo>
                  <a:cubicBezTo>
                    <a:pt x="1" y="7871"/>
                    <a:pt x="414" y="8756"/>
                    <a:pt x="1146" y="9325"/>
                  </a:cubicBezTo>
                  <a:cubicBezTo>
                    <a:pt x="3787" y="7482"/>
                    <a:pt x="3347" y="3685"/>
                    <a:pt x="2694" y="946"/>
                  </a:cubicBezTo>
                  <a:cubicBezTo>
                    <a:pt x="2559" y="381"/>
                    <a:pt x="2046" y="0"/>
                    <a:pt x="1479" y="0"/>
                  </a:cubicBez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2445534" y="3315891"/>
              <a:ext cx="180151" cy="65343"/>
            </a:xfrm>
            <a:custGeom>
              <a:avLst/>
              <a:gdLst/>
              <a:ahLst/>
              <a:cxnLst/>
              <a:rect l="l" t="t" r="r" b="b"/>
              <a:pathLst>
                <a:path w="2462" h="893" extrusionOk="0">
                  <a:moveTo>
                    <a:pt x="1238" y="0"/>
                  </a:moveTo>
                  <a:cubicBezTo>
                    <a:pt x="1184" y="0"/>
                    <a:pt x="1129" y="7"/>
                    <a:pt x="1075" y="21"/>
                  </a:cubicBezTo>
                  <a:lnTo>
                    <a:pt x="1" y="297"/>
                  </a:lnTo>
                  <a:lnTo>
                    <a:pt x="2202" y="891"/>
                  </a:lnTo>
                  <a:cubicBezTo>
                    <a:pt x="2210" y="892"/>
                    <a:pt x="2218" y="892"/>
                    <a:pt x="2226" y="892"/>
                  </a:cubicBezTo>
                  <a:cubicBezTo>
                    <a:pt x="2265" y="892"/>
                    <a:pt x="2303" y="881"/>
                    <a:pt x="2335" y="859"/>
                  </a:cubicBezTo>
                  <a:cubicBezTo>
                    <a:pt x="2462" y="776"/>
                    <a:pt x="2455" y="587"/>
                    <a:pt x="2322" y="513"/>
                  </a:cubicBezTo>
                  <a:lnTo>
                    <a:pt x="1558" y="84"/>
                  </a:lnTo>
                  <a:cubicBezTo>
                    <a:pt x="1459" y="29"/>
                    <a:pt x="1349" y="0"/>
                    <a:pt x="1238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2347118" y="3334038"/>
              <a:ext cx="212859" cy="152126"/>
            </a:xfrm>
            <a:custGeom>
              <a:avLst/>
              <a:gdLst/>
              <a:ahLst/>
              <a:cxnLst/>
              <a:rect l="l" t="t" r="r" b="b"/>
              <a:pathLst>
                <a:path w="2909" h="2079" extrusionOk="0">
                  <a:moveTo>
                    <a:pt x="847" y="1"/>
                  </a:moveTo>
                  <a:lnTo>
                    <a:pt x="0" y="1176"/>
                  </a:lnTo>
                  <a:lnTo>
                    <a:pt x="1375" y="2079"/>
                  </a:lnTo>
                  <a:lnTo>
                    <a:pt x="2908" y="197"/>
                  </a:lnTo>
                  <a:lnTo>
                    <a:pt x="847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2500340" y="3348452"/>
              <a:ext cx="139759" cy="83417"/>
            </a:xfrm>
            <a:custGeom>
              <a:avLst/>
              <a:gdLst/>
              <a:ahLst/>
              <a:cxnLst/>
              <a:rect l="l" t="t" r="r" b="b"/>
              <a:pathLst>
                <a:path w="1910" h="1140" extrusionOk="0">
                  <a:moveTo>
                    <a:pt x="814" y="0"/>
                  </a:moveTo>
                  <a:lnTo>
                    <a:pt x="0" y="804"/>
                  </a:lnTo>
                  <a:lnTo>
                    <a:pt x="922" y="746"/>
                  </a:lnTo>
                  <a:lnTo>
                    <a:pt x="1565" y="1117"/>
                  </a:lnTo>
                  <a:cubicBezTo>
                    <a:pt x="1595" y="1132"/>
                    <a:pt x="1627" y="1139"/>
                    <a:pt x="1658" y="1139"/>
                  </a:cubicBezTo>
                  <a:cubicBezTo>
                    <a:pt x="1676" y="1139"/>
                    <a:pt x="1694" y="1137"/>
                    <a:pt x="1712" y="1132"/>
                  </a:cubicBezTo>
                  <a:cubicBezTo>
                    <a:pt x="1869" y="1087"/>
                    <a:pt x="1909" y="884"/>
                    <a:pt x="1781" y="783"/>
                  </a:cubicBezTo>
                  <a:lnTo>
                    <a:pt x="814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2499243" y="3381892"/>
              <a:ext cx="101637" cy="62562"/>
            </a:xfrm>
            <a:custGeom>
              <a:avLst/>
              <a:gdLst/>
              <a:ahLst/>
              <a:cxnLst/>
              <a:rect l="l" t="t" r="r" b="b"/>
              <a:pathLst>
                <a:path w="1389" h="855" extrusionOk="0">
                  <a:moveTo>
                    <a:pt x="393" y="0"/>
                  </a:moveTo>
                  <a:lnTo>
                    <a:pt x="0" y="567"/>
                  </a:lnTo>
                  <a:lnTo>
                    <a:pt x="978" y="844"/>
                  </a:lnTo>
                  <a:cubicBezTo>
                    <a:pt x="1004" y="851"/>
                    <a:pt x="1030" y="855"/>
                    <a:pt x="1056" y="855"/>
                  </a:cubicBezTo>
                  <a:cubicBezTo>
                    <a:pt x="1164" y="855"/>
                    <a:pt x="1266" y="794"/>
                    <a:pt x="1316" y="692"/>
                  </a:cubicBezTo>
                  <a:cubicBezTo>
                    <a:pt x="1388" y="540"/>
                    <a:pt x="1317" y="359"/>
                    <a:pt x="1161" y="299"/>
                  </a:cubicBezTo>
                  <a:lnTo>
                    <a:pt x="393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2473120" y="3414380"/>
              <a:ext cx="101710" cy="62562"/>
            </a:xfrm>
            <a:custGeom>
              <a:avLst/>
              <a:gdLst/>
              <a:ahLst/>
              <a:cxnLst/>
              <a:rect l="l" t="t" r="r" b="b"/>
              <a:pathLst>
                <a:path w="1390" h="855" extrusionOk="0">
                  <a:moveTo>
                    <a:pt x="393" y="0"/>
                  </a:moveTo>
                  <a:lnTo>
                    <a:pt x="1" y="567"/>
                  </a:lnTo>
                  <a:lnTo>
                    <a:pt x="979" y="844"/>
                  </a:lnTo>
                  <a:cubicBezTo>
                    <a:pt x="1005" y="851"/>
                    <a:pt x="1031" y="854"/>
                    <a:pt x="1057" y="854"/>
                  </a:cubicBezTo>
                  <a:cubicBezTo>
                    <a:pt x="1165" y="854"/>
                    <a:pt x="1268" y="793"/>
                    <a:pt x="1317" y="692"/>
                  </a:cubicBezTo>
                  <a:cubicBezTo>
                    <a:pt x="1390" y="541"/>
                    <a:pt x="1318" y="359"/>
                    <a:pt x="1161" y="298"/>
                  </a:cubicBezTo>
                  <a:lnTo>
                    <a:pt x="393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2447729" y="3444600"/>
              <a:ext cx="101710" cy="62636"/>
            </a:xfrm>
            <a:custGeom>
              <a:avLst/>
              <a:gdLst/>
              <a:ahLst/>
              <a:cxnLst/>
              <a:rect l="l" t="t" r="r" b="b"/>
              <a:pathLst>
                <a:path w="1390" h="856" extrusionOk="0">
                  <a:moveTo>
                    <a:pt x="392" y="1"/>
                  </a:moveTo>
                  <a:lnTo>
                    <a:pt x="0" y="568"/>
                  </a:lnTo>
                  <a:lnTo>
                    <a:pt x="979" y="845"/>
                  </a:lnTo>
                  <a:cubicBezTo>
                    <a:pt x="1005" y="852"/>
                    <a:pt x="1031" y="855"/>
                    <a:pt x="1057" y="855"/>
                  </a:cubicBezTo>
                  <a:cubicBezTo>
                    <a:pt x="1165" y="855"/>
                    <a:pt x="1267" y="794"/>
                    <a:pt x="1316" y="692"/>
                  </a:cubicBezTo>
                  <a:cubicBezTo>
                    <a:pt x="1389" y="542"/>
                    <a:pt x="1317" y="360"/>
                    <a:pt x="1162" y="299"/>
                  </a:cubicBezTo>
                  <a:lnTo>
                    <a:pt x="392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2369582" y="2549269"/>
              <a:ext cx="262323" cy="324886"/>
            </a:xfrm>
            <a:custGeom>
              <a:avLst/>
              <a:gdLst/>
              <a:ahLst/>
              <a:cxnLst/>
              <a:rect l="l" t="t" r="r" b="b"/>
              <a:pathLst>
                <a:path w="3585" h="4440" extrusionOk="0">
                  <a:moveTo>
                    <a:pt x="1" y="0"/>
                  </a:moveTo>
                  <a:lnTo>
                    <a:pt x="1726" y="3154"/>
                  </a:lnTo>
                  <a:lnTo>
                    <a:pt x="2493" y="4439"/>
                  </a:lnTo>
                  <a:lnTo>
                    <a:pt x="3150" y="3434"/>
                  </a:lnTo>
                  <a:cubicBezTo>
                    <a:pt x="3584" y="2487"/>
                    <a:pt x="3171" y="557"/>
                    <a:pt x="2830" y="483"/>
                  </a:cubicBezTo>
                  <a:cubicBezTo>
                    <a:pt x="2686" y="451"/>
                    <a:pt x="2264" y="447"/>
                    <a:pt x="1907" y="447"/>
                  </a:cubicBezTo>
                  <a:cubicBezTo>
                    <a:pt x="1782" y="447"/>
                    <a:pt x="1666" y="447"/>
                    <a:pt x="1573" y="447"/>
                  </a:cubicBezTo>
                  <a:cubicBezTo>
                    <a:pt x="1453" y="447"/>
                    <a:pt x="1371" y="446"/>
                    <a:pt x="1355" y="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2329890" y="2281138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2415388" y="329020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2788603" y="433650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2436275" y="265845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2353388" y="2897425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504" name="Google Shape;504;p20"/>
          <p:cNvCxnSpPr>
            <a:stCxn id="499" idx="6"/>
            <a:endCxn id="505" idx="1"/>
          </p:cNvCxnSpPr>
          <p:nvPr/>
        </p:nvCxnSpPr>
        <p:spPr>
          <a:xfrm flipV="1">
            <a:off x="890838" y="1210683"/>
            <a:ext cx="1102441" cy="619161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06" name="Google Shape;506;p20"/>
          <p:cNvCxnSpPr>
            <a:stCxn id="503" idx="6"/>
            <a:endCxn id="507" idx="1"/>
          </p:cNvCxnSpPr>
          <p:nvPr/>
        </p:nvCxnSpPr>
        <p:spPr>
          <a:xfrm>
            <a:off x="914336" y="2446131"/>
            <a:ext cx="1133599" cy="565503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08" name="Google Shape;508;p20"/>
          <p:cNvCxnSpPr>
            <a:stCxn id="500" idx="6"/>
            <a:endCxn id="509" idx="1"/>
          </p:cNvCxnSpPr>
          <p:nvPr/>
        </p:nvCxnSpPr>
        <p:spPr>
          <a:xfrm>
            <a:off x="976336" y="2838906"/>
            <a:ext cx="1071599" cy="1109240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10" name="Google Shape;510;p20"/>
          <p:cNvCxnSpPr>
            <a:stCxn id="501" idx="6"/>
            <a:endCxn id="511" idx="1"/>
          </p:cNvCxnSpPr>
          <p:nvPr/>
        </p:nvCxnSpPr>
        <p:spPr>
          <a:xfrm>
            <a:off x="1349551" y="3885206"/>
            <a:ext cx="698399" cy="845432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12" name="Google Shape;512;p20"/>
          <p:cNvCxnSpPr>
            <a:stCxn id="502" idx="6"/>
            <a:endCxn id="513" idx="1"/>
          </p:cNvCxnSpPr>
          <p:nvPr/>
        </p:nvCxnSpPr>
        <p:spPr>
          <a:xfrm flipV="1">
            <a:off x="997223" y="1992507"/>
            <a:ext cx="995983" cy="214649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14" name="Google Shape;514;p20"/>
          <p:cNvSpPr/>
          <p:nvPr/>
        </p:nvSpPr>
        <p:spPr>
          <a:xfrm flipH="1">
            <a:off x="2381406" y="98760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dirty="0"/>
              <a:t>Semantic AI Matching</a:t>
            </a:r>
            <a:endParaRPr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1993279" y="979833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01</a:t>
            </a:r>
            <a:endParaRPr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15" name="Google Shape;515;p20"/>
          <p:cNvSpPr/>
          <p:nvPr/>
        </p:nvSpPr>
        <p:spPr>
          <a:xfrm flipH="1">
            <a:off x="2381333" y="1770001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Skill-Gap Analysis</a:t>
            </a:r>
            <a:endParaRPr lang="en-US"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13" name="Google Shape;513;p20"/>
          <p:cNvSpPr txBox="1"/>
          <p:nvPr/>
        </p:nvSpPr>
        <p:spPr>
          <a:xfrm>
            <a:off x="1993206" y="1761657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02</a:t>
            </a:r>
            <a:endParaRPr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16" name="Google Shape;516;p20"/>
          <p:cNvSpPr/>
          <p:nvPr/>
        </p:nvSpPr>
        <p:spPr>
          <a:xfrm flipH="1">
            <a:off x="2436062" y="278969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Explainable Recruitment</a:t>
            </a:r>
            <a:endParaRPr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07" name="Google Shape;507;p20"/>
          <p:cNvSpPr txBox="1"/>
          <p:nvPr/>
        </p:nvSpPr>
        <p:spPr>
          <a:xfrm>
            <a:off x="2047935" y="2780784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03</a:t>
            </a:r>
            <a:endParaRPr u="sng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17" name="Google Shape;517;p20"/>
          <p:cNvSpPr/>
          <p:nvPr/>
        </p:nvSpPr>
        <p:spPr>
          <a:xfrm flipH="1">
            <a:off x="2436062" y="372677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dirty="0"/>
              <a:t>Automated Applicant Ranking</a:t>
            </a:r>
            <a:endParaRPr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09" name="Google Shape;509;p20"/>
          <p:cNvSpPr txBox="1"/>
          <p:nvPr/>
        </p:nvSpPr>
        <p:spPr>
          <a:xfrm>
            <a:off x="2047935" y="3717296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04</a:t>
            </a:r>
            <a:endParaRPr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18" name="Google Shape;518;p20"/>
          <p:cNvSpPr/>
          <p:nvPr/>
        </p:nvSpPr>
        <p:spPr>
          <a:xfrm flipH="1">
            <a:off x="2436077" y="4509838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Integrated Microservices</a:t>
            </a:r>
            <a:endParaRPr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11" name="Google Shape;511;p20"/>
          <p:cNvSpPr txBox="1"/>
          <p:nvPr/>
        </p:nvSpPr>
        <p:spPr>
          <a:xfrm>
            <a:off x="2047950" y="4499788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05</a:t>
            </a:r>
            <a:endParaRPr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17409" y="946797"/>
            <a:ext cx="4524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Matches candidates and opportunities based on relevance rather than relying only on exact keywords.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517409" y="1729191"/>
            <a:ext cx="4472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Identifies skills required by a job that are missing from the candidate profile.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4517409" y="2748887"/>
            <a:ext cx="36915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Helps candidates and recruiters understand matching results.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3717296"/>
            <a:ext cx="4138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Prioritizes relevant candidates to reduce recruiter screening effort.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0" y="4469028"/>
            <a:ext cx="3442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Combines recruitment and AI functions into independently deployable services.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1"/>
          <p:cNvSpPr/>
          <p:nvPr/>
        </p:nvSpPr>
        <p:spPr>
          <a:xfrm>
            <a:off x="2211755" y="794318"/>
            <a:ext cx="4393083" cy="441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Candidate / Recruiter</a:t>
            </a:r>
            <a:endParaRPr sz="1200"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2211759" y="2074655"/>
            <a:ext cx="4393086" cy="441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Authentication | Profile &amp; Resume | Jobs &amp; Internships</a:t>
            </a:r>
            <a:endParaRPr sz="1200" dirty="0">
              <a:solidFill>
                <a:schemeClr val="dk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2211753" y="3355539"/>
            <a:ext cx="4393086" cy="441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Skill-Gap Analysis</a:t>
            </a:r>
            <a:endParaRPr sz="1200" dirty="0">
              <a:solidFill>
                <a:schemeClr val="dk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2211753" y="4628475"/>
            <a:ext cx="4530238" cy="441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Applications &amp; Tracking</a:t>
            </a:r>
            <a:endParaRPr sz="1200"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38" name="Google Shape;538;p21"/>
          <p:cNvSpPr/>
          <p:nvPr/>
        </p:nvSpPr>
        <p:spPr>
          <a:xfrm flipH="1">
            <a:off x="2211753" y="3992007"/>
            <a:ext cx="4530238" cy="4416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algn="ctr"/>
            <a:r>
              <a:rPr lang="en-IN" sz="1200" dirty="0"/>
              <a:t>Recruiter Screening &amp; Applicant Ranking</a:t>
            </a:r>
            <a:endParaRPr lang="en-IN" sz="1200" dirty="0"/>
          </a:p>
        </p:txBody>
      </p:sp>
      <p:sp>
        <p:nvSpPr>
          <p:cNvPr id="540" name="Google Shape;540;p21"/>
          <p:cNvSpPr/>
          <p:nvPr/>
        </p:nvSpPr>
        <p:spPr>
          <a:xfrm flipH="1">
            <a:off x="2211755" y="2715097"/>
            <a:ext cx="4393083" cy="4416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AI Matching &amp; Recommendations</a:t>
            </a:r>
            <a:endParaRPr sz="1200" dirty="0">
              <a:solidFill>
                <a:schemeClr val="dk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542" name="Google Shape;542;p21"/>
          <p:cNvSpPr/>
          <p:nvPr/>
        </p:nvSpPr>
        <p:spPr>
          <a:xfrm flipH="1">
            <a:off x="2211758" y="1469912"/>
            <a:ext cx="4393084" cy="4416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API Gateway</a:t>
            </a:r>
            <a:endParaRPr sz="18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43" name="Google Shape;543;p21"/>
          <p:cNvSpPr txBox="1">
            <a:spLocks noGrp="1"/>
          </p:cNvSpPr>
          <p:nvPr>
            <p:ph type="title"/>
          </p:nvPr>
        </p:nvSpPr>
        <p:spPr>
          <a:xfrm>
            <a:off x="720000" y="165149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SYSTEM ARCHITECTURE</a:t>
            </a:r>
            <a:endParaRPr dirty="0"/>
          </a:p>
        </p:txBody>
      </p:sp>
      <p:cxnSp>
        <p:nvCxnSpPr>
          <p:cNvPr id="569" name="Google Shape;569;p21"/>
          <p:cNvCxnSpPr/>
          <p:nvPr/>
        </p:nvCxnSpPr>
        <p:spPr>
          <a:xfrm rot="10800000">
            <a:off x="-1351065" y="3441001"/>
            <a:ext cx="2841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6" name="Google Shape;576;p21"/>
          <p:cNvCxnSpPr/>
          <p:nvPr/>
        </p:nvCxnSpPr>
        <p:spPr>
          <a:xfrm rot="10800000">
            <a:off x="-1351065" y="4124976"/>
            <a:ext cx="2841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21"/>
          <p:cNvCxnSpPr/>
          <p:nvPr/>
        </p:nvCxnSpPr>
        <p:spPr>
          <a:xfrm>
            <a:off x="3294345" y="4440675"/>
            <a:ext cx="2745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Straight Arrow Connector 12"/>
          <p:cNvCxnSpPr/>
          <p:nvPr/>
        </p:nvCxnSpPr>
        <p:spPr>
          <a:xfrm>
            <a:off x="4456445" y="1246913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456448" y="1911512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476869" y="2547980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456451" y="3117571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463221" y="3843285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463218" y="4440675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3"/>
          <p:cNvSpPr/>
          <p:nvPr/>
        </p:nvSpPr>
        <p:spPr>
          <a:xfrm rot="5400000">
            <a:off x="7355425" y="-80761"/>
            <a:ext cx="615699" cy="29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4" name="Google Shape;624;p23"/>
          <p:cNvSpPr/>
          <p:nvPr/>
        </p:nvSpPr>
        <p:spPr>
          <a:xfrm rot="5400000">
            <a:off x="5295559" y="-82544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5" name="Google Shape;625;p23"/>
          <p:cNvSpPr/>
          <p:nvPr/>
        </p:nvSpPr>
        <p:spPr>
          <a:xfrm rot="5400000">
            <a:off x="3241659" y="-82544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6" name="Google Shape;626;p23"/>
          <p:cNvSpPr/>
          <p:nvPr/>
        </p:nvSpPr>
        <p:spPr>
          <a:xfrm rot="5400000">
            <a:off x="1172684" y="-82544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7" name="Google Shape;627;p23"/>
          <p:cNvSpPr txBox="1">
            <a:spLocks noGrp="1"/>
          </p:cNvSpPr>
          <p:nvPr>
            <p:ph type="title"/>
          </p:nvPr>
        </p:nvSpPr>
        <p:spPr>
          <a:xfrm>
            <a:off x="720000" y="185150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METHODOLOGY</a:t>
            </a:r>
            <a:endParaRPr dirty="0"/>
          </a:p>
        </p:txBody>
      </p:sp>
      <p:grpSp>
        <p:nvGrpSpPr>
          <p:cNvPr id="631" name="Google Shape;631;p23"/>
          <p:cNvGrpSpPr/>
          <p:nvPr/>
        </p:nvGrpSpPr>
        <p:grpSpPr>
          <a:xfrm>
            <a:off x="667006" y="1217310"/>
            <a:ext cx="2001900" cy="1486398"/>
            <a:chOff x="534510" y="2237620"/>
            <a:chExt cx="2001900" cy="1486398"/>
          </a:xfrm>
        </p:grpSpPr>
        <p:sp>
          <p:nvSpPr>
            <p:cNvPr id="632" name="Google Shape;632;p23"/>
            <p:cNvSpPr txBox="1"/>
            <p:nvPr/>
          </p:nvSpPr>
          <p:spPr>
            <a:xfrm>
              <a:off x="534510" y="2731446"/>
              <a:ext cx="2001900" cy="992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4"/>
                </a:buClr>
                <a:buSzPts val="1200"/>
                <a:buFont typeface="Roboto" panose="02000000000000000000"/>
                <a:buChar char="●"/>
              </a:pPr>
              <a:r>
                <a:rPr lang="en-GB" dirty="0">
                  <a:solidFill>
                    <a:schemeClr val="dk1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Candidate </a:t>
              </a:r>
              <a:r>
                <a:rPr lang="en-IN" dirty="0"/>
                <a:t>/ recruiter signup</a:t>
              </a:r>
              <a:endParaRPr lang="en-IN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  <a:p>
              <a:pPr marL="274320" lvl="0" indent="-167640">
                <a:buClr>
                  <a:schemeClr val="accent4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Secure login &amp; authentication</a:t>
              </a:r>
              <a:endParaRPr lang="en-US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  <p:sp>
          <p:nvSpPr>
            <p:cNvPr id="633" name="Google Shape;633;p23"/>
            <p:cNvSpPr txBox="1"/>
            <p:nvPr/>
          </p:nvSpPr>
          <p:spPr>
            <a:xfrm flipH="1">
              <a:off x="985568" y="2237620"/>
              <a:ext cx="142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User Registration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</p:grpSp>
      <p:sp>
        <p:nvSpPr>
          <p:cNvPr id="630" name="Google Shape;630;p23"/>
          <p:cNvSpPr/>
          <p:nvPr/>
        </p:nvSpPr>
        <p:spPr>
          <a:xfrm flipH="1">
            <a:off x="421043" y="1118547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01</a:t>
            </a:r>
            <a:endParaRPr sz="18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636" name="Google Shape;636;p23"/>
          <p:cNvSpPr/>
          <p:nvPr/>
        </p:nvSpPr>
        <p:spPr>
          <a:xfrm flipH="1">
            <a:off x="2406482" y="1118640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02</a:t>
            </a:r>
            <a:endParaRPr sz="18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643" name="Google Shape;643;p23"/>
          <p:cNvGrpSpPr/>
          <p:nvPr/>
        </p:nvGrpSpPr>
        <p:grpSpPr>
          <a:xfrm>
            <a:off x="2737881" y="1217310"/>
            <a:ext cx="2001900" cy="1486398"/>
            <a:chOff x="2605385" y="2237620"/>
            <a:chExt cx="2001900" cy="1486398"/>
          </a:xfrm>
        </p:grpSpPr>
        <p:sp>
          <p:nvSpPr>
            <p:cNvPr id="644" name="Google Shape;644;p23"/>
            <p:cNvSpPr txBox="1"/>
            <p:nvPr/>
          </p:nvSpPr>
          <p:spPr>
            <a:xfrm flipH="1">
              <a:off x="2923702" y="2237620"/>
              <a:ext cx="142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Profile &amp; Job Creation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645" name="Google Shape;645;p23"/>
            <p:cNvSpPr txBox="1"/>
            <p:nvPr/>
          </p:nvSpPr>
          <p:spPr>
            <a:xfrm>
              <a:off x="2605385" y="2731450"/>
              <a:ext cx="2001900" cy="992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1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Candidate profile &amp; resume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  <a:p>
              <a:pPr marL="274320" lvl="0" indent="-167640">
                <a:buClr>
                  <a:schemeClr val="accent1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Job / internship posting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639" name="Google Shape;639;p23"/>
          <p:cNvSpPr/>
          <p:nvPr/>
        </p:nvSpPr>
        <p:spPr>
          <a:xfrm flipH="1">
            <a:off x="4500137" y="1110645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03</a:t>
            </a:r>
            <a:endParaRPr sz="18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646" name="Google Shape;646;p23"/>
          <p:cNvGrpSpPr/>
          <p:nvPr/>
        </p:nvGrpSpPr>
        <p:grpSpPr>
          <a:xfrm>
            <a:off x="4808756" y="1191166"/>
            <a:ext cx="2001900" cy="1512542"/>
            <a:chOff x="4676260" y="2211476"/>
            <a:chExt cx="2001900" cy="1512542"/>
          </a:xfrm>
        </p:grpSpPr>
        <p:sp>
          <p:nvSpPr>
            <p:cNvPr id="647" name="Google Shape;647;p23"/>
            <p:cNvSpPr txBox="1"/>
            <p:nvPr/>
          </p:nvSpPr>
          <p:spPr>
            <a:xfrm flipH="1">
              <a:off x="5003389" y="2211476"/>
              <a:ext cx="1644556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AI-Based Matching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648" name="Google Shape;648;p23"/>
            <p:cNvSpPr txBox="1"/>
            <p:nvPr/>
          </p:nvSpPr>
          <p:spPr>
            <a:xfrm>
              <a:off x="4676260" y="2731450"/>
              <a:ext cx="2001900" cy="992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3"/>
                </a:buClr>
                <a:buSzPts val="1200"/>
                <a:buFont typeface="Roboto" panose="02000000000000000000"/>
                <a:buChar char="●"/>
              </a:pPr>
              <a:r>
                <a:rPr lang="en-IN" dirty="0" err="1"/>
                <a:t>Analyze</a:t>
              </a:r>
              <a:r>
                <a:rPr lang="en-IN" dirty="0"/>
                <a:t> skills &amp; requirements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  <a:p>
              <a:pPr marL="274320" lvl="0" indent="-167640">
                <a:buClr>
                  <a:schemeClr val="accent3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Generate match score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642" name="Google Shape;642;p23"/>
          <p:cNvSpPr/>
          <p:nvPr/>
        </p:nvSpPr>
        <p:spPr>
          <a:xfrm flipH="1">
            <a:off x="6529357" y="1121269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04</a:t>
            </a:r>
            <a:endParaRPr sz="18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649" name="Google Shape;649;p23"/>
          <p:cNvGrpSpPr/>
          <p:nvPr/>
        </p:nvGrpSpPr>
        <p:grpSpPr>
          <a:xfrm>
            <a:off x="6946229" y="1191166"/>
            <a:ext cx="2079846" cy="1512542"/>
            <a:chOff x="6813733" y="2211476"/>
            <a:chExt cx="2079846" cy="1512542"/>
          </a:xfrm>
        </p:grpSpPr>
        <p:sp>
          <p:nvSpPr>
            <p:cNvPr id="650" name="Google Shape;650;p23"/>
            <p:cNvSpPr txBox="1"/>
            <p:nvPr/>
          </p:nvSpPr>
          <p:spPr>
            <a:xfrm flipH="1">
              <a:off x="6994889" y="2211476"/>
              <a:ext cx="189869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Recommendations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651" name="Google Shape;651;p23"/>
            <p:cNvSpPr txBox="1"/>
            <p:nvPr/>
          </p:nvSpPr>
          <p:spPr>
            <a:xfrm>
              <a:off x="6813733" y="2733395"/>
              <a:ext cx="2001900" cy="99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5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Suggest relevant opportunities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  <a:p>
              <a:pPr marL="274320" lvl="0" indent="-167640">
                <a:buClr>
                  <a:schemeClr val="accent5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Recommend suitable candidates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2" name="Google Shape;623;p23"/>
          <p:cNvSpPr/>
          <p:nvPr/>
        </p:nvSpPr>
        <p:spPr>
          <a:xfrm rot="5400000">
            <a:off x="7355425" y="1912283"/>
            <a:ext cx="615699" cy="29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624;p23"/>
          <p:cNvSpPr/>
          <p:nvPr/>
        </p:nvSpPr>
        <p:spPr>
          <a:xfrm rot="5400000">
            <a:off x="5295559" y="1910500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625;p23"/>
          <p:cNvSpPr/>
          <p:nvPr/>
        </p:nvSpPr>
        <p:spPr>
          <a:xfrm rot="5400000">
            <a:off x="3241659" y="1910500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626;p23"/>
          <p:cNvSpPr/>
          <p:nvPr/>
        </p:nvSpPr>
        <p:spPr>
          <a:xfrm rot="5400000">
            <a:off x="1172684" y="1910500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" name="Google Shape;631;p23"/>
          <p:cNvGrpSpPr/>
          <p:nvPr/>
        </p:nvGrpSpPr>
        <p:grpSpPr>
          <a:xfrm>
            <a:off x="667006" y="3210354"/>
            <a:ext cx="2001900" cy="1486398"/>
            <a:chOff x="534510" y="2237620"/>
            <a:chExt cx="2001900" cy="1486398"/>
          </a:xfrm>
        </p:grpSpPr>
        <p:sp>
          <p:nvSpPr>
            <p:cNvPr id="7" name="Google Shape;632;p23"/>
            <p:cNvSpPr txBox="1"/>
            <p:nvPr/>
          </p:nvSpPr>
          <p:spPr>
            <a:xfrm>
              <a:off x="534510" y="2731446"/>
              <a:ext cx="2001900" cy="992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4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Compare required &amp; existing skills</a:t>
              </a:r>
              <a:endParaRPr lang="en-IN" dirty="0"/>
            </a:p>
            <a:p>
              <a:pPr marL="274320" lvl="0" indent="-167640">
                <a:buClr>
                  <a:schemeClr val="accent4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Identify missing skills</a:t>
              </a:r>
              <a:endParaRPr lang="en-US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  <p:sp>
          <p:nvSpPr>
            <p:cNvPr id="8" name="Google Shape;633;p23"/>
            <p:cNvSpPr txBox="1"/>
            <p:nvPr/>
          </p:nvSpPr>
          <p:spPr>
            <a:xfrm flipH="1">
              <a:off x="985568" y="2237620"/>
              <a:ext cx="142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Skill-Gap Analysis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</p:grpSp>
      <p:sp>
        <p:nvSpPr>
          <p:cNvPr id="9" name="Google Shape;630;p23"/>
          <p:cNvSpPr/>
          <p:nvPr/>
        </p:nvSpPr>
        <p:spPr>
          <a:xfrm flipH="1">
            <a:off x="421043" y="3111591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05</a:t>
            </a:r>
            <a:endParaRPr sz="18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10" name="Google Shape;636;p23"/>
          <p:cNvSpPr/>
          <p:nvPr/>
        </p:nvSpPr>
        <p:spPr>
          <a:xfrm flipH="1">
            <a:off x="2406482" y="3111684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06</a:t>
            </a:r>
            <a:endParaRPr sz="18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1" name="Google Shape;643;p23"/>
          <p:cNvGrpSpPr/>
          <p:nvPr/>
        </p:nvGrpSpPr>
        <p:grpSpPr>
          <a:xfrm>
            <a:off x="2737881" y="3192112"/>
            <a:ext cx="2001900" cy="1504640"/>
            <a:chOff x="2605385" y="2219378"/>
            <a:chExt cx="2001900" cy="1504640"/>
          </a:xfrm>
        </p:grpSpPr>
        <p:sp>
          <p:nvSpPr>
            <p:cNvPr id="12" name="Google Shape;644;p23"/>
            <p:cNvSpPr txBox="1"/>
            <p:nvPr/>
          </p:nvSpPr>
          <p:spPr>
            <a:xfrm flipH="1">
              <a:off x="3002888" y="2219378"/>
              <a:ext cx="142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IN" sz="1600" dirty="0"/>
                <a:t>Explainable Results</a:t>
              </a:r>
              <a:endParaRPr lang="en-IN" sz="1600" dirty="0"/>
            </a:p>
          </p:txBody>
        </p:sp>
        <p:sp>
          <p:nvSpPr>
            <p:cNvPr id="13" name="Google Shape;645;p23"/>
            <p:cNvSpPr txBox="1"/>
            <p:nvPr/>
          </p:nvSpPr>
          <p:spPr>
            <a:xfrm>
              <a:off x="2605385" y="2731450"/>
              <a:ext cx="2001900" cy="992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1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Show matching reasons</a:t>
              </a:r>
              <a:endParaRPr lang="en-IN" dirty="0"/>
            </a:p>
            <a:p>
              <a:pPr marL="274320" lvl="0" indent="-167640">
                <a:buClr>
                  <a:schemeClr val="accent1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Highlight skill gaps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14" name="Google Shape;639;p23"/>
          <p:cNvSpPr/>
          <p:nvPr/>
        </p:nvSpPr>
        <p:spPr>
          <a:xfrm flipH="1">
            <a:off x="4500137" y="3103689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07</a:t>
            </a:r>
            <a:endParaRPr sz="18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5" name="Google Shape;646;p23"/>
          <p:cNvGrpSpPr/>
          <p:nvPr/>
        </p:nvGrpSpPr>
        <p:grpSpPr>
          <a:xfrm>
            <a:off x="4808756" y="3184210"/>
            <a:ext cx="2001900" cy="1512542"/>
            <a:chOff x="4676260" y="2211476"/>
            <a:chExt cx="2001900" cy="1512542"/>
          </a:xfrm>
        </p:grpSpPr>
        <p:sp>
          <p:nvSpPr>
            <p:cNvPr id="16" name="Google Shape;647;p23"/>
            <p:cNvSpPr txBox="1"/>
            <p:nvPr/>
          </p:nvSpPr>
          <p:spPr>
            <a:xfrm flipH="1">
              <a:off x="5124799" y="2211476"/>
              <a:ext cx="142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Applicant Ranking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17" name="Google Shape;648;p23"/>
            <p:cNvSpPr txBox="1"/>
            <p:nvPr/>
          </p:nvSpPr>
          <p:spPr>
            <a:xfrm>
              <a:off x="4676260" y="2731450"/>
              <a:ext cx="2001900" cy="992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3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Rank candidates by relevance</a:t>
              </a:r>
              <a:endParaRPr lang="en-IN" dirty="0"/>
            </a:p>
            <a:p>
              <a:pPr marL="274320" lvl="0" indent="-167640">
                <a:buClr>
                  <a:schemeClr val="accent3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Support recruiter screening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18" name="Google Shape;642;p23"/>
          <p:cNvSpPr/>
          <p:nvPr/>
        </p:nvSpPr>
        <p:spPr>
          <a:xfrm flipH="1">
            <a:off x="6529357" y="3114313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08</a:t>
            </a:r>
            <a:endParaRPr sz="18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9" name="Google Shape;649;p23"/>
          <p:cNvGrpSpPr/>
          <p:nvPr/>
        </p:nvGrpSpPr>
        <p:grpSpPr>
          <a:xfrm>
            <a:off x="6946229" y="3192112"/>
            <a:ext cx="2145386" cy="1504640"/>
            <a:chOff x="6813733" y="2219378"/>
            <a:chExt cx="2145386" cy="1504640"/>
          </a:xfrm>
        </p:grpSpPr>
        <p:sp>
          <p:nvSpPr>
            <p:cNvPr id="20" name="Google Shape;650;p23"/>
            <p:cNvSpPr txBox="1"/>
            <p:nvPr/>
          </p:nvSpPr>
          <p:spPr>
            <a:xfrm flipH="1">
              <a:off x="6942529" y="2219378"/>
              <a:ext cx="201659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Application Tracking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1" name="Google Shape;651;p23"/>
            <p:cNvSpPr txBox="1"/>
            <p:nvPr/>
          </p:nvSpPr>
          <p:spPr>
            <a:xfrm>
              <a:off x="6813733" y="2733395"/>
              <a:ext cx="2001900" cy="99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5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Submit applications</a:t>
              </a:r>
              <a:endParaRPr lang="en-IN" dirty="0"/>
            </a:p>
            <a:p>
              <a:pPr marL="274320" lvl="0" indent="-167640">
                <a:buClr>
                  <a:schemeClr val="accent5"/>
                </a:buClr>
                <a:buSzPts val="1200"/>
                <a:buFont typeface="Roboto" panose="02000000000000000000"/>
                <a:buChar char="●"/>
              </a:pPr>
              <a:r>
                <a:rPr lang="en-IN" dirty="0"/>
                <a:t>Track application status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9" name="Google Shape;899;p26"/>
          <p:cNvCxnSpPr>
            <a:stCxn id="900" idx="1"/>
            <a:endCxn id="901" idx="1"/>
          </p:cNvCxnSpPr>
          <p:nvPr/>
        </p:nvCxnSpPr>
        <p:spPr>
          <a:xfrm>
            <a:off x="8859077" y="1393288"/>
            <a:ext cx="19276" cy="2091763"/>
          </a:xfrm>
          <a:prstGeom prst="bentConnector3">
            <a:avLst>
              <a:gd name="adj1" fmla="val 1285931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902" name="Google Shape;902;p26"/>
          <p:cNvCxnSpPr>
            <a:stCxn id="903" idx="6"/>
            <a:endCxn id="904" idx="1"/>
          </p:cNvCxnSpPr>
          <p:nvPr/>
        </p:nvCxnSpPr>
        <p:spPr>
          <a:xfrm flipH="1" flipV="1">
            <a:off x="2749785" y="1493620"/>
            <a:ext cx="526794" cy="11567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>
            <a:off x="698477" y="309953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FEASIBILITY STUDY</a:t>
            </a:r>
            <a:endParaRPr dirty="0"/>
          </a:p>
        </p:txBody>
      </p:sp>
      <p:sp>
        <p:nvSpPr>
          <p:cNvPr id="906" name="Google Shape;906;p26"/>
          <p:cNvSpPr/>
          <p:nvPr/>
        </p:nvSpPr>
        <p:spPr>
          <a:xfrm>
            <a:off x="3383929" y="1223225"/>
            <a:ext cx="2493600" cy="2493600"/>
          </a:xfrm>
          <a:prstGeom prst="blockArc">
            <a:avLst>
              <a:gd name="adj1" fmla="val 16200153"/>
              <a:gd name="adj2" fmla="val 0"/>
              <a:gd name="adj3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  <p:sp>
        <p:nvSpPr>
          <p:cNvPr id="907" name="Google Shape;907;p26"/>
          <p:cNvSpPr/>
          <p:nvPr/>
        </p:nvSpPr>
        <p:spPr>
          <a:xfrm flipH="1">
            <a:off x="3384069" y="1223225"/>
            <a:ext cx="2493300" cy="2493600"/>
          </a:xfrm>
          <a:prstGeom prst="blockArc">
            <a:avLst>
              <a:gd name="adj1" fmla="val 16200153"/>
              <a:gd name="adj2" fmla="val 0"/>
              <a:gd name="adj3" fmla="val 25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  <p:sp>
        <p:nvSpPr>
          <p:cNvPr id="908" name="Google Shape;908;p26"/>
          <p:cNvSpPr/>
          <p:nvPr/>
        </p:nvSpPr>
        <p:spPr>
          <a:xfrm rot="10800000">
            <a:off x="3384069" y="1223365"/>
            <a:ext cx="2493300" cy="2493300"/>
          </a:xfrm>
          <a:prstGeom prst="blockArc">
            <a:avLst>
              <a:gd name="adj1" fmla="val 16200153"/>
              <a:gd name="adj2" fmla="val 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  <p:sp>
        <p:nvSpPr>
          <p:cNvPr id="909" name="Google Shape;909;p26"/>
          <p:cNvSpPr/>
          <p:nvPr/>
        </p:nvSpPr>
        <p:spPr>
          <a:xfrm rot="10800000" flipH="1">
            <a:off x="3383929" y="1223365"/>
            <a:ext cx="2493600" cy="2493300"/>
          </a:xfrm>
          <a:prstGeom prst="blockArc">
            <a:avLst>
              <a:gd name="adj1" fmla="val 16200153"/>
              <a:gd name="adj2" fmla="val 0"/>
              <a:gd name="adj3" fmla="val 25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  <p:sp>
        <p:nvSpPr>
          <p:cNvPr id="910" name="Google Shape;910;p26"/>
          <p:cNvSpPr/>
          <p:nvPr/>
        </p:nvSpPr>
        <p:spPr>
          <a:xfrm>
            <a:off x="5322040" y="1280041"/>
            <a:ext cx="658500" cy="6585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911" name="Google Shape;911;p26"/>
          <p:cNvSpPr/>
          <p:nvPr/>
        </p:nvSpPr>
        <p:spPr>
          <a:xfrm>
            <a:off x="5322040" y="2986141"/>
            <a:ext cx="658500" cy="658500"/>
          </a:xfrm>
          <a:prstGeom prst="ellipse">
            <a:avLst/>
          </a:prstGeom>
          <a:solidFill>
            <a:schemeClr val="accent5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903" name="Google Shape;903;p26"/>
          <p:cNvSpPr/>
          <p:nvPr/>
        </p:nvSpPr>
        <p:spPr>
          <a:xfrm flipH="1">
            <a:off x="3276579" y="1280041"/>
            <a:ext cx="658500" cy="6585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912" name="Google Shape;912;p26"/>
          <p:cNvSpPr/>
          <p:nvPr/>
        </p:nvSpPr>
        <p:spPr>
          <a:xfrm flipH="1">
            <a:off x="3276579" y="2986141"/>
            <a:ext cx="658500" cy="6585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cxnSp>
        <p:nvCxnSpPr>
          <p:cNvPr id="913" name="Google Shape;913;p26"/>
          <p:cNvCxnSpPr>
            <a:stCxn id="912" idx="6"/>
            <a:endCxn id="914" idx="1"/>
          </p:cNvCxnSpPr>
          <p:nvPr/>
        </p:nvCxnSpPr>
        <p:spPr>
          <a:xfrm flipH="1">
            <a:off x="2941036" y="3315391"/>
            <a:ext cx="335543" cy="159623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5" name="Google Shape;915;p26"/>
          <p:cNvCxnSpPr>
            <a:stCxn id="910" idx="6"/>
          </p:cNvCxnSpPr>
          <p:nvPr/>
        </p:nvCxnSpPr>
        <p:spPr>
          <a:xfrm flipV="1">
            <a:off x="5980540" y="1323704"/>
            <a:ext cx="402691" cy="285587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26"/>
          <p:cNvCxnSpPr>
            <a:stCxn id="911" idx="6"/>
            <a:endCxn id="901" idx="3"/>
          </p:cNvCxnSpPr>
          <p:nvPr/>
        </p:nvCxnSpPr>
        <p:spPr>
          <a:xfrm>
            <a:off x="5980540" y="3315391"/>
            <a:ext cx="344564" cy="16966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26"/>
          <p:cNvCxnSpPr>
            <a:stCxn id="914" idx="3"/>
            <a:endCxn id="904" idx="3"/>
          </p:cNvCxnSpPr>
          <p:nvPr/>
        </p:nvCxnSpPr>
        <p:spPr>
          <a:xfrm rot="10800000" flipH="1">
            <a:off x="208009" y="1493620"/>
            <a:ext cx="69690" cy="1981394"/>
          </a:xfrm>
          <a:prstGeom prst="bentConnector3">
            <a:avLst>
              <a:gd name="adj1" fmla="val -328024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918" name="Google Shape;918;p26"/>
          <p:cNvGrpSpPr/>
          <p:nvPr/>
        </p:nvGrpSpPr>
        <p:grpSpPr>
          <a:xfrm>
            <a:off x="5474389" y="1434826"/>
            <a:ext cx="353802" cy="348926"/>
            <a:chOff x="2034675" y="3617925"/>
            <a:chExt cx="299325" cy="295200"/>
          </a:xfrm>
        </p:grpSpPr>
        <p:sp>
          <p:nvSpPr>
            <p:cNvPr id="919" name="Google Shape;919;p26"/>
            <p:cNvSpPr/>
            <p:nvPr/>
          </p:nvSpPr>
          <p:spPr>
            <a:xfrm>
              <a:off x="2195350" y="3721900"/>
              <a:ext cx="69350" cy="33900"/>
            </a:xfrm>
            <a:custGeom>
              <a:avLst/>
              <a:gdLst/>
              <a:ahLst/>
              <a:cxnLst/>
              <a:rect l="l" t="t" r="r" b="b"/>
              <a:pathLst>
                <a:path w="2774" h="1356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lnTo>
                    <a:pt x="2773" y="1355"/>
                  </a:lnTo>
                  <a:cubicBezTo>
                    <a:pt x="2773" y="599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2211900" y="3669125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2125250" y="3617925"/>
              <a:ext cx="208750" cy="208750"/>
            </a:xfrm>
            <a:custGeom>
              <a:avLst/>
              <a:gdLst/>
              <a:ahLst/>
              <a:cxnLst/>
              <a:rect l="l" t="t" r="r" b="b"/>
              <a:pathLst>
                <a:path w="8350" h="8350" extrusionOk="0">
                  <a:moveTo>
                    <a:pt x="4128" y="1387"/>
                  </a:moveTo>
                  <a:cubicBezTo>
                    <a:pt x="4884" y="1387"/>
                    <a:pt x="5514" y="2017"/>
                    <a:pt x="5514" y="2773"/>
                  </a:cubicBezTo>
                  <a:cubicBezTo>
                    <a:pt x="5514" y="3120"/>
                    <a:pt x="5357" y="3466"/>
                    <a:pt x="5136" y="3718"/>
                  </a:cubicBezTo>
                  <a:cubicBezTo>
                    <a:pt x="5766" y="4065"/>
                    <a:pt x="6176" y="4727"/>
                    <a:pt x="6176" y="5514"/>
                  </a:cubicBezTo>
                  <a:lnTo>
                    <a:pt x="6176" y="5892"/>
                  </a:lnTo>
                  <a:lnTo>
                    <a:pt x="6270" y="5892"/>
                  </a:lnTo>
                  <a:cubicBezTo>
                    <a:pt x="6270" y="6081"/>
                    <a:pt x="6113" y="6239"/>
                    <a:pt x="5924" y="6239"/>
                  </a:cubicBezTo>
                  <a:lnTo>
                    <a:pt x="2458" y="6239"/>
                  </a:lnTo>
                  <a:cubicBezTo>
                    <a:pt x="2238" y="6239"/>
                    <a:pt x="2080" y="6081"/>
                    <a:pt x="2080" y="5892"/>
                  </a:cubicBezTo>
                  <a:lnTo>
                    <a:pt x="2080" y="5514"/>
                  </a:lnTo>
                  <a:cubicBezTo>
                    <a:pt x="2080" y="4727"/>
                    <a:pt x="2521" y="4065"/>
                    <a:pt x="3151" y="3718"/>
                  </a:cubicBezTo>
                  <a:cubicBezTo>
                    <a:pt x="2931" y="3466"/>
                    <a:pt x="2773" y="3120"/>
                    <a:pt x="2773" y="2773"/>
                  </a:cubicBezTo>
                  <a:cubicBezTo>
                    <a:pt x="2773" y="2017"/>
                    <a:pt x="3403" y="1387"/>
                    <a:pt x="4128" y="1387"/>
                  </a:cubicBezTo>
                  <a:close/>
                  <a:moveTo>
                    <a:pt x="4191" y="1"/>
                  </a:moveTo>
                  <a:cubicBezTo>
                    <a:pt x="1891" y="1"/>
                    <a:pt x="1" y="1860"/>
                    <a:pt x="1" y="4191"/>
                  </a:cubicBezTo>
                  <a:cubicBezTo>
                    <a:pt x="1" y="6522"/>
                    <a:pt x="1860" y="8350"/>
                    <a:pt x="4191" y="8350"/>
                  </a:cubicBezTo>
                  <a:cubicBezTo>
                    <a:pt x="6459" y="8350"/>
                    <a:pt x="8350" y="6522"/>
                    <a:pt x="8350" y="4191"/>
                  </a:cubicBezTo>
                  <a:cubicBezTo>
                    <a:pt x="8350" y="1860"/>
                    <a:pt x="6459" y="1"/>
                    <a:pt x="4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2107150" y="3771525"/>
              <a:ext cx="73275" cy="72475"/>
            </a:xfrm>
            <a:custGeom>
              <a:avLst/>
              <a:gdLst/>
              <a:ahLst/>
              <a:cxnLst/>
              <a:rect l="l" t="t" r="r" b="b"/>
              <a:pathLst>
                <a:path w="2931" h="2899" extrusionOk="0">
                  <a:moveTo>
                    <a:pt x="504" y="0"/>
                  </a:moveTo>
                  <a:lnTo>
                    <a:pt x="378" y="126"/>
                  </a:lnTo>
                  <a:cubicBezTo>
                    <a:pt x="0" y="536"/>
                    <a:pt x="0" y="1198"/>
                    <a:pt x="378" y="1576"/>
                  </a:cubicBezTo>
                  <a:lnTo>
                    <a:pt x="1355" y="2584"/>
                  </a:lnTo>
                  <a:cubicBezTo>
                    <a:pt x="1576" y="2773"/>
                    <a:pt x="1828" y="2899"/>
                    <a:pt x="2111" y="2899"/>
                  </a:cubicBezTo>
                  <a:cubicBezTo>
                    <a:pt x="2395" y="2899"/>
                    <a:pt x="2678" y="2773"/>
                    <a:pt x="2867" y="2584"/>
                  </a:cubicBezTo>
                  <a:lnTo>
                    <a:pt x="2930" y="2458"/>
                  </a:lnTo>
                  <a:cubicBezTo>
                    <a:pt x="1828" y="1985"/>
                    <a:pt x="977" y="1071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2034675" y="3816425"/>
              <a:ext cx="100050" cy="96700"/>
            </a:xfrm>
            <a:custGeom>
              <a:avLst/>
              <a:gdLst/>
              <a:ahLst/>
              <a:cxnLst/>
              <a:rect l="l" t="t" r="r" b="b"/>
              <a:pathLst>
                <a:path w="4002" h="3868" extrusionOk="0">
                  <a:moveTo>
                    <a:pt x="2521" y="0"/>
                  </a:moveTo>
                  <a:lnTo>
                    <a:pt x="410" y="2111"/>
                  </a:lnTo>
                  <a:cubicBezTo>
                    <a:pt x="1" y="2520"/>
                    <a:pt x="1" y="3182"/>
                    <a:pt x="410" y="3560"/>
                  </a:cubicBezTo>
                  <a:cubicBezTo>
                    <a:pt x="599" y="3765"/>
                    <a:pt x="867" y="3867"/>
                    <a:pt x="1135" y="3867"/>
                  </a:cubicBezTo>
                  <a:cubicBezTo>
                    <a:pt x="1403" y="3867"/>
                    <a:pt x="1671" y="3765"/>
                    <a:pt x="1860" y="3560"/>
                  </a:cubicBezTo>
                  <a:lnTo>
                    <a:pt x="4002" y="1449"/>
                  </a:lnTo>
                  <a:cubicBezTo>
                    <a:pt x="3907" y="1418"/>
                    <a:pt x="3844" y="1323"/>
                    <a:pt x="3750" y="1260"/>
                  </a:cubicBezTo>
                  <a:lnTo>
                    <a:pt x="2773" y="252"/>
                  </a:lnTo>
                  <a:cubicBezTo>
                    <a:pt x="2679" y="189"/>
                    <a:pt x="2616" y="95"/>
                    <a:pt x="2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24" name="Google Shape;924;p26"/>
          <p:cNvGrpSpPr/>
          <p:nvPr/>
        </p:nvGrpSpPr>
        <p:grpSpPr>
          <a:xfrm>
            <a:off x="3420507" y="1424378"/>
            <a:ext cx="370645" cy="368042"/>
            <a:chOff x="-63250675" y="3744075"/>
            <a:chExt cx="320350" cy="318100"/>
          </a:xfrm>
        </p:grpSpPr>
        <p:sp>
          <p:nvSpPr>
            <p:cNvPr id="925" name="Google Shape;925;p26"/>
            <p:cNvSpPr/>
            <p:nvPr/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28" name="Google Shape;928;p26"/>
          <p:cNvGrpSpPr/>
          <p:nvPr/>
        </p:nvGrpSpPr>
        <p:grpSpPr>
          <a:xfrm>
            <a:off x="3429386" y="3141812"/>
            <a:ext cx="352886" cy="350049"/>
            <a:chOff x="946175" y="3253275"/>
            <a:chExt cx="298550" cy="296150"/>
          </a:xfrm>
        </p:grpSpPr>
        <p:sp>
          <p:nvSpPr>
            <p:cNvPr id="929" name="Google Shape;929;p26"/>
            <p:cNvSpPr/>
            <p:nvPr/>
          </p:nvSpPr>
          <p:spPr>
            <a:xfrm>
              <a:off x="946175" y="3253275"/>
              <a:ext cx="209550" cy="261500"/>
            </a:xfrm>
            <a:custGeom>
              <a:avLst/>
              <a:gdLst/>
              <a:ahLst/>
              <a:cxnLst/>
              <a:rect l="l" t="t" r="r" b="b"/>
              <a:pathLst>
                <a:path w="8382" h="10460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26"/>
            <p:cNvSpPr/>
            <p:nvPr/>
          </p:nvSpPr>
          <p:spPr>
            <a:xfrm>
              <a:off x="986350" y="3293425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1" name="Google Shape;931;p26"/>
            <p:cNvSpPr/>
            <p:nvPr/>
          </p:nvSpPr>
          <p:spPr>
            <a:xfrm>
              <a:off x="1051725" y="3359600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2" name="Google Shape;932;p26"/>
            <p:cNvSpPr/>
            <p:nvPr/>
          </p:nvSpPr>
          <p:spPr>
            <a:xfrm>
              <a:off x="980050" y="3289500"/>
              <a:ext cx="192200" cy="242600"/>
            </a:xfrm>
            <a:custGeom>
              <a:avLst/>
              <a:gdLst/>
              <a:ahLst/>
              <a:cxnLst/>
              <a:rect l="l" t="t" r="r" b="b"/>
              <a:pathLst>
                <a:path w="7688" h="9704" extrusionOk="0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26"/>
            <p:cNvSpPr/>
            <p:nvPr/>
          </p:nvSpPr>
          <p:spPr>
            <a:xfrm>
              <a:off x="1154125" y="3460400"/>
              <a:ext cx="90600" cy="89025"/>
            </a:xfrm>
            <a:custGeom>
              <a:avLst/>
              <a:gdLst/>
              <a:ahLst/>
              <a:cxnLst/>
              <a:rect l="l" t="t" r="r" b="b"/>
              <a:pathLst>
                <a:path w="3624" h="3561" extrusionOk="0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4" name="Google Shape;934;p26"/>
          <p:cNvGrpSpPr/>
          <p:nvPr/>
        </p:nvGrpSpPr>
        <p:grpSpPr>
          <a:xfrm>
            <a:off x="5475793" y="3140829"/>
            <a:ext cx="350995" cy="349133"/>
            <a:chOff x="2404875" y="3955825"/>
            <a:chExt cx="296950" cy="295375"/>
          </a:xfrm>
        </p:grpSpPr>
        <p:sp>
          <p:nvSpPr>
            <p:cNvPr id="935" name="Google Shape;935;p26"/>
            <p:cNvSpPr/>
            <p:nvPr/>
          </p:nvSpPr>
          <p:spPr>
            <a:xfrm>
              <a:off x="2404875" y="3955825"/>
              <a:ext cx="219775" cy="224500"/>
            </a:xfrm>
            <a:custGeom>
              <a:avLst/>
              <a:gdLst/>
              <a:ahLst/>
              <a:cxnLst/>
              <a:rect l="l" t="t" r="r" b="b"/>
              <a:pathLst>
                <a:path w="8791" h="8980" extrusionOk="0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6" name="Google Shape;936;p26"/>
            <p:cNvSpPr/>
            <p:nvPr/>
          </p:nvSpPr>
          <p:spPr>
            <a:xfrm>
              <a:off x="2510400" y="4024075"/>
              <a:ext cx="191425" cy="87575"/>
            </a:xfrm>
            <a:custGeom>
              <a:avLst/>
              <a:gdLst/>
              <a:ahLst/>
              <a:cxnLst/>
              <a:rect l="l" t="t" r="r" b="b"/>
              <a:pathLst>
                <a:path w="7657" h="3503" extrusionOk="0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2424550" y="4188175"/>
              <a:ext cx="189050" cy="63025"/>
            </a:xfrm>
            <a:custGeom>
              <a:avLst/>
              <a:gdLst/>
              <a:ahLst/>
              <a:cxnLst/>
              <a:rect l="l" t="t" r="r" b="b"/>
              <a:pathLst>
                <a:path w="7562" h="2521" extrusionOk="0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2457625" y="4007025"/>
              <a:ext cx="115025" cy="122100"/>
            </a:xfrm>
            <a:custGeom>
              <a:avLst/>
              <a:gdLst/>
              <a:ahLst/>
              <a:cxnLst/>
              <a:rect l="l" t="t" r="r" b="b"/>
              <a:pathLst>
                <a:path w="4601" h="4884" extrusionOk="0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9" name="Google Shape;939;p26"/>
          <p:cNvGrpSpPr/>
          <p:nvPr/>
        </p:nvGrpSpPr>
        <p:grpSpPr>
          <a:xfrm>
            <a:off x="277699" y="1205743"/>
            <a:ext cx="2472086" cy="1490807"/>
            <a:chOff x="410221" y="1381334"/>
            <a:chExt cx="2472086" cy="1143442"/>
          </a:xfrm>
        </p:grpSpPr>
        <p:sp>
          <p:nvSpPr>
            <p:cNvPr id="904" name="Google Shape;904;p26"/>
            <p:cNvSpPr/>
            <p:nvPr/>
          </p:nvSpPr>
          <p:spPr>
            <a:xfrm flipH="1">
              <a:off x="410221" y="1381334"/>
              <a:ext cx="2472086" cy="441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Technical Feasibility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940" name="Google Shape;940;p26"/>
            <p:cNvSpPr txBox="1"/>
            <p:nvPr/>
          </p:nvSpPr>
          <p:spPr>
            <a:xfrm>
              <a:off x="410221" y="2032176"/>
              <a:ext cx="2445122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Microservices and REST APIs support modular development. </a:t>
              </a:r>
              <a:endParaRPr lang="en-IN" sz="120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AI functions can be implemented as independent services.</a:t>
              </a:r>
              <a:endParaRPr lang="en-IN" sz="1200" dirty="0"/>
            </a:p>
          </p:txBody>
        </p:sp>
      </p:grpSp>
      <p:grpSp>
        <p:nvGrpSpPr>
          <p:cNvPr id="941" name="Google Shape;941;p26"/>
          <p:cNvGrpSpPr/>
          <p:nvPr/>
        </p:nvGrpSpPr>
        <p:grpSpPr>
          <a:xfrm>
            <a:off x="208009" y="3254214"/>
            <a:ext cx="2733027" cy="1202930"/>
            <a:chOff x="340531" y="3429805"/>
            <a:chExt cx="2733027" cy="1202930"/>
          </a:xfrm>
        </p:grpSpPr>
        <p:sp>
          <p:nvSpPr>
            <p:cNvPr id="914" name="Google Shape;914;p26"/>
            <p:cNvSpPr/>
            <p:nvPr/>
          </p:nvSpPr>
          <p:spPr>
            <a:xfrm flipH="1">
              <a:off x="340531" y="3429805"/>
              <a:ext cx="2733027" cy="44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800" b="1" dirty="0"/>
                <a:t>Operational Feasibility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942" name="Google Shape;942;p26"/>
            <p:cNvSpPr txBox="1"/>
            <p:nvPr/>
          </p:nvSpPr>
          <p:spPr>
            <a:xfrm>
              <a:off x="410221" y="4140135"/>
              <a:ext cx="2589615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Simplifies job discovery for candidates. </a:t>
              </a:r>
              <a:endParaRPr lang="en-IN" sz="120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Reduces manual screening effort for recruiters.</a:t>
              </a:r>
              <a:endParaRPr lang="en-IN" sz="1200" dirty="0"/>
            </a:p>
          </p:txBody>
        </p:sp>
      </p:grpSp>
      <p:grpSp>
        <p:nvGrpSpPr>
          <p:cNvPr id="943" name="Google Shape;943;p26"/>
          <p:cNvGrpSpPr/>
          <p:nvPr/>
        </p:nvGrpSpPr>
        <p:grpSpPr>
          <a:xfrm>
            <a:off x="6191980" y="1172488"/>
            <a:ext cx="2667097" cy="1272784"/>
            <a:chOff x="6715018" y="1632775"/>
            <a:chExt cx="1729500" cy="1272784"/>
          </a:xfrm>
        </p:grpSpPr>
        <p:sp>
          <p:nvSpPr>
            <p:cNvPr id="900" name="Google Shape;900;p26"/>
            <p:cNvSpPr/>
            <p:nvPr/>
          </p:nvSpPr>
          <p:spPr>
            <a:xfrm flipH="1">
              <a:off x="6715018" y="1632775"/>
              <a:ext cx="1729500" cy="44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Scalability Feasibility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944" name="Google Shape;944;p26"/>
            <p:cNvSpPr txBox="1"/>
            <p:nvPr/>
          </p:nvSpPr>
          <p:spPr>
            <a:xfrm>
              <a:off x="6774964" y="2412959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Individual services can be independently scaled. </a:t>
              </a:r>
              <a:endParaRPr lang="en-IN" sz="120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New AI features can be added without redesigning the entire system.</a:t>
              </a:r>
              <a:endParaRPr lang="en-IN" sz="1200" dirty="0"/>
            </a:p>
          </p:txBody>
        </p:sp>
      </p:grpSp>
      <p:grpSp>
        <p:nvGrpSpPr>
          <p:cNvPr id="945" name="Google Shape;945;p26"/>
          <p:cNvGrpSpPr/>
          <p:nvPr/>
        </p:nvGrpSpPr>
        <p:grpSpPr>
          <a:xfrm>
            <a:off x="6191980" y="3264251"/>
            <a:ext cx="2819498" cy="1176928"/>
            <a:chOff x="6324502" y="3499702"/>
            <a:chExt cx="2819498" cy="1176928"/>
          </a:xfrm>
        </p:grpSpPr>
        <p:sp>
          <p:nvSpPr>
            <p:cNvPr id="901" name="Google Shape;901;p26"/>
            <p:cNvSpPr/>
            <p:nvPr/>
          </p:nvSpPr>
          <p:spPr>
            <a:xfrm flipH="1">
              <a:off x="6457626" y="3499702"/>
              <a:ext cx="2553249" cy="441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Economic Feasibility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946" name="Google Shape;946;p26"/>
            <p:cNvSpPr txBox="1"/>
            <p:nvPr/>
          </p:nvSpPr>
          <p:spPr>
            <a:xfrm>
              <a:off x="6324502" y="4184030"/>
              <a:ext cx="2819498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Can be developed using commonly available development tools and frameworks. </a:t>
              </a:r>
              <a:endParaRPr lang="en-IN" sz="120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Modular design avoids unnecessary resource usage.</a:t>
              </a:r>
              <a:endParaRPr lang="en-IN" sz="1200" dirty="0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40"/>
          <p:cNvSpPr txBox="1">
            <a:spLocks noGrp="1"/>
          </p:cNvSpPr>
          <p:nvPr>
            <p:ph type="title"/>
          </p:nvPr>
        </p:nvSpPr>
        <p:spPr>
          <a:xfrm>
            <a:off x="720000" y="248165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PROJECT PLAN</a:t>
            </a:r>
            <a:endParaRPr dirty="0"/>
          </a:p>
        </p:txBody>
      </p:sp>
      <p:grpSp>
        <p:nvGrpSpPr>
          <p:cNvPr id="1977" name="Google Shape;1977;p40"/>
          <p:cNvGrpSpPr/>
          <p:nvPr/>
        </p:nvGrpSpPr>
        <p:grpSpPr>
          <a:xfrm>
            <a:off x="2972630" y="1467318"/>
            <a:ext cx="2723741" cy="3037080"/>
            <a:chOff x="2884675" y="877880"/>
            <a:chExt cx="3671305" cy="4093651"/>
          </a:xfrm>
        </p:grpSpPr>
        <p:sp>
          <p:nvSpPr>
            <p:cNvPr id="1978" name="Google Shape;1978;p40"/>
            <p:cNvSpPr/>
            <p:nvPr/>
          </p:nvSpPr>
          <p:spPr>
            <a:xfrm>
              <a:off x="3598036" y="1382839"/>
              <a:ext cx="2029800" cy="2029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9" name="Google Shape;1979;p40"/>
            <p:cNvSpPr/>
            <p:nvPr/>
          </p:nvSpPr>
          <p:spPr>
            <a:xfrm>
              <a:off x="3883702" y="2719886"/>
              <a:ext cx="1164803" cy="1303689"/>
            </a:xfrm>
            <a:custGeom>
              <a:avLst/>
              <a:gdLst/>
              <a:ahLst/>
              <a:cxnLst/>
              <a:rect l="l" t="t" r="r" b="b"/>
              <a:pathLst>
                <a:path w="7850" h="8786" extrusionOk="0">
                  <a:moveTo>
                    <a:pt x="5118" y="1"/>
                  </a:moveTo>
                  <a:lnTo>
                    <a:pt x="1678" y="280"/>
                  </a:lnTo>
                  <a:lnTo>
                    <a:pt x="1545" y="316"/>
                  </a:lnTo>
                  <a:lnTo>
                    <a:pt x="900" y="489"/>
                  </a:lnTo>
                  <a:lnTo>
                    <a:pt x="291" y="651"/>
                  </a:lnTo>
                  <a:lnTo>
                    <a:pt x="0" y="729"/>
                  </a:lnTo>
                  <a:lnTo>
                    <a:pt x="43" y="1204"/>
                  </a:lnTo>
                  <a:lnTo>
                    <a:pt x="537" y="6981"/>
                  </a:lnTo>
                  <a:lnTo>
                    <a:pt x="688" y="8734"/>
                  </a:lnTo>
                  <a:lnTo>
                    <a:pt x="693" y="8786"/>
                  </a:lnTo>
                  <a:lnTo>
                    <a:pt x="6434" y="8786"/>
                  </a:lnTo>
                  <a:lnTo>
                    <a:pt x="6491" y="7869"/>
                  </a:lnTo>
                  <a:lnTo>
                    <a:pt x="6542" y="7057"/>
                  </a:lnTo>
                  <a:lnTo>
                    <a:pt x="6577" y="6452"/>
                  </a:lnTo>
                  <a:lnTo>
                    <a:pt x="6625" y="5682"/>
                  </a:lnTo>
                  <a:lnTo>
                    <a:pt x="6651" y="5248"/>
                  </a:lnTo>
                  <a:lnTo>
                    <a:pt x="7850" y="2350"/>
                  </a:lnTo>
                  <a:lnTo>
                    <a:pt x="7136" y="634"/>
                  </a:lnTo>
                  <a:lnTo>
                    <a:pt x="7125" y="605"/>
                  </a:lnTo>
                  <a:lnTo>
                    <a:pt x="6178" y="336"/>
                  </a:lnTo>
                  <a:lnTo>
                    <a:pt x="6178" y="333"/>
                  </a:lnTo>
                  <a:lnTo>
                    <a:pt x="5849" y="230"/>
                  </a:lnTo>
                  <a:lnTo>
                    <a:pt x="51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0" name="Google Shape;1980;p40"/>
            <p:cNvSpPr/>
            <p:nvPr/>
          </p:nvSpPr>
          <p:spPr>
            <a:xfrm>
              <a:off x="4860879" y="3291887"/>
              <a:ext cx="393807" cy="274804"/>
            </a:xfrm>
            <a:custGeom>
              <a:avLst/>
              <a:gdLst/>
              <a:ahLst/>
              <a:cxnLst/>
              <a:rect l="l" t="t" r="r" b="b"/>
              <a:pathLst>
                <a:path w="2654" h="1852" extrusionOk="0">
                  <a:moveTo>
                    <a:pt x="2074" y="0"/>
                  </a:moveTo>
                  <a:cubicBezTo>
                    <a:pt x="2014" y="0"/>
                    <a:pt x="1953" y="14"/>
                    <a:pt x="1896" y="43"/>
                  </a:cubicBezTo>
                  <a:lnTo>
                    <a:pt x="279" y="849"/>
                  </a:lnTo>
                  <a:cubicBezTo>
                    <a:pt x="80" y="947"/>
                    <a:pt x="0" y="1188"/>
                    <a:pt x="99" y="1387"/>
                  </a:cubicBezTo>
                  <a:lnTo>
                    <a:pt x="220" y="1628"/>
                  </a:lnTo>
                  <a:cubicBezTo>
                    <a:pt x="290" y="1770"/>
                    <a:pt x="432" y="1851"/>
                    <a:pt x="579" y="1851"/>
                  </a:cubicBezTo>
                  <a:cubicBezTo>
                    <a:pt x="639" y="1851"/>
                    <a:pt x="701" y="1838"/>
                    <a:pt x="758" y="1809"/>
                  </a:cubicBezTo>
                  <a:lnTo>
                    <a:pt x="2374" y="1003"/>
                  </a:lnTo>
                  <a:cubicBezTo>
                    <a:pt x="2573" y="905"/>
                    <a:pt x="2654" y="663"/>
                    <a:pt x="2554" y="465"/>
                  </a:cubicBezTo>
                  <a:lnTo>
                    <a:pt x="2434" y="223"/>
                  </a:lnTo>
                  <a:cubicBezTo>
                    <a:pt x="2364" y="82"/>
                    <a:pt x="2222" y="0"/>
                    <a:pt x="2074" y="0"/>
                  </a:cubicBezTo>
                  <a:close/>
                </a:path>
              </a:pathLst>
            </a:custGeom>
            <a:solidFill>
              <a:srgbClr val="B0B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1" name="Google Shape;1981;p40"/>
            <p:cNvSpPr/>
            <p:nvPr/>
          </p:nvSpPr>
          <p:spPr>
            <a:xfrm>
              <a:off x="4739616" y="3399139"/>
              <a:ext cx="454941" cy="305223"/>
            </a:xfrm>
            <a:custGeom>
              <a:avLst/>
              <a:gdLst/>
              <a:ahLst/>
              <a:cxnLst/>
              <a:rect l="l" t="t" r="r" b="b"/>
              <a:pathLst>
                <a:path w="3066" h="2057" extrusionOk="0">
                  <a:moveTo>
                    <a:pt x="2486" y="0"/>
                  </a:moveTo>
                  <a:cubicBezTo>
                    <a:pt x="2426" y="0"/>
                    <a:pt x="2365" y="14"/>
                    <a:pt x="2308" y="43"/>
                  </a:cubicBezTo>
                  <a:lnTo>
                    <a:pt x="280" y="1053"/>
                  </a:lnTo>
                  <a:cubicBezTo>
                    <a:pt x="82" y="1153"/>
                    <a:pt x="1" y="1394"/>
                    <a:pt x="100" y="1592"/>
                  </a:cubicBezTo>
                  <a:lnTo>
                    <a:pt x="220" y="1834"/>
                  </a:lnTo>
                  <a:cubicBezTo>
                    <a:pt x="291" y="1974"/>
                    <a:pt x="433" y="2056"/>
                    <a:pt x="580" y="2056"/>
                  </a:cubicBezTo>
                  <a:cubicBezTo>
                    <a:pt x="640" y="2056"/>
                    <a:pt x="701" y="2042"/>
                    <a:pt x="759" y="2014"/>
                  </a:cubicBezTo>
                  <a:lnTo>
                    <a:pt x="2786" y="1003"/>
                  </a:lnTo>
                  <a:cubicBezTo>
                    <a:pt x="2985" y="905"/>
                    <a:pt x="3066" y="663"/>
                    <a:pt x="2966" y="465"/>
                  </a:cubicBezTo>
                  <a:lnTo>
                    <a:pt x="2846" y="223"/>
                  </a:lnTo>
                  <a:cubicBezTo>
                    <a:pt x="2776" y="82"/>
                    <a:pt x="2634" y="0"/>
                    <a:pt x="24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2" name="Google Shape;1982;p40"/>
            <p:cNvSpPr/>
            <p:nvPr/>
          </p:nvSpPr>
          <p:spPr>
            <a:xfrm>
              <a:off x="3921985" y="2660683"/>
              <a:ext cx="1018943" cy="493223"/>
            </a:xfrm>
            <a:custGeom>
              <a:avLst/>
              <a:gdLst/>
              <a:ahLst/>
              <a:cxnLst/>
              <a:rect l="l" t="t" r="r" b="b"/>
              <a:pathLst>
                <a:path w="6867" h="3324" extrusionOk="0">
                  <a:moveTo>
                    <a:pt x="3552" y="1"/>
                  </a:moveTo>
                  <a:lnTo>
                    <a:pt x="1273" y="645"/>
                  </a:lnTo>
                  <a:lnTo>
                    <a:pt x="107" y="976"/>
                  </a:lnTo>
                  <a:lnTo>
                    <a:pt x="44" y="993"/>
                  </a:lnTo>
                  <a:lnTo>
                    <a:pt x="1" y="1004"/>
                  </a:lnTo>
                  <a:cubicBezTo>
                    <a:pt x="12" y="1019"/>
                    <a:pt x="24" y="1035"/>
                    <a:pt x="33" y="1050"/>
                  </a:cubicBezTo>
                  <a:cubicBezTo>
                    <a:pt x="497" y="1698"/>
                    <a:pt x="944" y="2225"/>
                    <a:pt x="1370" y="2646"/>
                  </a:cubicBezTo>
                  <a:cubicBezTo>
                    <a:pt x="1476" y="2749"/>
                    <a:pt x="1288" y="3324"/>
                    <a:pt x="1288" y="3324"/>
                  </a:cubicBezTo>
                  <a:cubicBezTo>
                    <a:pt x="1288" y="3324"/>
                    <a:pt x="3274" y="2579"/>
                    <a:pt x="4868" y="2579"/>
                  </a:cubicBezTo>
                  <a:cubicBezTo>
                    <a:pt x="5534" y="2579"/>
                    <a:pt x="6132" y="2709"/>
                    <a:pt x="6488" y="3077"/>
                  </a:cubicBezTo>
                  <a:cubicBezTo>
                    <a:pt x="6488" y="3077"/>
                    <a:pt x="6666" y="1872"/>
                    <a:pt x="6867" y="1004"/>
                  </a:cubicBezTo>
                  <a:lnTo>
                    <a:pt x="5589" y="618"/>
                  </a:lnTo>
                  <a:lnTo>
                    <a:pt x="3552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3" name="Google Shape;1983;p40"/>
            <p:cNvSpPr/>
            <p:nvPr/>
          </p:nvSpPr>
          <p:spPr>
            <a:xfrm>
              <a:off x="4211479" y="2366002"/>
              <a:ext cx="497972" cy="614600"/>
            </a:xfrm>
            <a:custGeom>
              <a:avLst/>
              <a:gdLst/>
              <a:ahLst/>
              <a:cxnLst/>
              <a:rect l="l" t="t" r="r" b="b"/>
              <a:pathLst>
                <a:path w="3356" h="4142" extrusionOk="0">
                  <a:moveTo>
                    <a:pt x="3239" y="1"/>
                  </a:moveTo>
                  <a:lnTo>
                    <a:pt x="0" y="105"/>
                  </a:lnTo>
                  <a:lnTo>
                    <a:pt x="129" y="4142"/>
                  </a:lnTo>
                  <a:lnTo>
                    <a:pt x="2509" y="4066"/>
                  </a:lnTo>
                  <a:cubicBezTo>
                    <a:pt x="2984" y="4050"/>
                    <a:pt x="3355" y="3653"/>
                    <a:pt x="3340" y="3179"/>
                  </a:cubicBezTo>
                  <a:lnTo>
                    <a:pt x="3239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4" name="Google Shape;1984;p40"/>
            <p:cNvSpPr/>
            <p:nvPr/>
          </p:nvSpPr>
          <p:spPr>
            <a:xfrm>
              <a:off x="3637981" y="2698961"/>
              <a:ext cx="1682629" cy="1059433"/>
            </a:xfrm>
            <a:custGeom>
              <a:avLst/>
              <a:gdLst/>
              <a:ahLst/>
              <a:cxnLst/>
              <a:rect l="l" t="t" r="r" b="b"/>
              <a:pathLst>
                <a:path w="11340" h="7140" extrusionOk="0">
                  <a:moveTo>
                    <a:pt x="3937" y="1"/>
                  </a:moveTo>
                  <a:lnTo>
                    <a:pt x="3187" y="213"/>
                  </a:lnTo>
                  <a:lnTo>
                    <a:pt x="2021" y="544"/>
                  </a:lnTo>
                  <a:lnTo>
                    <a:pt x="1958" y="561"/>
                  </a:lnTo>
                  <a:lnTo>
                    <a:pt x="1915" y="572"/>
                  </a:lnTo>
                  <a:cubicBezTo>
                    <a:pt x="1261" y="750"/>
                    <a:pt x="324" y="1194"/>
                    <a:pt x="201" y="2278"/>
                  </a:cubicBezTo>
                  <a:cubicBezTo>
                    <a:pt x="114" y="3062"/>
                    <a:pt x="0" y="5004"/>
                    <a:pt x="7" y="7140"/>
                  </a:cubicBezTo>
                  <a:lnTo>
                    <a:pt x="2193" y="6948"/>
                  </a:lnTo>
                  <a:lnTo>
                    <a:pt x="3132" y="6866"/>
                  </a:lnTo>
                  <a:lnTo>
                    <a:pt x="7657" y="6469"/>
                  </a:lnTo>
                  <a:lnTo>
                    <a:pt x="8233" y="6419"/>
                  </a:lnTo>
                  <a:lnTo>
                    <a:pt x="11339" y="6148"/>
                  </a:lnTo>
                  <a:cubicBezTo>
                    <a:pt x="11060" y="4424"/>
                    <a:pt x="10353" y="1344"/>
                    <a:pt x="8798" y="572"/>
                  </a:cubicBezTo>
                  <a:lnTo>
                    <a:pt x="8792" y="601"/>
                  </a:lnTo>
                  <a:lnTo>
                    <a:pt x="8781" y="572"/>
                  </a:lnTo>
                  <a:lnTo>
                    <a:pt x="7503" y="186"/>
                  </a:lnTo>
                  <a:lnTo>
                    <a:pt x="7184" y="89"/>
                  </a:lnTo>
                  <a:lnTo>
                    <a:pt x="7184" y="89"/>
                  </a:lnTo>
                  <a:lnTo>
                    <a:pt x="8143" y="2979"/>
                  </a:lnTo>
                  <a:cubicBezTo>
                    <a:pt x="8485" y="4005"/>
                    <a:pt x="8336" y="5131"/>
                    <a:pt x="7740" y="6034"/>
                  </a:cubicBezTo>
                  <a:lnTo>
                    <a:pt x="4267" y="6269"/>
                  </a:lnTo>
                  <a:lnTo>
                    <a:pt x="4267" y="6269"/>
                  </a:lnTo>
                  <a:lnTo>
                    <a:pt x="4442" y="5823"/>
                  </a:lnTo>
                  <a:cubicBezTo>
                    <a:pt x="4681" y="5216"/>
                    <a:pt x="4746" y="4555"/>
                    <a:pt x="4633" y="3914"/>
                  </a:cubicBezTo>
                  <a:lnTo>
                    <a:pt x="3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5" name="Google Shape;1985;p40"/>
            <p:cNvSpPr/>
            <p:nvPr/>
          </p:nvSpPr>
          <p:spPr>
            <a:xfrm>
              <a:off x="4222904" y="1641615"/>
              <a:ext cx="801117" cy="1032594"/>
            </a:xfrm>
            <a:custGeom>
              <a:avLst/>
              <a:gdLst/>
              <a:ahLst/>
              <a:cxnLst/>
              <a:rect l="l" t="t" r="r" b="b"/>
              <a:pathLst>
                <a:path w="5399" h="6959" extrusionOk="0">
                  <a:moveTo>
                    <a:pt x="1996" y="1"/>
                  </a:moveTo>
                  <a:cubicBezTo>
                    <a:pt x="1224" y="1"/>
                    <a:pt x="476" y="296"/>
                    <a:pt x="1" y="1075"/>
                  </a:cubicBezTo>
                  <a:lnTo>
                    <a:pt x="3027" y="6953"/>
                  </a:lnTo>
                  <a:cubicBezTo>
                    <a:pt x="3083" y="6957"/>
                    <a:pt x="3140" y="6959"/>
                    <a:pt x="3197" y="6959"/>
                  </a:cubicBezTo>
                  <a:cubicBezTo>
                    <a:pt x="4183" y="6959"/>
                    <a:pt x="5399" y="6427"/>
                    <a:pt x="5399" y="6427"/>
                  </a:cubicBezTo>
                  <a:cubicBezTo>
                    <a:pt x="5399" y="6427"/>
                    <a:pt x="5239" y="2885"/>
                    <a:pt x="4950" y="1692"/>
                  </a:cubicBezTo>
                  <a:cubicBezTo>
                    <a:pt x="4755" y="893"/>
                    <a:pt x="3338" y="1"/>
                    <a:pt x="19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6" name="Google Shape;1986;p40"/>
            <p:cNvSpPr/>
            <p:nvPr/>
          </p:nvSpPr>
          <p:spPr>
            <a:xfrm>
              <a:off x="4353778" y="2300270"/>
              <a:ext cx="348699" cy="402710"/>
            </a:xfrm>
            <a:custGeom>
              <a:avLst/>
              <a:gdLst/>
              <a:ahLst/>
              <a:cxnLst/>
              <a:rect l="l" t="t" r="r" b="b"/>
              <a:pathLst>
                <a:path w="2350" h="2714" extrusionOk="0">
                  <a:moveTo>
                    <a:pt x="2274" y="0"/>
                  </a:moveTo>
                  <a:lnTo>
                    <a:pt x="76" y="70"/>
                  </a:lnTo>
                  <a:cubicBezTo>
                    <a:pt x="1" y="1987"/>
                    <a:pt x="746" y="2713"/>
                    <a:pt x="1723" y="2713"/>
                  </a:cubicBezTo>
                  <a:cubicBezTo>
                    <a:pt x="1924" y="2713"/>
                    <a:pt x="2134" y="2682"/>
                    <a:pt x="2349" y="2625"/>
                  </a:cubicBezTo>
                  <a:lnTo>
                    <a:pt x="22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987" name="Google Shape;1987;p40"/>
            <p:cNvGrpSpPr/>
            <p:nvPr/>
          </p:nvGrpSpPr>
          <p:grpSpPr>
            <a:xfrm>
              <a:off x="3451280" y="3067008"/>
              <a:ext cx="2029782" cy="1172232"/>
              <a:chOff x="8024559" y="1640624"/>
              <a:chExt cx="1042250" cy="684875"/>
            </a:xfrm>
          </p:grpSpPr>
          <p:sp>
            <p:nvSpPr>
              <p:cNvPr id="1988" name="Google Shape;1988;p40"/>
              <p:cNvSpPr/>
              <p:nvPr/>
            </p:nvSpPr>
            <p:spPr>
              <a:xfrm>
                <a:off x="8024559" y="1640624"/>
                <a:ext cx="293400" cy="235200"/>
              </a:xfrm>
              <a:prstGeom prst="rtTriangl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89" name="Google Shape;1989;p40"/>
              <p:cNvSpPr/>
              <p:nvPr/>
            </p:nvSpPr>
            <p:spPr>
              <a:xfrm flipH="1">
                <a:off x="8773409" y="1640624"/>
                <a:ext cx="293400" cy="235200"/>
              </a:xfrm>
              <a:prstGeom prst="rtTriangl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90" name="Google Shape;1990;p40"/>
              <p:cNvSpPr/>
              <p:nvPr/>
            </p:nvSpPr>
            <p:spPr>
              <a:xfrm>
                <a:off x="8024559" y="1848499"/>
                <a:ext cx="1042200" cy="477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991" name="Google Shape;1991;p40"/>
            <p:cNvSpPr/>
            <p:nvPr/>
          </p:nvSpPr>
          <p:spPr>
            <a:xfrm rot="-2699962">
              <a:off x="3283926" y="1453632"/>
              <a:ext cx="2530386" cy="2177345"/>
            </a:xfrm>
            <a:custGeom>
              <a:avLst/>
              <a:gdLst/>
              <a:ahLst/>
              <a:cxnLst/>
              <a:rect l="l" t="t" r="r" b="b"/>
              <a:pathLst>
                <a:path w="15792" h="14323" extrusionOk="0">
                  <a:moveTo>
                    <a:pt x="8108" y="195"/>
                  </a:moveTo>
                  <a:cubicBezTo>
                    <a:pt x="9825" y="195"/>
                    <a:pt x="11542" y="850"/>
                    <a:pt x="12852" y="2160"/>
                  </a:cubicBezTo>
                  <a:cubicBezTo>
                    <a:pt x="15473" y="4782"/>
                    <a:pt x="15473" y="9031"/>
                    <a:pt x="12852" y="11652"/>
                  </a:cubicBezTo>
                  <a:cubicBezTo>
                    <a:pt x="11542" y="12962"/>
                    <a:pt x="9825" y="13616"/>
                    <a:pt x="8108" y="13616"/>
                  </a:cubicBezTo>
                  <a:cubicBezTo>
                    <a:pt x="6390" y="13616"/>
                    <a:pt x="4672" y="12961"/>
                    <a:pt x="3361" y="11651"/>
                  </a:cubicBezTo>
                  <a:cubicBezTo>
                    <a:pt x="741" y="9031"/>
                    <a:pt x="741" y="4782"/>
                    <a:pt x="3361" y="2162"/>
                  </a:cubicBezTo>
                  <a:cubicBezTo>
                    <a:pt x="4672" y="851"/>
                    <a:pt x="6390" y="195"/>
                    <a:pt x="8108" y="195"/>
                  </a:cubicBezTo>
                  <a:close/>
                  <a:moveTo>
                    <a:pt x="8279" y="0"/>
                  </a:moveTo>
                  <a:cubicBezTo>
                    <a:pt x="6274" y="0"/>
                    <a:pt x="4231" y="794"/>
                    <a:pt x="2758" y="2267"/>
                  </a:cubicBezTo>
                  <a:cubicBezTo>
                    <a:pt x="0" y="5024"/>
                    <a:pt x="0" y="9496"/>
                    <a:pt x="2758" y="12254"/>
                  </a:cubicBezTo>
                  <a:cubicBezTo>
                    <a:pt x="4137" y="13633"/>
                    <a:pt x="5944" y="14323"/>
                    <a:pt x="7752" y="14323"/>
                  </a:cubicBezTo>
                  <a:cubicBezTo>
                    <a:pt x="9559" y="14323"/>
                    <a:pt x="11367" y="13633"/>
                    <a:pt x="12746" y="12254"/>
                  </a:cubicBezTo>
                  <a:cubicBezTo>
                    <a:pt x="15504" y="9495"/>
                    <a:pt x="15791" y="4648"/>
                    <a:pt x="13033" y="1889"/>
                  </a:cubicBezTo>
                  <a:cubicBezTo>
                    <a:pt x="11748" y="605"/>
                    <a:pt x="10028" y="0"/>
                    <a:pt x="8279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2" name="Google Shape;1992;p40"/>
            <p:cNvSpPr/>
            <p:nvPr/>
          </p:nvSpPr>
          <p:spPr>
            <a:xfrm rot="-900026">
              <a:off x="5256540" y="3101456"/>
              <a:ext cx="1058997" cy="1763066"/>
            </a:xfrm>
            <a:custGeom>
              <a:avLst/>
              <a:gdLst/>
              <a:ahLst/>
              <a:cxnLst/>
              <a:rect l="l" t="t" r="r" b="b"/>
              <a:pathLst>
                <a:path w="7137" h="11882" extrusionOk="0">
                  <a:moveTo>
                    <a:pt x="986" y="1"/>
                  </a:moveTo>
                  <a:cubicBezTo>
                    <a:pt x="932" y="1"/>
                    <a:pt x="877" y="14"/>
                    <a:pt x="826" y="41"/>
                  </a:cubicBezTo>
                  <a:lnTo>
                    <a:pt x="230" y="357"/>
                  </a:lnTo>
                  <a:cubicBezTo>
                    <a:pt x="63" y="445"/>
                    <a:pt x="0" y="650"/>
                    <a:pt x="89" y="816"/>
                  </a:cubicBezTo>
                  <a:lnTo>
                    <a:pt x="5850" y="11701"/>
                  </a:lnTo>
                  <a:cubicBezTo>
                    <a:pt x="5911" y="11816"/>
                    <a:pt x="6029" y="11882"/>
                    <a:pt x="6151" y="11882"/>
                  </a:cubicBezTo>
                  <a:cubicBezTo>
                    <a:pt x="6205" y="11882"/>
                    <a:pt x="6260" y="11869"/>
                    <a:pt x="6311" y="11842"/>
                  </a:cubicBezTo>
                  <a:lnTo>
                    <a:pt x="6906" y="11527"/>
                  </a:lnTo>
                  <a:cubicBezTo>
                    <a:pt x="7073" y="11439"/>
                    <a:pt x="7136" y="11233"/>
                    <a:pt x="7048" y="11067"/>
                  </a:cubicBezTo>
                  <a:lnTo>
                    <a:pt x="1287" y="182"/>
                  </a:lnTo>
                  <a:cubicBezTo>
                    <a:pt x="1226" y="67"/>
                    <a:pt x="1108" y="1"/>
                    <a:pt x="9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3" name="Google Shape;1993;p40"/>
            <p:cNvSpPr/>
            <p:nvPr/>
          </p:nvSpPr>
          <p:spPr>
            <a:xfrm>
              <a:off x="3304327" y="1430765"/>
              <a:ext cx="2453998" cy="2201087"/>
            </a:xfrm>
            <a:custGeom>
              <a:avLst/>
              <a:gdLst/>
              <a:ahLst/>
              <a:cxnLst/>
              <a:rect l="l" t="t" r="r" b="b"/>
              <a:pathLst>
                <a:path w="15792" h="14323" extrusionOk="0">
                  <a:moveTo>
                    <a:pt x="8108" y="195"/>
                  </a:moveTo>
                  <a:cubicBezTo>
                    <a:pt x="9825" y="195"/>
                    <a:pt x="11542" y="850"/>
                    <a:pt x="12852" y="2160"/>
                  </a:cubicBezTo>
                  <a:cubicBezTo>
                    <a:pt x="15473" y="4782"/>
                    <a:pt x="15473" y="9031"/>
                    <a:pt x="12852" y="11652"/>
                  </a:cubicBezTo>
                  <a:cubicBezTo>
                    <a:pt x="11542" y="12962"/>
                    <a:pt x="9825" y="13616"/>
                    <a:pt x="8108" y="13616"/>
                  </a:cubicBezTo>
                  <a:cubicBezTo>
                    <a:pt x="6390" y="13616"/>
                    <a:pt x="4672" y="12961"/>
                    <a:pt x="3361" y="11651"/>
                  </a:cubicBezTo>
                  <a:cubicBezTo>
                    <a:pt x="741" y="9031"/>
                    <a:pt x="741" y="4782"/>
                    <a:pt x="3361" y="2162"/>
                  </a:cubicBezTo>
                  <a:cubicBezTo>
                    <a:pt x="4672" y="851"/>
                    <a:pt x="6390" y="195"/>
                    <a:pt x="8108" y="195"/>
                  </a:cubicBezTo>
                  <a:close/>
                  <a:moveTo>
                    <a:pt x="8279" y="0"/>
                  </a:moveTo>
                  <a:cubicBezTo>
                    <a:pt x="6274" y="0"/>
                    <a:pt x="4231" y="794"/>
                    <a:pt x="2758" y="2267"/>
                  </a:cubicBezTo>
                  <a:cubicBezTo>
                    <a:pt x="0" y="5024"/>
                    <a:pt x="0" y="9496"/>
                    <a:pt x="2758" y="12254"/>
                  </a:cubicBezTo>
                  <a:cubicBezTo>
                    <a:pt x="4137" y="13633"/>
                    <a:pt x="5944" y="14323"/>
                    <a:pt x="7752" y="14323"/>
                  </a:cubicBezTo>
                  <a:cubicBezTo>
                    <a:pt x="9559" y="14323"/>
                    <a:pt x="11367" y="13633"/>
                    <a:pt x="12746" y="12254"/>
                  </a:cubicBezTo>
                  <a:cubicBezTo>
                    <a:pt x="15504" y="9495"/>
                    <a:pt x="15791" y="4648"/>
                    <a:pt x="13033" y="1889"/>
                  </a:cubicBezTo>
                  <a:cubicBezTo>
                    <a:pt x="11748" y="605"/>
                    <a:pt x="10028" y="0"/>
                    <a:pt x="82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4" name="Google Shape;1994;p40"/>
            <p:cNvSpPr/>
            <p:nvPr/>
          </p:nvSpPr>
          <p:spPr>
            <a:xfrm>
              <a:off x="4179725" y="1725152"/>
              <a:ext cx="796369" cy="860025"/>
            </a:xfrm>
            <a:custGeom>
              <a:avLst/>
              <a:gdLst/>
              <a:ahLst/>
              <a:cxnLst/>
              <a:rect l="l" t="t" r="r" b="b"/>
              <a:pathLst>
                <a:path w="5367" h="5796" extrusionOk="0">
                  <a:moveTo>
                    <a:pt x="2656" y="1"/>
                  </a:moveTo>
                  <a:cubicBezTo>
                    <a:pt x="2579" y="1"/>
                    <a:pt x="2502" y="4"/>
                    <a:pt x="2424" y="11"/>
                  </a:cubicBezTo>
                  <a:cubicBezTo>
                    <a:pt x="1028" y="137"/>
                    <a:pt x="0" y="1371"/>
                    <a:pt x="127" y="2766"/>
                  </a:cubicBezTo>
                  <a:lnTo>
                    <a:pt x="270" y="4350"/>
                  </a:lnTo>
                  <a:cubicBezTo>
                    <a:pt x="346" y="5175"/>
                    <a:pt x="1038" y="5796"/>
                    <a:pt x="1850" y="5796"/>
                  </a:cubicBezTo>
                  <a:cubicBezTo>
                    <a:pt x="1898" y="5796"/>
                    <a:pt x="1947" y="5793"/>
                    <a:pt x="1996" y="5789"/>
                  </a:cubicBezTo>
                  <a:lnTo>
                    <a:pt x="3024" y="5696"/>
                  </a:lnTo>
                  <a:cubicBezTo>
                    <a:pt x="4373" y="5574"/>
                    <a:pt x="5366" y="4382"/>
                    <a:pt x="5244" y="3034"/>
                  </a:cubicBezTo>
                  <a:lnTo>
                    <a:pt x="5178" y="2308"/>
                  </a:lnTo>
                  <a:cubicBezTo>
                    <a:pt x="5059" y="991"/>
                    <a:pt x="3953" y="1"/>
                    <a:pt x="2656" y="1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5" name="Google Shape;1995;p40"/>
            <p:cNvSpPr/>
            <p:nvPr/>
          </p:nvSpPr>
          <p:spPr>
            <a:xfrm>
              <a:off x="3952107" y="1727823"/>
              <a:ext cx="448560" cy="959886"/>
            </a:xfrm>
            <a:custGeom>
              <a:avLst/>
              <a:gdLst/>
              <a:ahLst/>
              <a:cxnLst/>
              <a:rect l="l" t="t" r="r" b="b"/>
              <a:pathLst>
                <a:path w="3023" h="6469" extrusionOk="0">
                  <a:moveTo>
                    <a:pt x="2753" y="0"/>
                  </a:moveTo>
                  <a:cubicBezTo>
                    <a:pt x="1724" y="0"/>
                    <a:pt x="812" y="526"/>
                    <a:pt x="614" y="948"/>
                  </a:cubicBezTo>
                  <a:cubicBezTo>
                    <a:pt x="132" y="1982"/>
                    <a:pt x="0" y="4439"/>
                    <a:pt x="9" y="6043"/>
                  </a:cubicBezTo>
                  <a:cubicBezTo>
                    <a:pt x="478" y="6384"/>
                    <a:pt x="1113" y="6468"/>
                    <a:pt x="1628" y="6468"/>
                  </a:cubicBezTo>
                  <a:cubicBezTo>
                    <a:pt x="2136" y="6468"/>
                    <a:pt x="2528" y="6386"/>
                    <a:pt x="2528" y="6386"/>
                  </a:cubicBezTo>
                  <a:lnTo>
                    <a:pt x="2266" y="4389"/>
                  </a:lnTo>
                  <a:lnTo>
                    <a:pt x="3023" y="13"/>
                  </a:lnTo>
                  <a:cubicBezTo>
                    <a:pt x="2932" y="4"/>
                    <a:pt x="2842" y="0"/>
                    <a:pt x="27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6" name="Google Shape;1996;p40"/>
            <p:cNvSpPr/>
            <p:nvPr/>
          </p:nvSpPr>
          <p:spPr>
            <a:xfrm>
              <a:off x="4797144" y="2095210"/>
              <a:ext cx="73598" cy="105055"/>
            </a:xfrm>
            <a:custGeom>
              <a:avLst/>
              <a:gdLst/>
              <a:ahLst/>
              <a:cxnLst/>
              <a:rect l="l" t="t" r="r" b="b"/>
              <a:pathLst>
                <a:path w="496" h="708" extrusionOk="0">
                  <a:moveTo>
                    <a:pt x="249" y="0"/>
                  </a:moveTo>
                  <a:cubicBezTo>
                    <a:pt x="111" y="0"/>
                    <a:pt x="0" y="159"/>
                    <a:pt x="0" y="355"/>
                  </a:cubicBezTo>
                  <a:cubicBezTo>
                    <a:pt x="0" y="550"/>
                    <a:pt x="111" y="708"/>
                    <a:pt x="249" y="708"/>
                  </a:cubicBezTo>
                  <a:cubicBezTo>
                    <a:pt x="385" y="708"/>
                    <a:pt x="495" y="550"/>
                    <a:pt x="495" y="355"/>
                  </a:cubicBezTo>
                  <a:cubicBezTo>
                    <a:pt x="495" y="159"/>
                    <a:pt x="385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7" name="Google Shape;1997;p40"/>
            <p:cNvSpPr/>
            <p:nvPr/>
          </p:nvSpPr>
          <p:spPr>
            <a:xfrm>
              <a:off x="4003892" y="2118357"/>
              <a:ext cx="340389" cy="316055"/>
            </a:xfrm>
            <a:custGeom>
              <a:avLst/>
              <a:gdLst/>
              <a:ahLst/>
              <a:cxnLst/>
              <a:rect l="l" t="t" r="r" b="b"/>
              <a:pathLst>
                <a:path w="2294" h="2130" extrusionOk="0">
                  <a:moveTo>
                    <a:pt x="1083" y="1"/>
                  </a:moveTo>
                  <a:cubicBezTo>
                    <a:pt x="946" y="1"/>
                    <a:pt x="815" y="39"/>
                    <a:pt x="693" y="101"/>
                  </a:cubicBezTo>
                  <a:cubicBezTo>
                    <a:pt x="0" y="452"/>
                    <a:pt x="119" y="2129"/>
                    <a:pt x="1270" y="2129"/>
                  </a:cubicBezTo>
                  <a:cubicBezTo>
                    <a:pt x="1494" y="2129"/>
                    <a:pt x="1756" y="2066"/>
                    <a:pt x="2059" y="1918"/>
                  </a:cubicBezTo>
                  <a:lnTo>
                    <a:pt x="2293" y="1122"/>
                  </a:lnTo>
                  <a:cubicBezTo>
                    <a:pt x="1859" y="277"/>
                    <a:pt x="1448" y="1"/>
                    <a:pt x="1083" y="1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8" name="Google Shape;1998;p40"/>
            <p:cNvSpPr/>
            <p:nvPr/>
          </p:nvSpPr>
          <p:spPr>
            <a:xfrm>
              <a:off x="4734230" y="1892672"/>
              <a:ext cx="191859" cy="58314"/>
            </a:xfrm>
            <a:custGeom>
              <a:avLst/>
              <a:gdLst/>
              <a:ahLst/>
              <a:cxnLst/>
              <a:rect l="l" t="t" r="r" b="b"/>
              <a:pathLst>
                <a:path w="1293" h="393" extrusionOk="0">
                  <a:moveTo>
                    <a:pt x="548" y="1"/>
                  </a:moveTo>
                  <a:cubicBezTo>
                    <a:pt x="517" y="1"/>
                    <a:pt x="485" y="3"/>
                    <a:pt x="452" y="7"/>
                  </a:cubicBezTo>
                  <a:cubicBezTo>
                    <a:pt x="0" y="69"/>
                    <a:pt x="27" y="384"/>
                    <a:pt x="615" y="392"/>
                  </a:cubicBezTo>
                  <a:cubicBezTo>
                    <a:pt x="623" y="393"/>
                    <a:pt x="630" y="393"/>
                    <a:pt x="637" y="393"/>
                  </a:cubicBezTo>
                  <a:cubicBezTo>
                    <a:pt x="1292" y="393"/>
                    <a:pt x="983" y="1"/>
                    <a:pt x="5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9" name="Google Shape;1999;p40"/>
            <p:cNvSpPr/>
            <p:nvPr/>
          </p:nvSpPr>
          <p:spPr>
            <a:xfrm>
              <a:off x="4435240" y="1919825"/>
              <a:ext cx="178653" cy="60540"/>
            </a:xfrm>
            <a:custGeom>
              <a:avLst/>
              <a:gdLst/>
              <a:ahLst/>
              <a:cxnLst/>
              <a:rect l="l" t="t" r="r" b="b"/>
              <a:pathLst>
                <a:path w="1204" h="408" extrusionOk="0">
                  <a:moveTo>
                    <a:pt x="604" y="0"/>
                  </a:moveTo>
                  <a:cubicBezTo>
                    <a:pt x="530" y="0"/>
                    <a:pt x="450" y="12"/>
                    <a:pt x="371" y="39"/>
                  </a:cubicBezTo>
                  <a:cubicBezTo>
                    <a:pt x="1" y="166"/>
                    <a:pt x="12" y="407"/>
                    <a:pt x="388" y="407"/>
                  </a:cubicBezTo>
                  <a:cubicBezTo>
                    <a:pt x="451" y="407"/>
                    <a:pt x="523" y="400"/>
                    <a:pt x="606" y="385"/>
                  </a:cubicBezTo>
                  <a:cubicBezTo>
                    <a:pt x="1203" y="276"/>
                    <a:pt x="967" y="0"/>
                    <a:pt x="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0" name="Google Shape;2000;p40"/>
            <p:cNvSpPr/>
            <p:nvPr/>
          </p:nvSpPr>
          <p:spPr>
            <a:xfrm>
              <a:off x="4569971" y="2351015"/>
              <a:ext cx="174201" cy="92442"/>
            </a:xfrm>
            <a:custGeom>
              <a:avLst/>
              <a:gdLst/>
              <a:ahLst/>
              <a:cxnLst/>
              <a:rect l="l" t="t" r="r" b="b"/>
              <a:pathLst>
                <a:path w="1174" h="623" extrusionOk="0">
                  <a:moveTo>
                    <a:pt x="564" y="0"/>
                  </a:moveTo>
                  <a:cubicBezTo>
                    <a:pt x="446" y="0"/>
                    <a:pt x="314" y="8"/>
                    <a:pt x="168" y="26"/>
                  </a:cubicBezTo>
                  <a:cubicBezTo>
                    <a:pt x="60" y="40"/>
                    <a:pt x="1" y="165"/>
                    <a:pt x="62" y="254"/>
                  </a:cubicBezTo>
                  <a:cubicBezTo>
                    <a:pt x="247" y="527"/>
                    <a:pt x="425" y="622"/>
                    <a:pt x="584" y="622"/>
                  </a:cubicBezTo>
                  <a:cubicBezTo>
                    <a:pt x="810" y="622"/>
                    <a:pt x="997" y="429"/>
                    <a:pt x="1109" y="277"/>
                  </a:cubicBezTo>
                  <a:cubicBezTo>
                    <a:pt x="1174" y="189"/>
                    <a:pt x="1128" y="64"/>
                    <a:pt x="1020" y="42"/>
                  </a:cubicBezTo>
                  <a:cubicBezTo>
                    <a:pt x="911" y="20"/>
                    <a:pt x="758" y="0"/>
                    <a:pt x="564" y="0"/>
                  </a:cubicBezTo>
                  <a:close/>
                </a:path>
              </a:pathLst>
            </a:custGeom>
            <a:solidFill>
              <a:srgbClr val="FDFA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1" name="Google Shape;2001;p40"/>
            <p:cNvSpPr/>
            <p:nvPr/>
          </p:nvSpPr>
          <p:spPr>
            <a:xfrm>
              <a:off x="4704702" y="2063160"/>
              <a:ext cx="150460" cy="274359"/>
            </a:xfrm>
            <a:custGeom>
              <a:avLst/>
              <a:gdLst/>
              <a:ahLst/>
              <a:cxnLst/>
              <a:rect l="l" t="t" r="r" b="b"/>
              <a:pathLst>
                <a:path w="1014" h="1849" extrusionOk="0">
                  <a:moveTo>
                    <a:pt x="201" y="0"/>
                  </a:moveTo>
                  <a:lnTo>
                    <a:pt x="0" y="102"/>
                  </a:lnTo>
                  <a:cubicBezTo>
                    <a:pt x="185" y="465"/>
                    <a:pt x="399" y="699"/>
                    <a:pt x="603" y="896"/>
                  </a:cubicBezTo>
                  <a:cubicBezTo>
                    <a:pt x="763" y="1052"/>
                    <a:pt x="752" y="1249"/>
                    <a:pt x="689" y="1380"/>
                  </a:cubicBezTo>
                  <a:cubicBezTo>
                    <a:pt x="630" y="1502"/>
                    <a:pt x="502" y="1624"/>
                    <a:pt x="311" y="1624"/>
                  </a:cubicBezTo>
                  <a:cubicBezTo>
                    <a:pt x="292" y="1624"/>
                    <a:pt x="273" y="1623"/>
                    <a:pt x="253" y="1620"/>
                  </a:cubicBezTo>
                  <a:lnTo>
                    <a:pt x="226" y="1843"/>
                  </a:lnTo>
                  <a:cubicBezTo>
                    <a:pt x="253" y="1846"/>
                    <a:pt x="281" y="1848"/>
                    <a:pt x="308" y="1848"/>
                  </a:cubicBezTo>
                  <a:cubicBezTo>
                    <a:pt x="557" y="1848"/>
                    <a:pt x="781" y="1708"/>
                    <a:pt x="891" y="1477"/>
                  </a:cubicBezTo>
                  <a:cubicBezTo>
                    <a:pt x="1013" y="1222"/>
                    <a:pt x="961" y="932"/>
                    <a:pt x="760" y="735"/>
                  </a:cubicBezTo>
                  <a:cubicBezTo>
                    <a:pt x="570" y="551"/>
                    <a:pt x="370" y="334"/>
                    <a:pt x="2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2" name="Google Shape;2002;p40"/>
            <p:cNvSpPr/>
            <p:nvPr/>
          </p:nvSpPr>
          <p:spPr>
            <a:xfrm>
              <a:off x="4113102" y="2226080"/>
              <a:ext cx="141112" cy="124196"/>
            </a:xfrm>
            <a:custGeom>
              <a:avLst/>
              <a:gdLst/>
              <a:ahLst/>
              <a:cxnLst/>
              <a:rect l="l" t="t" r="r" b="b"/>
              <a:pathLst>
                <a:path w="951" h="837" extrusionOk="0">
                  <a:moveTo>
                    <a:pt x="142" y="1"/>
                  </a:moveTo>
                  <a:lnTo>
                    <a:pt x="0" y="175"/>
                  </a:lnTo>
                  <a:lnTo>
                    <a:pt x="807" y="836"/>
                  </a:lnTo>
                  <a:lnTo>
                    <a:pt x="950" y="663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3" name="Google Shape;2003;p40"/>
            <p:cNvSpPr/>
            <p:nvPr/>
          </p:nvSpPr>
          <p:spPr>
            <a:xfrm>
              <a:off x="4537772" y="2114351"/>
              <a:ext cx="73449" cy="105203"/>
            </a:xfrm>
            <a:custGeom>
              <a:avLst/>
              <a:gdLst/>
              <a:ahLst/>
              <a:cxnLst/>
              <a:rect l="l" t="t" r="r" b="b"/>
              <a:pathLst>
                <a:path w="495" h="709" extrusionOk="0">
                  <a:moveTo>
                    <a:pt x="247" y="0"/>
                  </a:moveTo>
                  <a:cubicBezTo>
                    <a:pt x="110" y="0"/>
                    <a:pt x="1" y="159"/>
                    <a:pt x="1" y="355"/>
                  </a:cubicBezTo>
                  <a:cubicBezTo>
                    <a:pt x="1" y="550"/>
                    <a:pt x="110" y="708"/>
                    <a:pt x="247" y="708"/>
                  </a:cubicBezTo>
                  <a:cubicBezTo>
                    <a:pt x="384" y="708"/>
                    <a:pt x="494" y="550"/>
                    <a:pt x="494" y="355"/>
                  </a:cubicBezTo>
                  <a:cubicBezTo>
                    <a:pt x="494" y="159"/>
                    <a:pt x="384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4" name="Google Shape;2004;p40"/>
            <p:cNvSpPr/>
            <p:nvPr/>
          </p:nvSpPr>
          <p:spPr>
            <a:xfrm>
              <a:off x="4222756" y="1725449"/>
              <a:ext cx="271095" cy="325551"/>
            </a:xfrm>
            <a:custGeom>
              <a:avLst/>
              <a:gdLst/>
              <a:ahLst/>
              <a:cxnLst/>
              <a:rect l="l" t="t" r="r" b="b"/>
              <a:pathLst>
                <a:path w="1827" h="2194" extrusionOk="0">
                  <a:moveTo>
                    <a:pt x="1490" y="1"/>
                  </a:moveTo>
                  <a:cubicBezTo>
                    <a:pt x="957" y="1"/>
                    <a:pt x="1" y="262"/>
                    <a:pt x="211" y="2194"/>
                  </a:cubicBezTo>
                  <a:cubicBezTo>
                    <a:pt x="1733" y="2142"/>
                    <a:pt x="1826" y="37"/>
                    <a:pt x="1826" y="37"/>
                  </a:cubicBezTo>
                  <a:cubicBezTo>
                    <a:pt x="1826" y="37"/>
                    <a:pt x="1687" y="1"/>
                    <a:pt x="14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5" name="Google Shape;2005;p40"/>
            <p:cNvSpPr/>
            <p:nvPr/>
          </p:nvSpPr>
          <p:spPr>
            <a:xfrm>
              <a:off x="4493702" y="1692509"/>
              <a:ext cx="450341" cy="329558"/>
            </a:xfrm>
            <a:custGeom>
              <a:avLst/>
              <a:gdLst/>
              <a:ahLst/>
              <a:cxnLst/>
              <a:rect l="l" t="t" r="r" b="b"/>
              <a:pathLst>
                <a:path w="3035" h="2221" extrusionOk="0">
                  <a:moveTo>
                    <a:pt x="1039" y="0"/>
                  </a:moveTo>
                  <a:cubicBezTo>
                    <a:pt x="667" y="0"/>
                    <a:pt x="301" y="97"/>
                    <a:pt x="0" y="259"/>
                  </a:cubicBezTo>
                  <a:cubicBezTo>
                    <a:pt x="1179" y="374"/>
                    <a:pt x="2537" y="1362"/>
                    <a:pt x="3034" y="2220"/>
                  </a:cubicBezTo>
                  <a:cubicBezTo>
                    <a:pt x="2896" y="580"/>
                    <a:pt x="1948" y="0"/>
                    <a:pt x="10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6" name="Google Shape;2006;p40"/>
            <p:cNvSpPr/>
            <p:nvPr/>
          </p:nvSpPr>
          <p:spPr>
            <a:xfrm rot="-900026">
              <a:off x="5286863" y="2982296"/>
              <a:ext cx="1058997" cy="1763066"/>
            </a:xfrm>
            <a:custGeom>
              <a:avLst/>
              <a:gdLst/>
              <a:ahLst/>
              <a:cxnLst/>
              <a:rect l="l" t="t" r="r" b="b"/>
              <a:pathLst>
                <a:path w="7137" h="11882" extrusionOk="0">
                  <a:moveTo>
                    <a:pt x="986" y="1"/>
                  </a:moveTo>
                  <a:cubicBezTo>
                    <a:pt x="932" y="1"/>
                    <a:pt x="877" y="14"/>
                    <a:pt x="826" y="41"/>
                  </a:cubicBezTo>
                  <a:lnTo>
                    <a:pt x="230" y="357"/>
                  </a:lnTo>
                  <a:cubicBezTo>
                    <a:pt x="63" y="445"/>
                    <a:pt x="0" y="650"/>
                    <a:pt x="89" y="816"/>
                  </a:cubicBezTo>
                  <a:lnTo>
                    <a:pt x="5850" y="11701"/>
                  </a:lnTo>
                  <a:cubicBezTo>
                    <a:pt x="5911" y="11816"/>
                    <a:pt x="6029" y="11882"/>
                    <a:pt x="6151" y="11882"/>
                  </a:cubicBezTo>
                  <a:cubicBezTo>
                    <a:pt x="6205" y="11882"/>
                    <a:pt x="6260" y="11869"/>
                    <a:pt x="6311" y="11842"/>
                  </a:cubicBezTo>
                  <a:lnTo>
                    <a:pt x="6906" y="11527"/>
                  </a:lnTo>
                  <a:cubicBezTo>
                    <a:pt x="7073" y="11439"/>
                    <a:pt x="7136" y="11233"/>
                    <a:pt x="7048" y="11067"/>
                  </a:cubicBezTo>
                  <a:lnTo>
                    <a:pt x="1287" y="182"/>
                  </a:lnTo>
                  <a:cubicBezTo>
                    <a:pt x="1226" y="67"/>
                    <a:pt x="1108" y="1"/>
                    <a:pt x="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7" name="Google Shape;2007;p40"/>
            <p:cNvSpPr/>
            <p:nvPr/>
          </p:nvSpPr>
          <p:spPr>
            <a:xfrm>
              <a:off x="3364443" y="1399311"/>
              <a:ext cx="2343256" cy="2125283"/>
            </a:xfrm>
            <a:custGeom>
              <a:avLst/>
              <a:gdLst/>
              <a:ahLst/>
              <a:cxnLst/>
              <a:rect l="l" t="t" r="r" b="b"/>
              <a:pathLst>
                <a:path w="15792" h="14323" extrusionOk="0">
                  <a:moveTo>
                    <a:pt x="8108" y="195"/>
                  </a:moveTo>
                  <a:cubicBezTo>
                    <a:pt x="9825" y="195"/>
                    <a:pt x="11542" y="850"/>
                    <a:pt x="12852" y="2160"/>
                  </a:cubicBezTo>
                  <a:cubicBezTo>
                    <a:pt x="15473" y="4782"/>
                    <a:pt x="15473" y="9031"/>
                    <a:pt x="12852" y="11652"/>
                  </a:cubicBezTo>
                  <a:cubicBezTo>
                    <a:pt x="11542" y="12962"/>
                    <a:pt x="9825" y="13616"/>
                    <a:pt x="8108" y="13616"/>
                  </a:cubicBezTo>
                  <a:cubicBezTo>
                    <a:pt x="6390" y="13616"/>
                    <a:pt x="4672" y="12961"/>
                    <a:pt x="3361" y="11651"/>
                  </a:cubicBezTo>
                  <a:cubicBezTo>
                    <a:pt x="741" y="9031"/>
                    <a:pt x="741" y="4782"/>
                    <a:pt x="3361" y="2162"/>
                  </a:cubicBezTo>
                  <a:cubicBezTo>
                    <a:pt x="4672" y="851"/>
                    <a:pt x="6390" y="195"/>
                    <a:pt x="8108" y="195"/>
                  </a:cubicBezTo>
                  <a:close/>
                  <a:moveTo>
                    <a:pt x="8279" y="0"/>
                  </a:moveTo>
                  <a:cubicBezTo>
                    <a:pt x="6274" y="0"/>
                    <a:pt x="4231" y="794"/>
                    <a:pt x="2758" y="2267"/>
                  </a:cubicBezTo>
                  <a:cubicBezTo>
                    <a:pt x="0" y="5024"/>
                    <a:pt x="0" y="9496"/>
                    <a:pt x="2758" y="12254"/>
                  </a:cubicBezTo>
                  <a:cubicBezTo>
                    <a:pt x="4137" y="13633"/>
                    <a:pt x="5944" y="14323"/>
                    <a:pt x="7752" y="14323"/>
                  </a:cubicBezTo>
                  <a:cubicBezTo>
                    <a:pt x="9559" y="14323"/>
                    <a:pt x="11367" y="13633"/>
                    <a:pt x="12746" y="12254"/>
                  </a:cubicBezTo>
                  <a:cubicBezTo>
                    <a:pt x="15504" y="9495"/>
                    <a:pt x="15791" y="4648"/>
                    <a:pt x="13033" y="1889"/>
                  </a:cubicBezTo>
                  <a:cubicBezTo>
                    <a:pt x="11748" y="605"/>
                    <a:pt x="10028" y="0"/>
                    <a:pt x="82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8" name="Google Shape;2008;p40"/>
            <p:cNvSpPr/>
            <p:nvPr/>
          </p:nvSpPr>
          <p:spPr>
            <a:xfrm rot="-900026">
              <a:off x="3357358" y="1299191"/>
              <a:ext cx="2368017" cy="2157464"/>
            </a:xfrm>
            <a:custGeom>
              <a:avLst/>
              <a:gdLst/>
              <a:ahLst/>
              <a:cxnLst/>
              <a:rect l="l" t="t" r="r" b="b"/>
              <a:pathLst>
                <a:path w="15959" h="14540" extrusionOk="0">
                  <a:moveTo>
                    <a:pt x="7980" y="619"/>
                  </a:moveTo>
                  <a:cubicBezTo>
                    <a:pt x="9683" y="619"/>
                    <a:pt x="11385" y="1268"/>
                    <a:pt x="12682" y="2567"/>
                  </a:cubicBezTo>
                  <a:cubicBezTo>
                    <a:pt x="15281" y="5164"/>
                    <a:pt x="15281" y="9376"/>
                    <a:pt x="12682" y="11974"/>
                  </a:cubicBezTo>
                  <a:cubicBezTo>
                    <a:pt x="11385" y="13272"/>
                    <a:pt x="9683" y="13921"/>
                    <a:pt x="7980" y="13921"/>
                  </a:cubicBezTo>
                  <a:cubicBezTo>
                    <a:pt x="6278" y="13921"/>
                    <a:pt x="4575" y="13272"/>
                    <a:pt x="3276" y="11973"/>
                  </a:cubicBezTo>
                  <a:cubicBezTo>
                    <a:pt x="680" y="9376"/>
                    <a:pt x="680" y="5164"/>
                    <a:pt x="3276" y="2568"/>
                  </a:cubicBezTo>
                  <a:cubicBezTo>
                    <a:pt x="4575" y="1269"/>
                    <a:pt x="6278" y="619"/>
                    <a:pt x="7980" y="619"/>
                  </a:cubicBezTo>
                  <a:close/>
                  <a:moveTo>
                    <a:pt x="7979" y="1"/>
                  </a:moveTo>
                  <a:cubicBezTo>
                    <a:pt x="6119" y="1"/>
                    <a:pt x="4258" y="711"/>
                    <a:pt x="2839" y="2130"/>
                  </a:cubicBezTo>
                  <a:cubicBezTo>
                    <a:pt x="0" y="4969"/>
                    <a:pt x="0" y="9572"/>
                    <a:pt x="2839" y="12411"/>
                  </a:cubicBezTo>
                  <a:cubicBezTo>
                    <a:pt x="4258" y="13830"/>
                    <a:pt x="6119" y="14539"/>
                    <a:pt x="7979" y="14539"/>
                  </a:cubicBezTo>
                  <a:cubicBezTo>
                    <a:pt x="9839" y="14539"/>
                    <a:pt x="11700" y="13830"/>
                    <a:pt x="13119" y="12411"/>
                  </a:cubicBezTo>
                  <a:cubicBezTo>
                    <a:pt x="15959" y="9571"/>
                    <a:pt x="15959" y="4970"/>
                    <a:pt x="13119" y="2130"/>
                  </a:cubicBezTo>
                  <a:cubicBezTo>
                    <a:pt x="11700" y="711"/>
                    <a:pt x="9839" y="1"/>
                    <a:pt x="7979" y="1"/>
                  </a:cubicBezTo>
                  <a:close/>
                </a:path>
              </a:pathLst>
            </a:custGeom>
            <a:solidFill>
              <a:srgbClr val="D5D8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9" name="Google Shape;2009;p40"/>
            <p:cNvSpPr/>
            <p:nvPr/>
          </p:nvSpPr>
          <p:spPr>
            <a:xfrm rot="-900026">
              <a:off x="5024966" y="3129041"/>
              <a:ext cx="454937" cy="305220"/>
            </a:xfrm>
            <a:custGeom>
              <a:avLst/>
              <a:gdLst/>
              <a:ahLst/>
              <a:cxnLst/>
              <a:rect l="l" t="t" r="r" b="b"/>
              <a:pathLst>
                <a:path w="3066" h="2057" extrusionOk="0">
                  <a:moveTo>
                    <a:pt x="2486" y="0"/>
                  </a:moveTo>
                  <a:cubicBezTo>
                    <a:pt x="2426" y="0"/>
                    <a:pt x="2365" y="14"/>
                    <a:pt x="2308" y="43"/>
                  </a:cubicBezTo>
                  <a:lnTo>
                    <a:pt x="280" y="1053"/>
                  </a:lnTo>
                  <a:cubicBezTo>
                    <a:pt x="82" y="1153"/>
                    <a:pt x="1" y="1394"/>
                    <a:pt x="100" y="1592"/>
                  </a:cubicBezTo>
                  <a:lnTo>
                    <a:pt x="220" y="1834"/>
                  </a:lnTo>
                  <a:cubicBezTo>
                    <a:pt x="291" y="1974"/>
                    <a:pt x="433" y="2056"/>
                    <a:pt x="580" y="2056"/>
                  </a:cubicBezTo>
                  <a:cubicBezTo>
                    <a:pt x="640" y="2056"/>
                    <a:pt x="701" y="2042"/>
                    <a:pt x="759" y="2014"/>
                  </a:cubicBezTo>
                  <a:lnTo>
                    <a:pt x="2786" y="1003"/>
                  </a:lnTo>
                  <a:cubicBezTo>
                    <a:pt x="2985" y="905"/>
                    <a:pt x="3066" y="663"/>
                    <a:pt x="2966" y="465"/>
                  </a:cubicBezTo>
                  <a:lnTo>
                    <a:pt x="2846" y="223"/>
                  </a:lnTo>
                  <a:cubicBezTo>
                    <a:pt x="2776" y="82"/>
                    <a:pt x="2634" y="0"/>
                    <a:pt x="24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011" name="Google Shape;2011;p40"/>
          <p:cNvSpPr txBox="1"/>
          <p:nvPr/>
        </p:nvSpPr>
        <p:spPr>
          <a:xfrm>
            <a:off x="-150815" y="968565"/>
            <a:ext cx="838745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01</a:t>
            </a:r>
            <a:endParaRPr sz="1800" u="sng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2012" name="Google Shape;2012;p40"/>
          <p:cNvGrpSpPr/>
          <p:nvPr/>
        </p:nvGrpSpPr>
        <p:grpSpPr>
          <a:xfrm>
            <a:off x="553247" y="941540"/>
            <a:ext cx="2671472" cy="1007045"/>
            <a:chOff x="1010443" y="1301355"/>
            <a:chExt cx="1729500" cy="1007045"/>
          </a:xfrm>
        </p:grpSpPr>
        <p:sp>
          <p:nvSpPr>
            <p:cNvPr id="2013" name="Google Shape;2013;p40"/>
            <p:cNvSpPr/>
            <p:nvPr/>
          </p:nvSpPr>
          <p:spPr>
            <a:xfrm flipH="1">
              <a:off x="1010443" y="1301355"/>
              <a:ext cx="1729500" cy="441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600" dirty="0"/>
                <a:t>Research &amp; Planning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014" name="Google Shape;2014;p40"/>
            <p:cNvSpPr txBox="1"/>
            <p:nvPr/>
          </p:nvSpPr>
          <p:spPr>
            <a:xfrm>
              <a:off x="1088293" y="1815800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Literature Survey</a:t>
              </a:r>
              <a:br>
                <a:rPr lang="en-IN" dirty="0"/>
              </a:br>
              <a:r>
                <a:rPr lang="en-IN" dirty="0"/>
                <a:t>Requirement Analysis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2015" name="Google Shape;2015;p40"/>
          <p:cNvSpPr txBox="1"/>
          <p:nvPr/>
        </p:nvSpPr>
        <p:spPr>
          <a:xfrm>
            <a:off x="-155014" y="2395168"/>
            <a:ext cx="838745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02</a:t>
            </a:r>
            <a:endParaRPr sz="1800"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2016" name="Google Shape;2016;p40"/>
          <p:cNvGrpSpPr/>
          <p:nvPr/>
        </p:nvGrpSpPr>
        <p:grpSpPr>
          <a:xfrm>
            <a:off x="553247" y="2368143"/>
            <a:ext cx="2658497" cy="1013219"/>
            <a:chOff x="1014643" y="2503206"/>
            <a:chExt cx="1721100" cy="1013219"/>
          </a:xfrm>
        </p:grpSpPr>
        <p:sp>
          <p:nvSpPr>
            <p:cNvPr id="2017" name="Google Shape;2017;p40"/>
            <p:cNvSpPr/>
            <p:nvPr/>
          </p:nvSpPr>
          <p:spPr>
            <a:xfrm flipH="1">
              <a:off x="1014643" y="2503206"/>
              <a:ext cx="1721100" cy="44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600" dirty="0"/>
                <a:t>System Design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018" name="Google Shape;2018;p40"/>
            <p:cNvSpPr txBox="1"/>
            <p:nvPr/>
          </p:nvSpPr>
          <p:spPr>
            <a:xfrm>
              <a:off x="1088293" y="3023825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dirty="0"/>
                <a:t>Architecture Design</a:t>
              </a:r>
              <a:br>
                <a:rPr lang="en-IN" dirty="0"/>
              </a:br>
              <a:r>
                <a:rPr lang="en-IN" dirty="0"/>
                <a:t>Database Design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2019" name="Google Shape;2019;p40"/>
          <p:cNvSpPr txBox="1"/>
          <p:nvPr/>
        </p:nvSpPr>
        <p:spPr>
          <a:xfrm>
            <a:off x="-139976" y="3808865"/>
            <a:ext cx="838745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03</a:t>
            </a:r>
            <a:endParaRPr sz="1800"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2020" name="Google Shape;2020;p40"/>
          <p:cNvGrpSpPr/>
          <p:nvPr/>
        </p:nvGrpSpPr>
        <p:grpSpPr>
          <a:xfrm>
            <a:off x="627250" y="3774084"/>
            <a:ext cx="2658497" cy="1142535"/>
            <a:chOff x="1014643" y="3704006"/>
            <a:chExt cx="1721100" cy="1142535"/>
          </a:xfrm>
        </p:grpSpPr>
        <p:sp>
          <p:nvSpPr>
            <p:cNvPr id="2021" name="Google Shape;2021;p40"/>
            <p:cNvSpPr/>
            <p:nvPr/>
          </p:nvSpPr>
          <p:spPr>
            <a:xfrm flipH="1">
              <a:off x="1014643" y="3704006"/>
              <a:ext cx="1721100" cy="44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600" dirty="0"/>
                <a:t>Core Development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022" name="Google Shape;2022;p40"/>
            <p:cNvSpPr txBox="1"/>
            <p:nvPr/>
          </p:nvSpPr>
          <p:spPr>
            <a:xfrm>
              <a:off x="1088293" y="4353941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Authentication</a:t>
              </a:r>
              <a:br>
                <a:rPr lang="en-IN" dirty="0"/>
              </a:br>
              <a:r>
                <a:rPr lang="en-IN" dirty="0"/>
                <a:t>Profiles &amp; Resumes</a:t>
              </a:r>
              <a:br>
                <a:rPr lang="en-IN" dirty="0"/>
              </a:br>
              <a:r>
                <a:rPr lang="en-IN" dirty="0"/>
                <a:t>Jobs &amp; Internships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2023" name="Google Shape;2023;p40"/>
          <p:cNvSpPr txBox="1"/>
          <p:nvPr/>
        </p:nvSpPr>
        <p:spPr>
          <a:xfrm>
            <a:off x="5493018" y="976318"/>
            <a:ext cx="625941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04</a:t>
            </a:r>
            <a:endParaRPr sz="1800"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2024" name="Google Shape;2024;p40"/>
          <p:cNvGrpSpPr/>
          <p:nvPr/>
        </p:nvGrpSpPr>
        <p:grpSpPr>
          <a:xfrm>
            <a:off x="6246409" y="941536"/>
            <a:ext cx="2828653" cy="1172735"/>
            <a:chOff x="6381800" y="1301352"/>
            <a:chExt cx="1724100" cy="1172735"/>
          </a:xfrm>
        </p:grpSpPr>
        <p:sp>
          <p:nvSpPr>
            <p:cNvPr id="2025" name="Google Shape;2025;p40"/>
            <p:cNvSpPr/>
            <p:nvPr/>
          </p:nvSpPr>
          <p:spPr>
            <a:xfrm flipH="1">
              <a:off x="6381800" y="1301352"/>
              <a:ext cx="1724100" cy="441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600" dirty="0"/>
                <a:t>AI Development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026" name="Google Shape;2026;p40"/>
            <p:cNvSpPr txBox="1"/>
            <p:nvPr/>
          </p:nvSpPr>
          <p:spPr>
            <a:xfrm>
              <a:off x="6455363" y="1981487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dirty="0"/>
                <a:t>Matching</a:t>
              </a:r>
              <a:br>
                <a:rPr lang="en-IN" dirty="0"/>
              </a:br>
              <a:r>
                <a:rPr lang="en-IN" dirty="0"/>
                <a:t>Recommendations</a:t>
              </a:r>
              <a:br>
                <a:rPr lang="en-IN" dirty="0"/>
              </a:br>
              <a:r>
                <a:rPr lang="en-IN" dirty="0"/>
                <a:t>Skill-Gap Analysis</a:t>
              </a:r>
              <a:br>
                <a:rPr lang="en-IN" dirty="0"/>
              </a:br>
              <a:r>
                <a:rPr lang="en-IN" dirty="0"/>
                <a:t>Explainability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2027" name="Google Shape;2027;p40"/>
          <p:cNvSpPr txBox="1"/>
          <p:nvPr/>
        </p:nvSpPr>
        <p:spPr>
          <a:xfrm>
            <a:off x="5488819" y="2402924"/>
            <a:ext cx="625941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05</a:t>
            </a:r>
            <a:endParaRPr sz="1800"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2028" name="Google Shape;2028;p40"/>
          <p:cNvGrpSpPr/>
          <p:nvPr/>
        </p:nvGrpSpPr>
        <p:grpSpPr>
          <a:xfrm>
            <a:off x="6246266" y="2368142"/>
            <a:ext cx="2823731" cy="1151786"/>
            <a:chOff x="6383300" y="2503206"/>
            <a:chExt cx="1721100" cy="1151786"/>
          </a:xfrm>
        </p:grpSpPr>
        <p:sp>
          <p:nvSpPr>
            <p:cNvPr id="2029" name="Google Shape;2029;p40"/>
            <p:cNvSpPr/>
            <p:nvPr/>
          </p:nvSpPr>
          <p:spPr>
            <a:xfrm flipH="1">
              <a:off x="6383300" y="2503206"/>
              <a:ext cx="1721100" cy="441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dirty="0"/>
                <a:t>Recruitment Workflow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030" name="Google Shape;2030;p40"/>
            <p:cNvSpPr txBox="1"/>
            <p:nvPr/>
          </p:nvSpPr>
          <p:spPr>
            <a:xfrm>
              <a:off x="6474121" y="3162392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dirty="0"/>
                <a:t>Applicant Ranking</a:t>
              </a:r>
              <a:br>
                <a:rPr lang="en-IN" dirty="0"/>
              </a:br>
              <a:r>
                <a:rPr lang="en-IN" dirty="0"/>
                <a:t>Screening</a:t>
              </a:r>
              <a:br>
                <a:rPr lang="en-IN" dirty="0"/>
              </a:br>
              <a:r>
                <a:rPr lang="en-IN" dirty="0"/>
                <a:t>Application Tracking</a:t>
              </a:r>
              <a:br>
                <a:rPr lang="en-IN" dirty="0"/>
              </a:br>
              <a:r>
                <a:rPr lang="en-IN" dirty="0"/>
                <a:t>Notifications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2031" name="Google Shape;2031;p40"/>
          <p:cNvSpPr txBox="1"/>
          <p:nvPr/>
        </p:nvSpPr>
        <p:spPr>
          <a:xfrm>
            <a:off x="5562822" y="3808865"/>
            <a:ext cx="625941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06</a:t>
            </a:r>
            <a:endParaRPr sz="1800"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2032" name="Google Shape;2032;p40"/>
          <p:cNvGrpSpPr/>
          <p:nvPr/>
        </p:nvGrpSpPr>
        <p:grpSpPr>
          <a:xfrm>
            <a:off x="6320269" y="3774083"/>
            <a:ext cx="2823731" cy="1142536"/>
            <a:chOff x="6383300" y="3704006"/>
            <a:chExt cx="1721100" cy="1142536"/>
          </a:xfrm>
        </p:grpSpPr>
        <p:sp>
          <p:nvSpPr>
            <p:cNvPr id="2033" name="Google Shape;2033;p40"/>
            <p:cNvSpPr/>
            <p:nvPr/>
          </p:nvSpPr>
          <p:spPr>
            <a:xfrm flipH="1">
              <a:off x="6383300" y="3704006"/>
              <a:ext cx="1721100" cy="4416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dirty="0"/>
                <a:t>Integration &amp; Testing</a:t>
              </a: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034" name="Google Shape;2034;p40"/>
            <p:cNvSpPr txBox="1"/>
            <p:nvPr/>
          </p:nvSpPr>
          <p:spPr>
            <a:xfrm>
              <a:off x="6456949" y="4353942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dirty="0"/>
                <a:t>Service Integration</a:t>
              </a:r>
              <a:br>
                <a:rPr lang="en-IN" dirty="0"/>
              </a:br>
              <a:r>
                <a:rPr lang="en-IN" dirty="0"/>
                <a:t>Testing</a:t>
              </a:r>
              <a:br>
                <a:rPr lang="en-IN" dirty="0"/>
              </a:br>
              <a:r>
                <a:rPr lang="en-IN" dirty="0"/>
                <a:t>Deployment</a:t>
              </a:r>
              <a:br>
                <a:rPr lang="en-IN" dirty="0"/>
              </a:br>
              <a:r>
                <a:rPr lang="en-IN" dirty="0"/>
                <a:t>Documentation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8"/>
          <p:cNvSpPr/>
          <p:nvPr/>
        </p:nvSpPr>
        <p:spPr>
          <a:xfrm>
            <a:off x="122800" y="880079"/>
            <a:ext cx="2927411" cy="3692257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996" name="Google Shape;996;p28"/>
          <p:cNvGraphicFramePr/>
          <p:nvPr/>
        </p:nvGraphicFramePr>
        <p:xfrm>
          <a:off x="122800" y="880079"/>
          <a:ext cx="3011339" cy="3978707"/>
        </p:xfrm>
        <a:graphic>
          <a:graphicData uri="http://schemas.openxmlformats.org/drawingml/2006/table">
            <a:tbl>
              <a:tblPr>
                <a:noFill/>
                <a:tableStyleId>{CD1A021F-8C0E-4362-855C-B3FDB9A31177}</a:tableStyleId>
              </a:tblPr>
              <a:tblGrid>
                <a:gridCol w="3011339"/>
              </a:tblGrid>
              <a:tr h="8026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Fira Sans Extra Condensed SemiBold" panose="020B0603050000020004"/>
                        <a:ea typeface="Fira Sans Extra Condensed SemiBold" panose="020B0603050000020004"/>
                        <a:cs typeface="Fira Sans Extra Condensed SemiBold" panose="020B0603050000020004"/>
                        <a:sym typeface="Fira Sans Extra Condensed SemiBold" panose="020B06030500000200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63200">
                <a:tc>
                  <a:txBody>
                    <a:bodyPr/>
                    <a:lstStyle/>
                    <a:p>
                      <a:pPr marL="1524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 panose="02000000000000000000"/>
                        <a:buNone/>
                        <a:defRPr/>
                      </a:pPr>
                      <a:r>
                        <a:rPr lang="en-IN" sz="1600" b="1" dirty="0"/>
                        <a:t>Relevant Opportunities</a:t>
                      </a:r>
                      <a:endParaRPr lang="en-IN" sz="1600" b="1" dirty="0">
                        <a:solidFill>
                          <a:schemeClr val="dk1"/>
                        </a:solidFill>
                        <a:latin typeface="Fira Sans Extra Condensed SemiBold" panose="020B0603050000020004"/>
                        <a:ea typeface="Fira Sans Extra Condensed SemiBold" panose="020B0603050000020004"/>
                        <a:cs typeface="Fira Sans Extra Condensed SemiBold" panose="020B0603050000020004"/>
                        <a:sym typeface="Fira Sans Extra Condensed SemiBold" panose="020B0603050000020004"/>
                      </a:endParaRPr>
                    </a:p>
                    <a:p>
                      <a:pPr marL="1524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 panose="02000000000000000000"/>
                        <a:buNone/>
                        <a:defRPr/>
                      </a:pPr>
                      <a:r>
                        <a:rPr lang="en-US" sz="1300" dirty="0"/>
                        <a:t>Find jobs and internships suited to their profiles.</a:t>
                      </a:r>
                      <a:endParaRPr lang="en-US" sz="1300" dirty="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63200">
                <a:tc>
                  <a:txBody>
                    <a:bodyPr/>
                    <a:lstStyle/>
                    <a:p>
                      <a:pPr marL="1524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 panose="02000000000000000000"/>
                        <a:buNone/>
                        <a:defRPr/>
                      </a:pPr>
                      <a:r>
                        <a:rPr lang="en-IN" sz="1600" b="1" dirty="0"/>
                        <a:t>Skill-Gap Awareness</a:t>
                      </a:r>
                      <a:endParaRPr lang="en-IN" sz="1600" b="1" dirty="0">
                        <a:solidFill>
                          <a:schemeClr val="dk1"/>
                        </a:solidFill>
                        <a:latin typeface="Fira Sans Extra Condensed SemiBold" panose="020B0603050000020004"/>
                        <a:ea typeface="Fira Sans Extra Condensed SemiBold" panose="020B0603050000020004"/>
                        <a:cs typeface="Fira Sans Extra Condensed SemiBold" panose="020B0603050000020004"/>
                        <a:sym typeface="Fira Sans Extra Condensed SemiBold" panose="020B0603050000020004"/>
                      </a:endParaRPr>
                    </a:p>
                    <a:p>
                      <a:pPr marL="1524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 panose="02000000000000000000"/>
                        <a:buNone/>
                        <a:defRPr/>
                      </a:pPr>
                      <a:r>
                        <a:rPr lang="en-US" sz="1300" dirty="0"/>
                        <a:t>Understand missing skills required for opportunities.</a:t>
                      </a:r>
                      <a:endParaRPr lang="en-US" sz="1300" dirty="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63200">
                <a:tc>
                  <a:txBody>
                    <a:bodyPr/>
                    <a:lstStyle/>
                    <a:p>
                      <a:pPr marL="1524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 panose="02000000000000000000"/>
                        <a:buNone/>
                        <a:defRPr/>
                      </a:pPr>
                      <a:r>
                        <a:rPr lang="en-IN" sz="1600" b="1" dirty="0"/>
                        <a:t>Clear Recommendation</a:t>
                      </a:r>
                      <a:endParaRPr lang="en-IN" sz="1600" b="1" dirty="0"/>
                    </a:p>
                    <a:p>
                      <a:pPr marL="1524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 panose="02000000000000000000"/>
                        <a:buNone/>
                        <a:defRPr/>
                      </a:pPr>
                      <a:r>
                        <a:rPr lang="en-US" sz="1300" dirty="0"/>
                        <a:t>Understand why an opportunity is recommended.</a:t>
                      </a:r>
                      <a:endParaRPr lang="en-US" sz="1300"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1524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 panose="02000000000000000000"/>
                        <a:buNone/>
                        <a:defRPr/>
                      </a:pPr>
                      <a:endParaRPr lang="en-IN" sz="1600" b="1" dirty="0">
                        <a:latin typeface="Fira Sans Extra Condensed SemiBold" panose="020B0603050000020004"/>
                        <a:ea typeface="Fira Sans Extra Condensed SemiBold" panose="020B0603050000020004"/>
                        <a:cs typeface="Fira Sans Extra Condensed SemiBold" panose="020B0603050000020004"/>
                        <a:sym typeface="Fira Sans Extra Condensed SemiBold" panose="020B0603050000020004"/>
                      </a:endParaRPr>
                    </a:p>
                    <a:p>
                      <a:pPr marL="457200" lvl="0" indent="-3048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 panose="02000000000000000000"/>
                        <a:buChar char="●"/>
                      </a:pPr>
                      <a:endParaRPr sz="1200"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97" name="Google Shape;997;p28"/>
          <p:cNvSpPr txBox="1">
            <a:spLocks noGrp="1"/>
          </p:cNvSpPr>
          <p:nvPr>
            <p:ph type="title"/>
          </p:nvPr>
        </p:nvSpPr>
        <p:spPr>
          <a:xfrm>
            <a:off x="720000" y="89311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EXPECTED OUTCOME</a:t>
            </a:r>
            <a:endParaRPr dirty="0"/>
          </a:p>
        </p:txBody>
      </p:sp>
      <p:grpSp>
        <p:nvGrpSpPr>
          <p:cNvPr id="998" name="Google Shape;998;p28"/>
          <p:cNvGrpSpPr/>
          <p:nvPr/>
        </p:nvGrpSpPr>
        <p:grpSpPr>
          <a:xfrm flipH="1">
            <a:off x="3215671" y="1256254"/>
            <a:ext cx="1109377" cy="2277372"/>
            <a:chOff x="2346075" y="2426700"/>
            <a:chExt cx="1109377" cy="2277372"/>
          </a:xfrm>
        </p:grpSpPr>
        <p:sp>
          <p:nvSpPr>
            <p:cNvPr id="999" name="Google Shape;999;p28"/>
            <p:cNvSpPr/>
            <p:nvPr/>
          </p:nvSpPr>
          <p:spPr>
            <a:xfrm>
              <a:off x="3369061" y="2669378"/>
              <a:ext cx="61199" cy="206776"/>
            </a:xfrm>
            <a:custGeom>
              <a:avLst/>
              <a:gdLst/>
              <a:ahLst/>
              <a:cxnLst/>
              <a:rect l="l" t="t" r="r" b="b"/>
              <a:pathLst>
                <a:path w="1101" h="3720" extrusionOk="0">
                  <a:moveTo>
                    <a:pt x="307" y="1"/>
                  </a:moveTo>
                  <a:lnTo>
                    <a:pt x="0" y="3653"/>
                  </a:lnTo>
                  <a:lnTo>
                    <a:pt x="794" y="3719"/>
                  </a:lnTo>
                  <a:lnTo>
                    <a:pt x="1100" y="67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3291688" y="2569049"/>
              <a:ext cx="83266" cy="307107"/>
            </a:xfrm>
            <a:custGeom>
              <a:avLst/>
              <a:gdLst/>
              <a:ahLst/>
              <a:cxnLst/>
              <a:rect l="l" t="t" r="r" b="b"/>
              <a:pathLst>
                <a:path w="1498" h="5525" extrusionOk="0">
                  <a:moveTo>
                    <a:pt x="306" y="1"/>
                  </a:moveTo>
                  <a:lnTo>
                    <a:pt x="0" y="5458"/>
                  </a:lnTo>
                  <a:lnTo>
                    <a:pt x="1191" y="5524"/>
                  </a:lnTo>
                  <a:lnTo>
                    <a:pt x="1498" y="67"/>
                  </a:lnTo>
                  <a:lnTo>
                    <a:pt x="3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1" name="Google Shape;1001;p28"/>
            <p:cNvSpPr/>
            <p:nvPr/>
          </p:nvSpPr>
          <p:spPr>
            <a:xfrm>
              <a:off x="3236382" y="2626578"/>
              <a:ext cx="61199" cy="249243"/>
            </a:xfrm>
            <a:custGeom>
              <a:avLst/>
              <a:gdLst/>
              <a:ahLst/>
              <a:cxnLst/>
              <a:rect l="l" t="t" r="r" b="b"/>
              <a:pathLst>
                <a:path w="1101" h="4484" extrusionOk="0">
                  <a:moveTo>
                    <a:pt x="307" y="0"/>
                  </a:moveTo>
                  <a:lnTo>
                    <a:pt x="0" y="4429"/>
                  </a:lnTo>
                  <a:lnTo>
                    <a:pt x="794" y="4484"/>
                  </a:lnTo>
                  <a:lnTo>
                    <a:pt x="1100" y="5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2" name="Google Shape;1002;p28"/>
            <p:cNvSpPr/>
            <p:nvPr/>
          </p:nvSpPr>
          <p:spPr>
            <a:xfrm>
              <a:off x="3130494" y="2649923"/>
              <a:ext cx="94494" cy="228621"/>
            </a:xfrm>
            <a:custGeom>
              <a:avLst/>
              <a:gdLst/>
              <a:ahLst/>
              <a:cxnLst/>
              <a:rect l="l" t="t" r="r" b="b"/>
              <a:pathLst>
                <a:path w="1700" h="4113" extrusionOk="0">
                  <a:moveTo>
                    <a:pt x="1184" y="1"/>
                  </a:moveTo>
                  <a:lnTo>
                    <a:pt x="1" y="154"/>
                  </a:lnTo>
                  <a:lnTo>
                    <a:pt x="517" y="4113"/>
                  </a:lnTo>
                  <a:lnTo>
                    <a:pt x="1700" y="3960"/>
                  </a:lnTo>
                  <a:lnTo>
                    <a:pt x="11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3" name="Google Shape;1003;p28"/>
            <p:cNvSpPr/>
            <p:nvPr/>
          </p:nvSpPr>
          <p:spPr>
            <a:xfrm>
              <a:off x="3043227" y="2547761"/>
              <a:ext cx="104889" cy="330564"/>
            </a:xfrm>
            <a:custGeom>
              <a:avLst/>
              <a:gdLst/>
              <a:ahLst/>
              <a:cxnLst/>
              <a:rect l="l" t="t" r="r" b="b"/>
              <a:pathLst>
                <a:path w="1887" h="5947" extrusionOk="0">
                  <a:moveTo>
                    <a:pt x="1186" y="1"/>
                  </a:moveTo>
                  <a:lnTo>
                    <a:pt x="0" y="144"/>
                  </a:lnTo>
                  <a:lnTo>
                    <a:pt x="701" y="5946"/>
                  </a:lnTo>
                  <a:lnTo>
                    <a:pt x="1886" y="5802"/>
                  </a:lnTo>
                  <a:lnTo>
                    <a:pt x="11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4" name="Google Shape;1004;p28"/>
            <p:cNvSpPr/>
            <p:nvPr/>
          </p:nvSpPr>
          <p:spPr>
            <a:xfrm>
              <a:off x="2987921" y="2595340"/>
              <a:ext cx="82822" cy="282094"/>
            </a:xfrm>
            <a:custGeom>
              <a:avLst/>
              <a:gdLst/>
              <a:ahLst/>
              <a:cxnLst/>
              <a:rect l="l" t="t" r="r" b="b"/>
              <a:pathLst>
                <a:path w="1490" h="5075" extrusionOk="0">
                  <a:moveTo>
                    <a:pt x="788" y="1"/>
                  </a:moveTo>
                  <a:lnTo>
                    <a:pt x="1" y="112"/>
                  </a:lnTo>
                  <a:lnTo>
                    <a:pt x="701" y="5074"/>
                  </a:lnTo>
                  <a:lnTo>
                    <a:pt x="1489" y="4962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5" name="Google Shape;1005;p28"/>
            <p:cNvSpPr/>
            <p:nvPr/>
          </p:nvSpPr>
          <p:spPr>
            <a:xfrm>
              <a:off x="2910603" y="2572384"/>
              <a:ext cx="104778" cy="306273"/>
            </a:xfrm>
            <a:custGeom>
              <a:avLst/>
              <a:gdLst/>
              <a:ahLst/>
              <a:cxnLst/>
              <a:rect l="l" t="t" r="r" b="b"/>
              <a:pathLst>
                <a:path w="1885" h="5510" extrusionOk="0">
                  <a:moveTo>
                    <a:pt x="1184" y="0"/>
                  </a:moveTo>
                  <a:lnTo>
                    <a:pt x="0" y="154"/>
                  </a:lnTo>
                  <a:lnTo>
                    <a:pt x="701" y="5509"/>
                  </a:lnTo>
                  <a:lnTo>
                    <a:pt x="1884" y="5354"/>
                  </a:lnTo>
                  <a:lnTo>
                    <a:pt x="11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6" name="Google Shape;1006;p28"/>
            <p:cNvSpPr/>
            <p:nvPr/>
          </p:nvSpPr>
          <p:spPr>
            <a:xfrm>
              <a:off x="2806717" y="2426700"/>
              <a:ext cx="89270" cy="372586"/>
            </a:xfrm>
            <a:custGeom>
              <a:avLst/>
              <a:gdLst/>
              <a:ahLst/>
              <a:cxnLst/>
              <a:rect l="l" t="t" r="r" b="b"/>
              <a:pathLst>
                <a:path w="1606" h="6703" extrusionOk="0">
                  <a:moveTo>
                    <a:pt x="962" y="1"/>
                  </a:moveTo>
                  <a:cubicBezTo>
                    <a:pt x="747" y="2248"/>
                    <a:pt x="426" y="4486"/>
                    <a:pt x="0" y="6702"/>
                  </a:cubicBezTo>
                  <a:lnTo>
                    <a:pt x="721" y="6503"/>
                  </a:lnTo>
                  <a:cubicBezTo>
                    <a:pt x="1518" y="4443"/>
                    <a:pt x="1605" y="2115"/>
                    <a:pt x="9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7" name="Google Shape;1007;p28"/>
            <p:cNvSpPr/>
            <p:nvPr/>
          </p:nvSpPr>
          <p:spPr>
            <a:xfrm>
              <a:off x="2750799" y="2466887"/>
              <a:ext cx="96496" cy="307830"/>
            </a:xfrm>
            <a:custGeom>
              <a:avLst/>
              <a:gdLst/>
              <a:ahLst/>
              <a:cxnLst/>
              <a:rect l="l" t="t" r="r" b="b"/>
              <a:pathLst>
                <a:path w="1736" h="5538" extrusionOk="0">
                  <a:moveTo>
                    <a:pt x="964" y="0"/>
                  </a:moveTo>
                  <a:lnTo>
                    <a:pt x="964" y="0"/>
                  </a:lnTo>
                  <a:cubicBezTo>
                    <a:pt x="159" y="1618"/>
                    <a:pt x="0" y="3547"/>
                    <a:pt x="530" y="5275"/>
                  </a:cubicBezTo>
                  <a:lnTo>
                    <a:pt x="1212" y="5538"/>
                  </a:lnTo>
                  <a:cubicBezTo>
                    <a:pt x="1736" y="3742"/>
                    <a:pt x="706" y="1715"/>
                    <a:pt x="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8" name="Google Shape;1008;p28"/>
            <p:cNvSpPr/>
            <p:nvPr/>
          </p:nvSpPr>
          <p:spPr>
            <a:xfrm>
              <a:off x="2837899" y="2526472"/>
              <a:ext cx="139852" cy="252967"/>
            </a:xfrm>
            <a:custGeom>
              <a:avLst/>
              <a:gdLst/>
              <a:ahLst/>
              <a:cxnLst/>
              <a:rect l="l" t="t" r="r" b="b"/>
              <a:pathLst>
                <a:path w="2516" h="4551" extrusionOk="0">
                  <a:moveTo>
                    <a:pt x="2516" y="1"/>
                  </a:moveTo>
                  <a:cubicBezTo>
                    <a:pt x="1463" y="1178"/>
                    <a:pt x="841" y="780"/>
                    <a:pt x="458" y="2739"/>
                  </a:cubicBezTo>
                  <a:cubicBezTo>
                    <a:pt x="381" y="3127"/>
                    <a:pt x="1" y="4551"/>
                    <a:pt x="471" y="4551"/>
                  </a:cubicBezTo>
                  <a:cubicBezTo>
                    <a:pt x="478" y="4551"/>
                    <a:pt x="486" y="4550"/>
                    <a:pt x="494" y="4549"/>
                  </a:cubicBezTo>
                  <a:cubicBezTo>
                    <a:pt x="1004" y="4503"/>
                    <a:pt x="1192" y="2984"/>
                    <a:pt x="1450" y="2231"/>
                  </a:cubicBezTo>
                  <a:cubicBezTo>
                    <a:pt x="1800" y="1216"/>
                    <a:pt x="2220" y="737"/>
                    <a:pt x="25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9" name="Google Shape;1009;p28"/>
            <p:cNvSpPr/>
            <p:nvPr/>
          </p:nvSpPr>
          <p:spPr>
            <a:xfrm>
              <a:off x="2806272" y="2507129"/>
              <a:ext cx="89825" cy="255691"/>
            </a:xfrm>
            <a:custGeom>
              <a:avLst/>
              <a:gdLst/>
              <a:ahLst/>
              <a:cxnLst/>
              <a:rect l="l" t="t" r="r" b="b"/>
              <a:pathLst>
                <a:path w="1616" h="4600" extrusionOk="0">
                  <a:moveTo>
                    <a:pt x="525" y="0"/>
                  </a:moveTo>
                  <a:lnTo>
                    <a:pt x="525" y="0"/>
                  </a:lnTo>
                  <a:cubicBezTo>
                    <a:pt x="434" y="502"/>
                    <a:pt x="498" y="1019"/>
                    <a:pt x="571" y="1524"/>
                  </a:cubicBezTo>
                  <a:cubicBezTo>
                    <a:pt x="644" y="2029"/>
                    <a:pt x="727" y="2540"/>
                    <a:pt x="674" y="3048"/>
                  </a:cubicBezTo>
                  <a:cubicBezTo>
                    <a:pt x="620" y="3555"/>
                    <a:pt x="410" y="4070"/>
                    <a:pt x="0" y="4375"/>
                  </a:cubicBezTo>
                  <a:lnTo>
                    <a:pt x="991" y="4599"/>
                  </a:lnTo>
                  <a:cubicBezTo>
                    <a:pt x="1465" y="3927"/>
                    <a:pt x="1616" y="3037"/>
                    <a:pt x="1390" y="2245"/>
                  </a:cubicBezTo>
                  <a:cubicBezTo>
                    <a:pt x="1163" y="1447"/>
                    <a:pt x="629" y="824"/>
                    <a:pt x="5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0" name="Google Shape;1010;p28"/>
            <p:cNvSpPr/>
            <p:nvPr/>
          </p:nvSpPr>
          <p:spPr>
            <a:xfrm>
              <a:off x="2720395" y="2507129"/>
              <a:ext cx="93160" cy="272311"/>
            </a:xfrm>
            <a:custGeom>
              <a:avLst/>
              <a:gdLst/>
              <a:ahLst/>
              <a:cxnLst/>
              <a:rect l="l" t="t" r="r" b="b"/>
              <a:pathLst>
                <a:path w="1676" h="4899" extrusionOk="0">
                  <a:moveTo>
                    <a:pt x="486" y="0"/>
                  </a:moveTo>
                  <a:lnTo>
                    <a:pt x="486" y="0"/>
                  </a:lnTo>
                  <a:cubicBezTo>
                    <a:pt x="1" y="2037"/>
                    <a:pt x="372" y="3631"/>
                    <a:pt x="1055" y="4899"/>
                  </a:cubicBezTo>
                  <a:lnTo>
                    <a:pt x="1676" y="4803"/>
                  </a:lnTo>
                  <a:cubicBezTo>
                    <a:pt x="1676" y="4803"/>
                    <a:pt x="970" y="1378"/>
                    <a:pt x="4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2740627" y="2727407"/>
              <a:ext cx="163809" cy="151247"/>
            </a:xfrm>
            <a:custGeom>
              <a:avLst/>
              <a:gdLst/>
              <a:ahLst/>
              <a:cxnLst/>
              <a:rect l="l" t="t" r="r" b="b"/>
              <a:pathLst>
                <a:path w="2947" h="2721" extrusionOk="0">
                  <a:moveTo>
                    <a:pt x="194" y="0"/>
                  </a:moveTo>
                  <a:cubicBezTo>
                    <a:pt x="85" y="0"/>
                    <a:pt x="0" y="94"/>
                    <a:pt x="14" y="203"/>
                  </a:cubicBezTo>
                  <a:lnTo>
                    <a:pt x="320" y="2562"/>
                  </a:lnTo>
                  <a:cubicBezTo>
                    <a:pt x="332" y="2653"/>
                    <a:pt x="409" y="2720"/>
                    <a:pt x="499" y="2720"/>
                  </a:cubicBezTo>
                  <a:lnTo>
                    <a:pt x="2385" y="2720"/>
                  </a:lnTo>
                  <a:cubicBezTo>
                    <a:pt x="2474" y="2720"/>
                    <a:pt x="2550" y="2655"/>
                    <a:pt x="2563" y="2568"/>
                  </a:cubicBezTo>
                  <a:lnTo>
                    <a:pt x="2728" y="1503"/>
                  </a:lnTo>
                  <a:lnTo>
                    <a:pt x="2930" y="207"/>
                  </a:lnTo>
                  <a:cubicBezTo>
                    <a:pt x="2946" y="98"/>
                    <a:pt x="2863" y="0"/>
                    <a:pt x="27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2803660" y="2727407"/>
              <a:ext cx="101109" cy="116061"/>
            </a:xfrm>
            <a:custGeom>
              <a:avLst/>
              <a:gdLst/>
              <a:ahLst/>
              <a:cxnLst/>
              <a:rect l="l" t="t" r="r" b="b"/>
              <a:pathLst>
                <a:path w="1819" h="2088" extrusionOk="0">
                  <a:moveTo>
                    <a:pt x="0" y="0"/>
                  </a:moveTo>
                  <a:cubicBezTo>
                    <a:pt x="434" y="1130"/>
                    <a:pt x="1006" y="1749"/>
                    <a:pt x="1515" y="2088"/>
                  </a:cubicBezTo>
                  <a:lnTo>
                    <a:pt x="1795" y="287"/>
                  </a:lnTo>
                  <a:cubicBezTo>
                    <a:pt x="1818" y="135"/>
                    <a:pt x="1701" y="0"/>
                    <a:pt x="15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3" name="Google Shape;1013;p28"/>
            <p:cNvSpPr/>
            <p:nvPr/>
          </p:nvSpPr>
          <p:spPr>
            <a:xfrm>
              <a:off x="2645245" y="2862864"/>
              <a:ext cx="810207" cy="48470"/>
            </a:xfrm>
            <a:custGeom>
              <a:avLst/>
              <a:gdLst/>
              <a:ahLst/>
              <a:cxnLst/>
              <a:rect l="l" t="t" r="r" b="b"/>
              <a:pathLst>
                <a:path w="14576" h="872" extrusionOk="0">
                  <a:moveTo>
                    <a:pt x="0" y="1"/>
                  </a:moveTo>
                  <a:lnTo>
                    <a:pt x="0" y="872"/>
                  </a:lnTo>
                  <a:lnTo>
                    <a:pt x="14576" y="872"/>
                  </a:lnTo>
                  <a:lnTo>
                    <a:pt x="14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4" name="Google Shape;1014;p28"/>
            <p:cNvSpPr/>
            <p:nvPr/>
          </p:nvSpPr>
          <p:spPr>
            <a:xfrm>
              <a:off x="2999927" y="2927063"/>
              <a:ext cx="98886" cy="311665"/>
            </a:xfrm>
            <a:custGeom>
              <a:avLst/>
              <a:gdLst/>
              <a:ahLst/>
              <a:cxnLst/>
              <a:rect l="l" t="t" r="r" b="b"/>
              <a:pathLst>
                <a:path w="1779" h="5607" extrusionOk="0">
                  <a:moveTo>
                    <a:pt x="661" y="0"/>
                  </a:moveTo>
                  <a:lnTo>
                    <a:pt x="1" y="5472"/>
                  </a:lnTo>
                  <a:lnTo>
                    <a:pt x="1118" y="5606"/>
                  </a:lnTo>
                  <a:lnTo>
                    <a:pt x="1778" y="135"/>
                  </a:lnTo>
                  <a:lnTo>
                    <a:pt x="6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5" name="Google Shape;1015;p28"/>
            <p:cNvSpPr/>
            <p:nvPr/>
          </p:nvSpPr>
          <p:spPr>
            <a:xfrm>
              <a:off x="3072909" y="2971919"/>
              <a:ext cx="78041" cy="265974"/>
            </a:xfrm>
            <a:custGeom>
              <a:avLst/>
              <a:gdLst/>
              <a:ahLst/>
              <a:cxnLst/>
              <a:rect l="l" t="t" r="r" b="b"/>
              <a:pathLst>
                <a:path w="1404" h="4785" extrusionOk="0">
                  <a:moveTo>
                    <a:pt x="661" y="0"/>
                  </a:moveTo>
                  <a:lnTo>
                    <a:pt x="0" y="4679"/>
                  </a:lnTo>
                  <a:lnTo>
                    <a:pt x="743" y="4785"/>
                  </a:lnTo>
                  <a:lnTo>
                    <a:pt x="1404" y="106"/>
                  </a:lnTo>
                  <a:lnTo>
                    <a:pt x="6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6" name="Google Shape;1016;p28"/>
            <p:cNvSpPr/>
            <p:nvPr/>
          </p:nvSpPr>
          <p:spPr>
            <a:xfrm>
              <a:off x="3125102" y="2950241"/>
              <a:ext cx="98830" cy="288820"/>
            </a:xfrm>
            <a:custGeom>
              <a:avLst/>
              <a:gdLst/>
              <a:ahLst/>
              <a:cxnLst/>
              <a:rect l="l" t="t" r="r" b="b"/>
              <a:pathLst>
                <a:path w="1778" h="5196" extrusionOk="0">
                  <a:moveTo>
                    <a:pt x="662" y="1"/>
                  </a:moveTo>
                  <a:lnTo>
                    <a:pt x="1" y="5049"/>
                  </a:lnTo>
                  <a:lnTo>
                    <a:pt x="1117" y="5195"/>
                  </a:lnTo>
                  <a:lnTo>
                    <a:pt x="1777" y="147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7" name="Google Shape;1017;p28"/>
            <p:cNvSpPr/>
            <p:nvPr/>
          </p:nvSpPr>
          <p:spPr>
            <a:xfrm>
              <a:off x="3148392" y="3158735"/>
              <a:ext cx="266085" cy="64423"/>
            </a:xfrm>
            <a:custGeom>
              <a:avLst/>
              <a:gdLst/>
              <a:ahLst/>
              <a:cxnLst/>
              <a:rect l="l" t="t" r="r" b="b"/>
              <a:pathLst>
                <a:path w="4787" h="1159" extrusionOk="0">
                  <a:moveTo>
                    <a:pt x="0" y="0"/>
                  </a:moveTo>
                  <a:lnTo>
                    <a:pt x="0" y="1158"/>
                  </a:lnTo>
                  <a:lnTo>
                    <a:pt x="4787" y="1158"/>
                  </a:lnTo>
                  <a:lnTo>
                    <a:pt x="47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8" name="Google Shape;1018;p28"/>
            <p:cNvSpPr/>
            <p:nvPr/>
          </p:nvSpPr>
          <p:spPr>
            <a:xfrm>
              <a:off x="3179074" y="3092591"/>
              <a:ext cx="199828" cy="56252"/>
            </a:xfrm>
            <a:custGeom>
              <a:avLst/>
              <a:gdLst/>
              <a:ahLst/>
              <a:cxnLst/>
              <a:rect l="l" t="t" r="r" b="b"/>
              <a:pathLst>
                <a:path w="3595" h="1012" extrusionOk="0">
                  <a:moveTo>
                    <a:pt x="0" y="0"/>
                  </a:moveTo>
                  <a:lnTo>
                    <a:pt x="0" y="1012"/>
                  </a:lnTo>
                  <a:lnTo>
                    <a:pt x="3594" y="1012"/>
                  </a:lnTo>
                  <a:lnTo>
                    <a:pt x="35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9" name="Google Shape;1019;p28"/>
            <p:cNvSpPr/>
            <p:nvPr/>
          </p:nvSpPr>
          <p:spPr>
            <a:xfrm>
              <a:off x="3164011" y="3046679"/>
              <a:ext cx="158695" cy="33796"/>
            </a:xfrm>
            <a:custGeom>
              <a:avLst/>
              <a:gdLst/>
              <a:ahLst/>
              <a:cxnLst/>
              <a:rect l="l" t="t" r="r" b="b"/>
              <a:pathLst>
                <a:path w="2855" h="608" extrusionOk="0">
                  <a:moveTo>
                    <a:pt x="0" y="1"/>
                  </a:moveTo>
                  <a:lnTo>
                    <a:pt x="0" y="608"/>
                  </a:lnTo>
                  <a:lnTo>
                    <a:pt x="2855" y="608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0" name="Google Shape;1020;p28"/>
            <p:cNvSpPr/>
            <p:nvPr/>
          </p:nvSpPr>
          <p:spPr>
            <a:xfrm>
              <a:off x="2645245" y="3216208"/>
              <a:ext cx="810207" cy="48470"/>
            </a:xfrm>
            <a:custGeom>
              <a:avLst/>
              <a:gdLst/>
              <a:ahLst/>
              <a:cxnLst/>
              <a:rect l="l" t="t" r="r" b="b"/>
              <a:pathLst>
                <a:path w="14576" h="872" extrusionOk="0">
                  <a:moveTo>
                    <a:pt x="0" y="1"/>
                  </a:moveTo>
                  <a:lnTo>
                    <a:pt x="0" y="872"/>
                  </a:lnTo>
                  <a:lnTo>
                    <a:pt x="14576" y="872"/>
                  </a:lnTo>
                  <a:lnTo>
                    <a:pt x="14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021" name="Google Shape;1021;p28"/>
            <p:cNvGrpSpPr/>
            <p:nvPr/>
          </p:nvGrpSpPr>
          <p:grpSpPr>
            <a:xfrm flipH="1">
              <a:off x="2346075" y="2694557"/>
              <a:ext cx="753614" cy="2009515"/>
              <a:chOff x="3463338" y="2694557"/>
              <a:chExt cx="753614" cy="2009515"/>
            </a:xfrm>
          </p:grpSpPr>
          <p:sp>
            <p:nvSpPr>
              <p:cNvPr id="1022" name="Google Shape;1022;p28"/>
              <p:cNvSpPr/>
              <p:nvPr/>
            </p:nvSpPr>
            <p:spPr>
              <a:xfrm flipH="1">
                <a:off x="3953204" y="4107101"/>
                <a:ext cx="156639" cy="590257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10619" extrusionOk="0">
                    <a:moveTo>
                      <a:pt x="1633" y="0"/>
                    </a:moveTo>
                    <a:lnTo>
                      <a:pt x="1" y="10618"/>
                    </a:lnTo>
                    <a:lnTo>
                      <a:pt x="593" y="10618"/>
                    </a:lnTo>
                    <a:lnTo>
                      <a:pt x="28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3" name="Google Shape;1023;p28"/>
              <p:cNvSpPr/>
              <p:nvPr/>
            </p:nvSpPr>
            <p:spPr>
              <a:xfrm flipH="1">
                <a:off x="3742484" y="3083086"/>
                <a:ext cx="207054" cy="419611"/>
              </a:xfrm>
              <a:custGeom>
                <a:avLst/>
                <a:gdLst/>
                <a:ahLst/>
                <a:cxnLst/>
                <a:rect l="l" t="t" r="r" b="b"/>
                <a:pathLst>
                  <a:path w="3725" h="7549" extrusionOk="0">
                    <a:moveTo>
                      <a:pt x="2170" y="0"/>
                    </a:moveTo>
                    <a:cubicBezTo>
                      <a:pt x="1532" y="0"/>
                      <a:pt x="958" y="392"/>
                      <a:pt x="768" y="1000"/>
                    </a:cubicBezTo>
                    <a:cubicBezTo>
                      <a:pt x="0" y="3466"/>
                      <a:pt x="388" y="4136"/>
                      <a:pt x="972" y="6500"/>
                    </a:cubicBezTo>
                    <a:cubicBezTo>
                      <a:pt x="1092" y="6985"/>
                      <a:pt x="1479" y="7371"/>
                      <a:pt x="1978" y="7501"/>
                    </a:cubicBezTo>
                    <a:cubicBezTo>
                      <a:pt x="2100" y="7533"/>
                      <a:pt x="2221" y="7548"/>
                      <a:pt x="2339" y="7548"/>
                    </a:cubicBezTo>
                    <a:cubicBezTo>
                      <a:pt x="3078" y="7548"/>
                      <a:pt x="3697" y="6960"/>
                      <a:pt x="3652" y="6203"/>
                    </a:cubicBezTo>
                    <a:lnTo>
                      <a:pt x="3724" y="1422"/>
                    </a:lnTo>
                    <a:cubicBezTo>
                      <a:pt x="3704" y="1081"/>
                      <a:pt x="3563" y="767"/>
                      <a:pt x="3338" y="519"/>
                    </a:cubicBezTo>
                    <a:cubicBezTo>
                      <a:pt x="3131" y="290"/>
                      <a:pt x="2855" y="120"/>
                      <a:pt x="2534" y="43"/>
                    </a:cubicBezTo>
                    <a:cubicBezTo>
                      <a:pt x="2412" y="14"/>
                      <a:pt x="2290" y="0"/>
                      <a:pt x="2170" y="0"/>
                    </a:cubicBezTo>
                    <a:close/>
                  </a:path>
                </a:pathLst>
              </a:custGeom>
              <a:solidFill>
                <a:srgbClr val="4F7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4" name="Google Shape;1024;p28"/>
              <p:cNvSpPr/>
              <p:nvPr/>
            </p:nvSpPr>
            <p:spPr>
              <a:xfrm flipH="1">
                <a:off x="3595685" y="3442100"/>
                <a:ext cx="312721" cy="273034"/>
              </a:xfrm>
              <a:custGeom>
                <a:avLst/>
                <a:gdLst/>
                <a:ahLst/>
                <a:cxnLst/>
                <a:rect l="l" t="t" r="r" b="b"/>
                <a:pathLst>
                  <a:path w="5626" h="4912" extrusionOk="0">
                    <a:moveTo>
                      <a:pt x="2157" y="1"/>
                    </a:moveTo>
                    <a:lnTo>
                      <a:pt x="1" y="1800"/>
                    </a:lnTo>
                    <a:cubicBezTo>
                      <a:pt x="1871" y="3493"/>
                      <a:pt x="4863" y="4912"/>
                      <a:pt x="4863" y="4912"/>
                    </a:cubicBezTo>
                    <a:lnTo>
                      <a:pt x="5625" y="4133"/>
                    </a:lnTo>
                    <a:lnTo>
                      <a:pt x="2157" y="1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5" name="Google Shape;1025;p28"/>
              <p:cNvSpPr/>
              <p:nvPr/>
            </p:nvSpPr>
            <p:spPr>
              <a:xfrm flipH="1">
                <a:off x="3472236" y="3657152"/>
                <a:ext cx="120675" cy="65646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181" extrusionOk="0">
                    <a:moveTo>
                      <a:pt x="1" y="0"/>
                    </a:moveTo>
                    <a:lnTo>
                      <a:pt x="1853" y="1165"/>
                    </a:lnTo>
                    <a:cubicBezTo>
                      <a:pt x="1877" y="1175"/>
                      <a:pt x="1903" y="1181"/>
                      <a:pt x="1930" y="1181"/>
                    </a:cubicBezTo>
                    <a:cubicBezTo>
                      <a:pt x="1947" y="1181"/>
                      <a:pt x="1965" y="1178"/>
                      <a:pt x="1983" y="1173"/>
                    </a:cubicBezTo>
                    <a:cubicBezTo>
                      <a:pt x="2124" y="1132"/>
                      <a:pt x="2170" y="957"/>
                      <a:pt x="2070" y="852"/>
                    </a:cubicBezTo>
                    <a:lnTo>
                      <a:pt x="1488" y="243"/>
                    </a:lnTo>
                    <a:cubicBezTo>
                      <a:pt x="1377" y="126"/>
                      <a:pt x="1225" y="58"/>
                      <a:pt x="1064" y="5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6" name="Google Shape;1026;p28"/>
              <p:cNvSpPr/>
              <p:nvPr/>
            </p:nvSpPr>
            <p:spPr>
              <a:xfrm flipH="1">
                <a:off x="3515591" y="3646925"/>
                <a:ext cx="163587" cy="114227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055" extrusionOk="0">
                    <a:moveTo>
                      <a:pt x="1108" y="0"/>
                    </a:moveTo>
                    <a:lnTo>
                      <a:pt x="0" y="839"/>
                    </a:lnTo>
                    <a:lnTo>
                      <a:pt x="1009" y="2055"/>
                    </a:lnTo>
                    <a:lnTo>
                      <a:pt x="2943" y="759"/>
                    </a:lnTo>
                    <a:lnTo>
                      <a:pt x="1108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7" name="Google Shape;1027;p28"/>
              <p:cNvSpPr/>
              <p:nvPr/>
            </p:nvSpPr>
            <p:spPr>
              <a:xfrm flipH="1">
                <a:off x="3473570" y="3689113"/>
                <a:ext cx="96051" cy="71816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292" extrusionOk="0">
                    <a:moveTo>
                      <a:pt x="972" y="0"/>
                    </a:moveTo>
                    <a:lnTo>
                      <a:pt x="0" y="509"/>
                    </a:lnTo>
                    <a:lnTo>
                      <a:pt x="862" y="715"/>
                    </a:lnTo>
                    <a:lnTo>
                      <a:pt x="1348" y="1236"/>
                    </a:lnTo>
                    <a:cubicBezTo>
                      <a:pt x="1382" y="1270"/>
                      <a:pt x="1429" y="1290"/>
                      <a:pt x="1478" y="1291"/>
                    </a:cubicBezTo>
                    <a:cubicBezTo>
                      <a:pt x="1480" y="1291"/>
                      <a:pt x="1482" y="1291"/>
                      <a:pt x="1484" y="1291"/>
                    </a:cubicBezTo>
                    <a:cubicBezTo>
                      <a:pt x="1637" y="1291"/>
                      <a:pt x="1727" y="1118"/>
                      <a:pt x="1641" y="992"/>
                    </a:cubicBez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8" name="Google Shape;1028;p28"/>
              <p:cNvSpPr/>
              <p:nvPr/>
            </p:nvSpPr>
            <p:spPr>
              <a:xfrm flipH="1">
                <a:off x="3502641" y="3705621"/>
                <a:ext cx="71260" cy="54640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83" extrusionOk="0">
                    <a:moveTo>
                      <a:pt x="519" y="1"/>
                    </a:moveTo>
                    <a:lnTo>
                      <a:pt x="0" y="410"/>
                    </a:lnTo>
                    <a:lnTo>
                      <a:pt x="820" y="939"/>
                    </a:lnTo>
                    <a:cubicBezTo>
                      <a:pt x="866" y="969"/>
                      <a:pt x="918" y="983"/>
                      <a:pt x="970" y="983"/>
                    </a:cubicBezTo>
                    <a:cubicBezTo>
                      <a:pt x="1045" y="983"/>
                      <a:pt x="1119" y="953"/>
                      <a:pt x="1173" y="895"/>
                    </a:cubicBezTo>
                    <a:cubicBezTo>
                      <a:pt x="1282" y="776"/>
                      <a:pt x="1267" y="589"/>
                      <a:pt x="1141" y="490"/>
                    </a:cubicBezTo>
                    <a:lnTo>
                      <a:pt x="519" y="1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9" name="Google Shape;1029;p28"/>
              <p:cNvSpPr/>
              <p:nvPr/>
            </p:nvSpPr>
            <p:spPr>
              <a:xfrm flipH="1">
                <a:off x="3527709" y="3722685"/>
                <a:ext cx="71316" cy="54640"/>
              </a:xfrm>
              <a:custGeom>
                <a:avLst/>
                <a:gdLst/>
                <a:ahLst/>
                <a:cxnLst/>
                <a:rect l="l" t="t" r="r" b="b"/>
                <a:pathLst>
                  <a:path w="1283" h="983" extrusionOk="0">
                    <a:moveTo>
                      <a:pt x="520" y="0"/>
                    </a:moveTo>
                    <a:lnTo>
                      <a:pt x="1" y="410"/>
                    </a:lnTo>
                    <a:lnTo>
                      <a:pt x="821" y="939"/>
                    </a:lnTo>
                    <a:cubicBezTo>
                      <a:pt x="867" y="968"/>
                      <a:pt x="919" y="983"/>
                      <a:pt x="970" y="983"/>
                    </a:cubicBezTo>
                    <a:cubicBezTo>
                      <a:pt x="1045" y="983"/>
                      <a:pt x="1120" y="952"/>
                      <a:pt x="1174" y="894"/>
                    </a:cubicBezTo>
                    <a:cubicBezTo>
                      <a:pt x="1282" y="776"/>
                      <a:pt x="1269" y="590"/>
                      <a:pt x="1142" y="490"/>
                    </a:cubicBezTo>
                    <a:lnTo>
                      <a:pt x="520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0" name="Google Shape;1030;p28"/>
              <p:cNvSpPr/>
              <p:nvPr/>
            </p:nvSpPr>
            <p:spPr>
              <a:xfrm flipH="1">
                <a:off x="3551888" y="3738360"/>
                <a:ext cx="71260" cy="54696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84" extrusionOk="0">
                    <a:moveTo>
                      <a:pt x="520" y="0"/>
                    </a:moveTo>
                    <a:lnTo>
                      <a:pt x="1" y="410"/>
                    </a:lnTo>
                    <a:lnTo>
                      <a:pt x="820" y="939"/>
                    </a:lnTo>
                    <a:cubicBezTo>
                      <a:pt x="866" y="969"/>
                      <a:pt x="918" y="983"/>
                      <a:pt x="969" y="983"/>
                    </a:cubicBezTo>
                    <a:cubicBezTo>
                      <a:pt x="1044" y="983"/>
                      <a:pt x="1118" y="953"/>
                      <a:pt x="1172" y="894"/>
                    </a:cubicBezTo>
                    <a:cubicBezTo>
                      <a:pt x="1282" y="777"/>
                      <a:pt x="1267" y="590"/>
                      <a:pt x="1140" y="490"/>
                    </a:cubicBezTo>
                    <a:lnTo>
                      <a:pt x="520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1" name="Google Shape;1031;p28"/>
              <p:cNvSpPr/>
              <p:nvPr/>
            </p:nvSpPr>
            <p:spPr>
              <a:xfrm flipH="1">
                <a:off x="3675951" y="4399248"/>
                <a:ext cx="140352" cy="197271"/>
              </a:xfrm>
              <a:custGeom>
                <a:avLst/>
                <a:gdLst/>
                <a:ahLst/>
                <a:cxnLst/>
                <a:rect l="l" t="t" r="r" b="b"/>
                <a:pathLst>
                  <a:path w="2525" h="3549" extrusionOk="0">
                    <a:moveTo>
                      <a:pt x="2298" y="1"/>
                    </a:moveTo>
                    <a:lnTo>
                      <a:pt x="0" y="51"/>
                    </a:lnTo>
                    <a:lnTo>
                      <a:pt x="241" y="3549"/>
                    </a:lnTo>
                    <a:lnTo>
                      <a:pt x="2524" y="3292"/>
                    </a:lnTo>
                    <a:lnTo>
                      <a:pt x="22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2" name="Google Shape;1032;p28"/>
              <p:cNvSpPr/>
              <p:nvPr/>
            </p:nvSpPr>
            <p:spPr>
              <a:xfrm flipH="1">
                <a:off x="3463338" y="4535372"/>
                <a:ext cx="356800" cy="168645"/>
              </a:xfrm>
              <a:custGeom>
                <a:avLst/>
                <a:gdLst/>
                <a:ahLst/>
                <a:cxnLst/>
                <a:rect l="l" t="t" r="r" b="b"/>
                <a:pathLst>
                  <a:path w="6419" h="3034" extrusionOk="0">
                    <a:moveTo>
                      <a:pt x="2013" y="0"/>
                    </a:moveTo>
                    <a:cubicBezTo>
                      <a:pt x="1802" y="0"/>
                      <a:pt x="1597" y="63"/>
                      <a:pt x="1427" y="182"/>
                    </a:cubicBezTo>
                    <a:cubicBezTo>
                      <a:pt x="1254" y="302"/>
                      <a:pt x="1049" y="365"/>
                      <a:pt x="841" y="365"/>
                    </a:cubicBezTo>
                    <a:cubicBezTo>
                      <a:pt x="723" y="365"/>
                      <a:pt x="604" y="345"/>
                      <a:pt x="490" y="303"/>
                    </a:cubicBezTo>
                    <a:lnTo>
                      <a:pt x="374" y="261"/>
                    </a:lnTo>
                    <a:cubicBezTo>
                      <a:pt x="343" y="249"/>
                      <a:pt x="310" y="244"/>
                      <a:pt x="277" y="244"/>
                    </a:cubicBezTo>
                    <a:cubicBezTo>
                      <a:pt x="222" y="244"/>
                      <a:pt x="167" y="260"/>
                      <a:pt x="120" y="292"/>
                    </a:cubicBezTo>
                    <a:cubicBezTo>
                      <a:pt x="44" y="340"/>
                      <a:pt x="1" y="422"/>
                      <a:pt x="1" y="507"/>
                    </a:cubicBezTo>
                    <a:cubicBezTo>
                      <a:pt x="1" y="530"/>
                      <a:pt x="4" y="554"/>
                      <a:pt x="11" y="576"/>
                    </a:cubicBezTo>
                    <a:cubicBezTo>
                      <a:pt x="322" y="1656"/>
                      <a:pt x="13" y="1875"/>
                      <a:pt x="68" y="2610"/>
                    </a:cubicBezTo>
                    <a:cubicBezTo>
                      <a:pt x="77" y="2734"/>
                      <a:pt x="98" y="2873"/>
                      <a:pt x="132" y="3033"/>
                    </a:cubicBezTo>
                    <a:lnTo>
                      <a:pt x="6418" y="3033"/>
                    </a:lnTo>
                    <a:cubicBezTo>
                      <a:pt x="6418" y="2878"/>
                      <a:pt x="6402" y="2737"/>
                      <a:pt x="6372" y="2610"/>
                    </a:cubicBezTo>
                    <a:cubicBezTo>
                      <a:pt x="6056" y="1287"/>
                      <a:pt x="4211" y="1385"/>
                      <a:pt x="3132" y="300"/>
                    </a:cubicBezTo>
                    <a:cubicBezTo>
                      <a:pt x="2944" y="109"/>
                      <a:pt x="2684" y="0"/>
                      <a:pt x="24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3" name="Google Shape;1033;p28"/>
              <p:cNvSpPr/>
              <p:nvPr/>
            </p:nvSpPr>
            <p:spPr>
              <a:xfrm flipH="1">
                <a:off x="3716361" y="4608353"/>
                <a:ext cx="95551" cy="83878"/>
              </a:xfrm>
              <a:custGeom>
                <a:avLst/>
                <a:gdLst/>
                <a:ahLst/>
                <a:cxnLst/>
                <a:rect l="l" t="t" r="r" b="b"/>
                <a:pathLst>
                  <a:path w="1719" h="1509" fill="none" extrusionOk="0">
                    <a:moveTo>
                      <a:pt x="0" y="1"/>
                    </a:moveTo>
                    <a:cubicBezTo>
                      <a:pt x="1214" y="1"/>
                      <a:pt x="1718" y="1509"/>
                      <a:pt x="1718" y="1509"/>
                    </a:cubicBez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lt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4" name="Google Shape;1034;p28"/>
              <p:cNvSpPr/>
              <p:nvPr/>
            </p:nvSpPr>
            <p:spPr>
              <a:xfrm flipH="1">
                <a:off x="3463338" y="4680445"/>
                <a:ext cx="353020" cy="23568"/>
              </a:xfrm>
              <a:custGeom>
                <a:avLst/>
                <a:gdLst/>
                <a:ahLst/>
                <a:cxnLst/>
                <a:rect l="l" t="t" r="r" b="b"/>
                <a:pathLst>
                  <a:path w="6351" h="424" extrusionOk="0">
                    <a:moveTo>
                      <a:pt x="0" y="0"/>
                    </a:moveTo>
                    <a:cubicBezTo>
                      <a:pt x="9" y="124"/>
                      <a:pt x="30" y="263"/>
                      <a:pt x="64" y="423"/>
                    </a:cubicBezTo>
                    <a:lnTo>
                      <a:pt x="6350" y="423"/>
                    </a:lnTo>
                    <a:cubicBezTo>
                      <a:pt x="6350" y="268"/>
                      <a:pt x="6334" y="127"/>
                      <a:pt x="63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5" name="Google Shape;1035;p28"/>
              <p:cNvSpPr/>
              <p:nvPr/>
            </p:nvSpPr>
            <p:spPr>
              <a:xfrm flipH="1">
                <a:off x="3989278" y="4414478"/>
                <a:ext cx="160307" cy="207554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3734" extrusionOk="0">
                    <a:moveTo>
                      <a:pt x="586" y="1"/>
                    </a:moveTo>
                    <a:lnTo>
                      <a:pt x="0" y="3733"/>
                    </a:lnTo>
                    <a:lnTo>
                      <a:pt x="2250" y="3095"/>
                    </a:lnTo>
                    <a:lnTo>
                      <a:pt x="2883" y="12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6" name="Google Shape;1036;p28"/>
              <p:cNvSpPr/>
              <p:nvPr/>
            </p:nvSpPr>
            <p:spPr>
              <a:xfrm flipH="1">
                <a:off x="3899619" y="4551269"/>
                <a:ext cx="266419" cy="152803"/>
              </a:xfrm>
              <a:custGeom>
                <a:avLst/>
                <a:gdLst/>
                <a:ahLst/>
                <a:cxnLst/>
                <a:rect l="l" t="t" r="r" b="b"/>
                <a:pathLst>
                  <a:path w="4793" h="2749" extrusionOk="0">
                    <a:moveTo>
                      <a:pt x="899" y="0"/>
                    </a:moveTo>
                    <a:cubicBezTo>
                      <a:pt x="45" y="1199"/>
                      <a:pt x="0" y="2748"/>
                      <a:pt x="457" y="2748"/>
                    </a:cubicBezTo>
                    <a:lnTo>
                      <a:pt x="4213" y="2748"/>
                    </a:lnTo>
                    <a:cubicBezTo>
                      <a:pt x="4793" y="2748"/>
                      <a:pt x="4663" y="2127"/>
                      <a:pt x="4119" y="2127"/>
                    </a:cubicBezTo>
                    <a:cubicBezTo>
                      <a:pt x="4020" y="2127"/>
                      <a:pt x="3908" y="2147"/>
                      <a:pt x="3784" y="2195"/>
                    </a:cubicBezTo>
                    <a:cubicBezTo>
                      <a:pt x="2871" y="1062"/>
                      <a:pt x="2775" y="0"/>
                      <a:pt x="2775" y="0"/>
                    </a:cubicBezTo>
                    <a:close/>
                  </a:path>
                </a:pathLst>
              </a:custGeom>
              <a:solidFill>
                <a:srgbClr val="C06C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7" name="Google Shape;1037;p28"/>
              <p:cNvSpPr/>
              <p:nvPr/>
            </p:nvSpPr>
            <p:spPr>
              <a:xfrm flipH="1">
                <a:off x="3902954" y="4530759"/>
                <a:ext cx="263028" cy="173258"/>
              </a:xfrm>
              <a:custGeom>
                <a:avLst/>
                <a:gdLst/>
                <a:ahLst/>
                <a:cxnLst/>
                <a:rect l="l" t="t" r="r" b="b"/>
                <a:pathLst>
                  <a:path w="4732" h="3117" extrusionOk="0">
                    <a:moveTo>
                      <a:pt x="1771" y="1"/>
                    </a:moveTo>
                    <a:cubicBezTo>
                      <a:pt x="1493" y="1"/>
                      <a:pt x="1229" y="80"/>
                      <a:pt x="1009" y="219"/>
                    </a:cubicBezTo>
                    <a:cubicBezTo>
                      <a:pt x="786" y="358"/>
                      <a:pt x="604" y="558"/>
                      <a:pt x="493" y="799"/>
                    </a:cubicBezTo>
                    <a:cubicBezTo>
                      <a:pt x="275" y="1276"/>
                      <a:pt x="51" y="1941"/>
                      <a:pt x="9" y="2733"/>
                    </a:cubicBezTo>
                    <a:cubicBezTo>
                      <a:pt x="1" y="2858"/>
                      <a:pt x="0" y="2985"/>
                      <a:pt x="3" y="3116"/>
                    </a:cubicBezTo>
                    <a:lnTo>
                      <a:pt x="4732" y="3116"/>
                    </a:lnTo>
                    <a:cubicBezTo>
                      <a:pt x="4732" y="2969"/>
                      <a:pt x="4711" y="2843"/>
                      <a:pt x="4670" y="2733"/>
                    </a:cubicBezTo>
                    <a:cubicBezTo>
                      <a:pt x="4426" y="2022"/>
                      <a:pt x="3485" y="1944"/>
                      <a:pt x="3080" y="878"/>
                    </a:cubicBezTo>
                    <a:cubicBezTo>
                      <a:pt x="2882" y="352"/>
                      <a:pt x="2359" y="1"/>
                      <a:pt x="17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8" name="Google Shape;1038;p28"/>
              <p:cNvSpPr/>
              <p:nvPr/>
            </p:nvSpPr>
            <p:spPr>
              <a:xfrm flipH="1">
                <a:off x="4107785" y="4602572"/>
                <a:ext cx="41800" cy="90770"/>
              </a:xfrm>
              <a:custGeom>
                <a:avLst/>
                <a:gdLst/>
                <a:ahLst/>
                <a:cxnLst/>
                <a:rect l="l" t="t" r="r" b="b"/>
                <a:pathLst>
                  <a:path w="752" h="1633" fill="none" extrusionOk="0">
                    <a:moveTo>
                      <a:pt x="0" y="1"/>
                    </a:moveTo>
                    <a:cubicBezTo>
                      <a:pt x="751" y="587"/>
                      <a:pt x="562" y="1632"/>
                      <a:pt x="562" y="1632"/>
                    </a:cubicBez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lt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9" name="Google Shape;1039;p28"/>
              <p:cNvSpPr/>
              <p:nvPr/>
            </p:nvSpPr>
            <p:spPr>
              <a:xfrm flipH="1">
                <a:off x="3902954" y="4682668"/>
                <a:ext cx="263028" cy="21345"/>
              </a:xfrm>
              <a:custGeom>
                <a:avLst/>
                <a:gdLst/>
                <a:ahLst/>
                <a:cxnLst/>
                <a:rect l="l" t="t" r="r" b="b"/>
                <a:pathLst>
                  <a:path w="4732" h="384" extrusionOk="0">
                    <a:moveTo>
                      <a:pt x="9" y="0"/>
                    </a:moveTo>
                    <a:cubicBezTo>
                      <a:pt x="1" y="125"/>
                      <a:pt x="0" y="252"/>
                      <a:pt x="3" y="383"/>
                    </a:cubicBezTo>
                    <a:lnTo>
                      <a:pt x="4732" y="383"/>
                    </a:lnTo>
                    <a:cubicBezTo>
                      <a:pt x="4732" y="236"/>
                      <a:pt x="4711" y="110"/>
                      <a:pt x="46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0" name="Google Shape;1040;p28"/>
              <p:cNvSpPr/>
              <p:nvPr/>
            </p:nvSpPr>
            <p:spPr>
              <a:xfrm flipH="1">
                <a:off x="3753821" y="3477395"/>
                <a:ext cx="352631" cy="225842"/>
              </a:xfrm>
              <a:custGeom>
                <a:avLst/>
                <a:gdLst/>
                <a:ahLst/>
                <a:cxnLst/>
                <a:rect l="l" t="t" r="r" b="b"/>
                <a:pathLst>
                  <a:path w="6344" h="4063" extrusionOk="0">
                    <a:moveTo>
                      <a:pt x="1291" y="0"/>
                    </a:moveTo>
                    <a:cubicBezTo>
                      <a:pt x="795" y="467"/>
                      <a:pt x="496" y="1134"/>
                      <a:pt x="315" y="1793"/>
                    </a:cubicBezTo>
                    <a:cubicBezTo>
                      <a:pt x="1" y="2939"/>
                      <a:pt x="46" y="4062"/>
                      <a:pt x="46" y="4062"/>
                    </a:cubicBezTo>
                    <a:lnTo>
                      <a:pt x="6344" y="4062"/>
                    </a:lnTo>
                    <a:cubicBezTo>
                      <a:pt x="6269" y="3462"/>
                      <a:pt x="6155" y="2928"/>
                      <a:pt x="6024" y="2465"/>
                    </a:cubicBezTo>
                    <a:cubicBezTo>
                      <a:pt x="5614" y="990"/>
                      <a:pt x="5040" y="213"/>
                      <a:pt x="5040" y="213"/>
                    </a:cubicBezTo>
                    <a:lnTo>
                      <a:pt x="12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1" name="Google Shape;1041;p28"/>
              <p:cNvSpPr/>
              <p:nvPr/>
            </p:nvSpPr>
            <p:spPr>
              <a:xfrm flipH="1">
                <a:off x="3649879" y="3587117"/>
                <a:ext cx="342348" cy="929993"/>
              </a:xfrm>
              <a:custGeom>
                <a:avLst/>
                <a:gdLst/>
                <a:ahLst/>
                <a:cxnLst/>
                <a:rect l="l" t="t" r="r" b="b"/>
                <a:pathLst>
                  <a:path w="6159" h="16731" extrusionOk="0">
                    <a:moveTo>
                      <a:pt x="1" y="1"/>
                    </a:moveTo>
                    <a:lnTo>
                      <a:pt x="1108" y="3240"/>
                    </a:lnTo>
                    <a:lnTo>
                      <a:pt x="2638" y="7726"/>
                    </a:lnTo>
                    <a:lnTo>
                      <a:pt x="3065" y="16722"/>
                    </a:lnTo>
                    <a:lnTo>
                      <a:pt x="4010" y="16724"/>
                    </a:lnTo>
                    <a:lnTo>
                      <a:pt x="6158" y="16731"/>
                    </a:lnTo>
                    <a:lnTo>
                      <a:pt x="5772" y="7316"/>
                    </a:lnTo>
                    <a:lnTo>
                      <a:pt x="38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2" name="Google Shape;1042;p28"/>
              <p:cNvSpPr/>
              <p:nvPr/>
            </p:nvSpPr>
            <p:spPr>
              <a:xfrm flipH="1">
                <a:off x="3769276" y="3670437"/>
                <a:ext cx="161419" cy="846337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15226" extrusionOk="0">
                    <a:moveTo>
                      <a:pt x="411" y="0"/>
                    </a:moveTo>
                    <a:lnTo>
                      <a:pt x="1" y="1741"/>
                    </a:lnTo>
                    <a:lnTo>
                      <a:pt x="1531" y="6227"/>
                    </a:lnTo>
                    <a:lnTo>
                      <a:pt x="1958" y="15223"/>
                    </a:lnTo>
                    <a:lnTo>
                      <a:pt x="2903" y="15225"/>
                    </a:lnTo>
                    <a:lnTo>
                      <a:pt x="2554" y="6123"/>
                    </a:lnTo>
                    <a:lnTo>
                      <a:pt x="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3" name="Google Shape;1043;p28"/>
              <p:cNvSpPr/>
              <p:nvPr/>
            </p:nvSpPr>
            <p:spPr>
              <a:xfrm flipH="1">
                <a:off x="3769277" y="3670437"/>
                <a:ext cx="138629" cy="846337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15226" fill="none" extrusionOk="0">
                    <a:moveTo>
                      <a:pt x="2493" y="15225"/>
                    </a:moveTo>
                    <a:lnTo>
                      <a:pt x="2144" y="6123"/>
                    </a:lnTo>
                    <a:lnTo>
                      <a:pt x="1" y="0"/>
                    </a:lnTo>
                  </a:path>
                </a:pathLst>
              </a:custGeom>
              <a:noFill/>
              <a:ln w="950" cap="flat" cmpd="sng">
                <a:solidFill>
                  <a:srgbClr val="2D2D2F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4" name="Google Shape;1044;p28"/>
              <p:cNvSpPr/>
              <p:nvPr/>
            </p:nvSpPr>
            <p:spPr>
              <a:xfrm flipH="1">
                <a:off x="3883500" y="3640144"/>
                <a:ext cx="268309" cy="874519"/>
              </a:xfrm>
              <a:custGeom>
                <a:avLst/>
                <a:gdLst/>
                <a:ahLst/>
                <a:cxnLst/>
                <a:rect l="l" t="t" r="r" b="b"/>
                <a:pathLst>
                  <a:path w="4827" h="15733" extrusionOk="0">
                    <a:moveTo>
                      <a:pt x="4827" y="0"/>
                    </a:moveTo>
                    <a:lnTo>
                      <a:pt x="863" y="1133"/>
                    </a:lnTo>
                    <a:lnTo>
                      <a:pt x="1078" y="7131"/>
                    </a:lnTo>
                    <a:lnTo>
                      <a:pt x="0" y="15732"/>
                    </a:lnTo>
                    <a:lnTo>
                      <a:pt x="2793" y="15732"/>
                    </a:lnTo>
                    <a:lnTo>
                      <a:pt x="4220" y="6712"/>
                    </a:lnTo>
                    <a:lnTo>
                      <a:pt x="48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5" name="Google Shape;1045;p28"/>
              <p:cNvSpPr/>
              <p:nvPr/>
            </p:nvSpPr>
            <p:spPr>
              <a:xfrm flipH="1">
                <a:off x="3873554" y="3517971"/>
                <a:ext cx="49137" cy="119675"/>
              </a:xfrm>
              <a:custGeom>
                <a:avLst/>
                <a:gdLst/>
                <a:ahLst/>
                <a:cxnLst/>
                <a:rect l="l" t="t" r="r" b="b"/>
                <a:pathLst>
                  <a:path w="884" h="2153" fill="none" extrusionOk="0">
                    <a:moveTo>
                      <a:pt x="883" y="1"/>
                    </a:moveTo>
                    <a:lnTo>
                      <a:pt x="660" y="2152"/>
                    </a:lnTo>
                    <a:cubicBezTo>
                      <a:pt x="660" y="2152"/>
                      <a:pt x="1" y="1804"/>
                      <a:pt x="186" y="1077"/>
                    </a:cubicBezTo>
                  </a:path>
                </a:pathLst>
              </a:custGeom>
              <a:noFill/>
              <a:ln w="950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6" name="Google Shape;1046;p28"/>
              <p:cNvSpPr/>
              <p:nvPr/>
            </p:nvSpPr>
            <p:spPr>
              <a:xfrm flipH="1">
                <a:off x="4042473" y="3634419"/>
                <a:ext cx="63867" cy="880244"/>
              </a:xfrm>
              <a:custGeom>
                <a:avLst/>
                <a:gdLst/>
                <a:ahLst/>
                <a:cxnLst/>
                <a:rect l="l" t="t" r="r" b="b"/>
                <a:pathLst>
                  <a:path w="1149" h="15836" fill="none" extrusionOk="0">
                    <a:moveTo>
                      <a:pt x="1" y="15835"/>
                    </a:moveTo>
                    <a:lnTo>
                      <a:pt x="1149" y="7246"/>
                    </a:lnTo>
                    <a:cubicBezTo>
                      <a:pt x="1149" y="7246"/>
                      <a:pt x="487" y="2661"/>
                      <a:pt x="929" y="0"/>
                    </a:cubicBezTo>
                  </a:path>
                </a:pathLst>
              </a:custGeom>
              <a:noFill/>
              <a:ln w="950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7" name="Google Shape;1047;p28"/>
              <p:cNvSpPr/>
              <p:nvPr/>
            </p:nvSpPr>
            <p:spPr>
              <a:xfrm flipH="1">
                <a:off x="3957651" y="3543095"/>
                <a:ext cx="142298" cy="123399"/>
              </a:xfrm>
              <a:custGeom>
                <a:avLst/>
                <a:gdLst/>
                <a:ahLst/>
                <a:cxnLst/>
                <a:rect l="l" t="t" r="r" b="b"/>
                <a:pathLst>
                  <a:path w="2560" h="2220" fill="none" extrusionOk="0">
                    <a:moveTo>
                      <a:pt x="0" y="1619"/>
                    </a:moveTo>
                    <a:cubicBezTo>
                      <a:pt x="0" y="1619"/>
                      <a:pt x="1884" y="2219"/>
                      <a:pt x="2560" y="0"/>
                    </a:cubicBezTo>
                  </a:path>
                </a:pathLst>
              </a:custGeom>
              <a:noFill/>
              <a:ln w="950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" name="Google Shape;1048;p28"/>
              <p:cNvSpPr/>
              <p:nvPr/>
            </p:nvSpPr>
            <p:spPr>
              <a:xfrm flipH="1">
                <a:off x="3812297" y="3511968"/>
                <a:ext cx="242851" cy="10839"/>
              </a:xfrm>
              <a:custGeom>
                <a:avLst/>
                <a:gdLst/>
                <a:ahLst/>
                <a:cxnLst/>
                <a:rect l="l" t="t" r="r" b="b"/>
                <a:pathLst>
                  <a:path w="4369" h="195" fill="none" extrusionOk="0">
                    <a:moveTo>
                      <a:pt x="4368" y="195"/>
                    </a:moveTo>
                    <a:lnTo>
                      <a:pt x="0" y="0"/>
                    </a:lnTo>
                  </a:path>
                </a:pathLst>
              </a:custGeom>
              <a:noFill/>
              <a:ln w="950" cap="flat" cmpd="sng">
                <a:solidFill>
                  <a:srgbClr val="2D2D2F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9" name="Google Shape;1049;p28"/>
              <p:cNvSpPr/>
              <p:nvPr/>
            </p:nvSpPr>
            <p:spPr>
              <a:xfrm flipH="1">
                <a:off x="3771608" y="3477395"/>
                <a:ext cx="317390" cy="140241"/>
              </a:xfrm>
              <a:custGeom>
                <a:avLst/>
                <a:gdLst/>
                <a:ahLst/>
                <a:cxnLst/>
                <a:rect l="l" t="t" r="r" b="b"/>
                <a:pathLst>
                  <a:path w="5710" h="2523" extrusionOk="0">
                    <a:moveTo>
                      <a:pt x="977" y="0"/>
                    </a:moveTo>
                    <a:cubicBezTo>
                      <a:pt x="481" y="467"/>
                      <a:pt x="182" y="1134"/>
                      <a:pt x="1" y="1793"/>
                    </a:cubicBezTo>
                    <a:lnTo>
                      <a:pt x="4567" y="1660"/>
                    </a:lnTo>
                    <a:cubicBezTo>
                      <a:pt x="4567" y="1660"/>
                      <a:pt x="4693" y="2522"/>
                      <a:pt x="5381" y="2522"/>
                    </a:cubicBezTo>
                    <a:cubicBezTo>
                      <a:pt x="5479" y="2522"/>
                      <a:pt x="5588" y="2505"/>
                      <a:pt x="5710" y="2465"/>
                    </a:cubicBezTo>
                    <a:cubicBezTo>
                      <a:pt x="5300" y="990"/>
                      <a:pt x="4726" y="213"/>
                      <a:pt x="4726" y="213"/>
                    </a:cubicBezTo>
                    <a:lnTo>
                      <a:pt x="9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0" name="Google Shape;1050;p28"/>
              <p:cNvSpPr/>
              <p:nvPr/>
            </p:nvSpPr>
            <p:spPr>
              <a:xfrm flipH="1">
                <a:off x="3759601" y="3018553"/>
                <a:ext cx="354021" cy="539619"/>
              </a:xfrm>
              <a:custGeom>
                <a:avLst/>
                <a:gdLst/>
                <a:ahLst/>
                <a:cxnLst/>
                <a:rect l="l" t="t" r="r" b="b"/>
                <a:pathLst>
                  <a:path w="6369" h="9708" extrusionOk="0">
                    <a:moveTo>
                      <a:pt x="3081" y="0"/>
                    </a:moveTo>
                    <a:cubicBezTo>
                      <a:pt x="2654" y="0"/>
                      <a:pt x="868" y="443"/>
                      <a:pt x="267" y="2841"/>
                    </a:cubicBezTo>
                    <a:cubicBezTo>
                      <a:pt x="0" y="3911"/>
                      <a:pt x="194" y="4965"/>
                      <a:pt x="235" y="5937"/>
                    </a:cubicBezTo>
                    <a:cubicBezTo>
                      <a:pt x="330" y="8117"/>
                      <a:pt x="293" y="9605"/>
                      <a:pt x="293" y="9605"/>
                    </a:cubicBezTo>
                    <a:lnTo>
                      <a:pt x="6256" y="9707"/>
                    </a:lnTo>
                    <a:lnTo>
                      <a:pt x="5448" y="6270"/>
                    </a:lnTo>
                    <a:lnTo>
                      <a:pt x="5446" y="6262"/>
                    </a:lnTo>
                    <a:lnTo>
                      <a:pt x="5437" y="6226"/>
                    </a:lnTo>
                    <a:cubicBezTo>
                      <a:pt x="5980" y="5764"/>
                      <a:pt x="6239" y="5237"/>
                      <a:pt x="6329" y="4707"/>
                    </a:cubicBezTo>
                    <a:cubicBezTo>
                      <a:pt x="6344" y="4618"/>
                      <a:pt x="6354" y="4526"/>
                      <a:pt x="6358" y="4437"/>
                    </a:cubicBezTo>
                    <a:cubicBezTo>
                      <a:pt x="6366" y="4375"/>
                      <a:pt x="6368" y="4314"/>
                      <a:pt x="6368" y="4255"/>
                    </a:cubicBezTo>
                    <a:cubicBezTo>
                      <a:pt x="6369" y="4046"/>
                      <a:pt x="6348" y="3840"/>
                      <a:pt x="6316" y="3640"/>
                    </a:cubicBezTo>
                    <a:cubicBezTo>
                      <a:pt x="6306" y="3581"/>
                      <a:pt x="6295" y="3521"/>
                      <a:pt x="6282" y="3464"/>
                    </a:cubicBezTo>
                    <a:cubicBezTo>
                      <a:pt x="6224" y="3188"/>
                      <a:pt x="6145" y="2870"/>
                      <a:pt x="6064" y="2560"/>
                    </a:cubicBezTo>
                    <a:cubicBezTo>
                      <a:pt x="5851" y="1751"/>
                      <a:pt x="5298" y="1075"/>
                      <a:pt x="4547" y="708"/>
                    </a:cubicBezTo>
                    <a:lnTo>
                      <a:pt x="3167" y="32"/>
                    </a:lnTo>
                    <a:cubicBezTo>
                      <a:pt x="3188" y="14"/>
                      <a:pt x="3155" y="0"/>
                      <a:pt x="30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" name="Google Shape;1051;p28"/>
              <p:cNvSpPr/>
              <p:nvPr/>
            </p:nvSpPr>
            <p:spPr>
              <a:xfrm flipH="1">
                <a:off x="3808074" y="3018553"/>
                <a:ext cx="134905" cy="238293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4287" extrusionOk="0">
                    <a:moveTo>
                      <a:pt x="1" y="0"/>
                    </a:moveTo>
                    <a:lnTo>
                      <a:pt x="2427" y="4286"/>
                    </a:lnTo>
                    <a:lnTo>
                      <a:pt x="2291" y="1487"/>
                    </a:lnTo>
                    <a:lnTo>
                      <a:pt x="1441" y="9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2" name="Google Shape;1052;p28"/>
              <p:cNvSpPr/>
              <p:nvPr/>
            </p:nvSpPr>
            <p:spPr>
              <a:xfrm flipH="1">
                <a:off x="3790510" y="3009660"/>
                <a:ext cx="97774" cy="93661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685" extrusionOk="0">
                    <a:moveTo>
                      <a:pt x="704" y="0"/>
                    </a:moveTo>
                    <a:lnTo>
                      <a:pt x="0" y="1229"/>
                    </a:lnTo>
                    <a:lnTo>
                      <a:pt x="1260" y="1684"/>
                    </a:lnTo>
                    <a:lnTo>
                      <a:pt x="1414" y="1540"/>
                    </a:lnTo>
                    <a:cubicBezTo>
                      <a:pt x="1758" y="1220"/>
                      <a:pt x="1714" y="681"/>
                      <a:pt x="1322" y="417"/>
                    </a:cubicBezTo>
                    <a:lnTo>
                      <a:pt x="7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3" name="Google Shape;1053;p28"/>
              <p:cNvSpPr/>
              <p:nvPr/>
            </p:nvSpPr>
            <p:spPr>
              <a:xfrm flipH="1">
                <a:off x="3762939" y="2793996"/>
                <a:ext cx="174704" cy="308441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5549" extrusionOk="0">
                    <a:moveTo>
                      <a:pt x="1429" y="0"/>
                    </a:moveTo>
                    <a:lnTo>
                      <a:pt x="1" y="4072"/>
                    </a:lnTo>
                    <a:lnTo>
                      <a:pt x="1511" y="5548"/>
                    </a:lnTo>
                    <a:lnTo>
                      <a:pt x="2015" y="4862"/>
                    </a:lnTo>
                    <a:lnTo>
                      <a:pt x="2865" y="3704"/>
                    </a:lnTo>
                    <a:lnTo>
                      <a:pt x="3142" y="3327"/>
                    </a:lnTo>
                    <a:lnTo>
                      <a:pt x="1429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4" name="Google Shape;1054;p28"/>
              <p:cNvSpPr/>
              <p:nvPr/>
            </p:nvSpPr>
            <p:spPr>
              <a:xfrm flipH="1">
                <a:off x="3704465" y="2694557"/>
                <a:ext cx="147801" cy="140964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2536" extrusionOk="0">
                    <a:moveTo>
                      <a:pt x="1329" y="0"/>
                    </a:moveTo>
                    <a:cubicBezTo>
                      <a:pt x="595" y="0"/>
                      <a:pt x="0" y="567"/>
                      <a:pt x="0" y="1268"/>
                    </a:cubicBezTo>
                    <a:cubicBezTo>
                      <a:pt x="0" y="1968"/>
                      <a:pt x="595" y="2536"/>
                      <a:pt x="1329" y="2536"/>
                    </a:cubicBezTo>
                    <a:cubicBezTo>
                      <a:pt x="2064" y="2536"/>
                      <a:pt x="2658" y="1968"/>
                      <a:pt x="2658" y="1268"/>
                    </a:cubicBezTo>
                    <a:cubicBezTo>
                      <a:pt x="2658" y="567"/>
                      <a:pt x="2064" y="0"/>
                      <a:pt x="1329" y="0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5" name="Google Shape;1055;p28"/>
              <p:cNvSpPr/>
              <p:nvPr/>
            </p:nvSpPr>
            <p:spPr>
              <a:xfrm flipH="1">
                <a:off x="3676505" y="2756755"/>
                <a:ext cx="231289" cy="281205"/>
              </a:xfrm>
              <a:custGeom>
                <a:avLst/>
                <a:gdLst/>
                <a:ahLst/>
                <a:cxnLst/>
                <a:rect l="l" t="t" r="r" b="b"/>
                <a:pathLst>
                  <a:path w="4161" h="5059" extrusionOk="0">
                    <a:moveTo>
                      <a:pt x="1485" y="1"/>
                    </a:moveTo>
                    <a:cubicBezTo>
                      <a:pt x="1325" y="1"/>
                      <a:pt x="1171" y="26"/>
                      <a:pt x="1029" y="71"/>
                    </a:cubicBezTo>
                    <a:cubicBezTo>
                      <a:pt x="416" y="269"/>
                      <a:pt x="0" y="858"/>
                      <a:pt x="81" y="1512"/>
                    </a:cubicBezTo>
                    <a:lnTo>
                      <a:pt x="153" y="2073"/>
                    </a:lnTo>
                    <a:lnTo>
                      <a:pt x="373" y="4333"/>
                    </a:lnTo>
                    <a:cubicBezTo>
                      <a:pt x="373" y="4333"/>
                      <a:pt x="1961" y="4895"/>
                      <a:pt x="2507" y="5027"/>
                    </a:cubicBezTo>
                    <a:cubicBezTo>
                      <a:pt x="2595" y="5048"/>
                      <a:pt x="2685" y="5058"/>
                      <a:pt x="2773" y="5058"/>
                    </a:cubicBezTo>
                    <a:cubicBezTo>
                      <a:pt x="3274" y="5058"/>
                      <a:pt x="3748" y="4734"/>
                      <a:pt x="3857" y="4243"/>
                    </a:cubicBezTo>
                    <a:cubicBezTo>
                      <a:pt x="4033" y="3455"/>
                      <a:pt x="4160" y="2664"/>
                      <a:pt x="3907" y="1768"/>
                    </a:cubicBezTo>
                    <a:cubicBezTo>
                      <a:pt x="3758" y="1240"/>
                      <a:pt x="3430" y="794"/>
                      <a:pt x="2993" y="482"/>
                    </a:cubicBezTo>
                    <a:cubicBezTo>
                      <a:pt x="2797" y="340"/>
                      <a:pt x="2579" y="227"/>
                      <a:pt x="2345" y="146"/>
                    </a:cubicBezTo>
                    <a:lnTo>
                      <a:pt x="2342" y="145"/>
                    </a:lnTo>
                    <a:lnTo>
                      <a:pt x="2210" y="102"/>
                    </a:lnTo>
                    <a:lnTo>
                      <a:pt x="2197" y="98"/>
                    </a:lnTo>
                    <a:cubicBezTo>
                      <a:pt x="2130" y="78"/>
                      <a:pt x="2062" y="63"/>
                      <a:pt x="1994" y="51"/>
                    </a:cubicBezTo>
                    <a:cubicBezTo>
                      <a:pt x="1831" y="18"/>
                      <a:pt x="1665" y="1"/>
                      <a:pt x="1495" y="1"/>
                    </a:cubicBezTo>
                    <a:cubicBezTo>
                      <a:pt x="1492" y="1"/>
                      <a:pt x="1488" y="1"/>
                      <a:pt x="148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6" name="Google Shape;1056;p28"/>
              <p:cNvSpPr/>
              <p:nvPr/>
            </p:nvSpPr>
            <p:spPr>
              <a:xfrm flipH="1">
                <a:off x="3736206" y="2962469"/>
                <a:ext cx="42245" cy="22067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97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4" y="302"/>
                      <a:pt x="208" y="396"/>
                      <a:pt x="368" y="396"/>
                    </a:cubicBezTo>
                    <a:cubicBezTo>
                      <a:pt x="566" y="396"/>
                      <a:pt x="760" y="253"/>
                      <a:pt x="722" y="175"/>
                    </a:cubicBezTo>
                    <a:cubicBezTo>
                      <a:pt x="652" y="3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7" name="Google Shape;1057;p28"/>
              <p:cNvSpPr/>
              <p:nvPr/>
            </p:nvSpPr>
            <p:spPr>
              <a:xfrm flipH="1">
                <a:off x="3758047" y="2735300"/>
                <a:ext cx="219450" cy="2037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3666" extrusionOk="0">
                    <a:moveTo>
                      <a:pt x="2477" y="1"/>
                    </a:moveTo>
                    <a:cubicBezTo>
                      <a:pt x="1609" y="1"/>
                      <a:pt x="598" y="264"/>
                      <a:pt x="351" y="1153"/>
                    </a:cubicBezTo>
                    <a:cubicBezTo>
                      <a:pt x="0" y="2416"/>
                      <a:pt x="1222" y="3665"/>
                      <a:pt x="1222" y="3665"/>
                    </a:cubicBezTo>
                    <a:lnTo>
                      <a:pt x="2214" y="3314"/>
                    </a:lnTo>
                    <a:lnTo>
                      <a:pt x="2196" y="1337"/>
                    </a:lnTo>
                    <a:cubicBezTo>
                      <a:pt x="2196" y="1337"/>
                      <a:pt x="3128" y="1236"/>
                      <a:pt x="3815" y="387"/>
                    </a:cubicBezTo>
                    <a:cubicBezTo>
                      <a:pt x="3948" y="221"/>
                      <a:pt x="3272" y="1"/>
                      <a:pt x="2477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8" name="Google Shape;1058;p28"/>
              <p:cNvSpPr/>
              <p:nvPr/>
            </p:nvSpPr>
            <p:spPr>
              <a:xfrm flipH="1">
                <a:off x="3686235" y="2860307"/>
                <a:ext cx="53362" cy="98552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773" extrusionOk="0">
                    <a:moveTo>
                      <a:pt x="15" y="1"/>
                    </a:moveTo>
                    <a:lnTo>
                      <a:pt x="0" y="1732"/>
                    </a:lnTo>
                    <a:lnTo>
                      <a:pt x="134" y="1760"/>
                    </a:lnTo>
                    <a:cubicBezTo>
                      <a:pt x="174" y="1769"/>
                      <a:pt x="214" y="1773"/>
                      <a:pt x="253" y="1773"/>
                    </a:cubicBezTo>
                    <a:cubicBezTo>
                      <a:pt x="688" y="1773"/>
                      <a:pt x="959" y="1267"/>
                      <a:pt x="648" y="930"/>
                    </a:cubicBezTo>
                    <a:cubicBezTo>
                      <a:pt x="431" y="695"/>
                      <a:pt x="194" y="430"/>
                      <a:pt x="1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9" name="Google Shape;1059;p28"/>
              <p:cNvSpPr/>
              <p:nvPr/>
            </p:nvSpPr>
            <p:spPr>
              <a:xfrm flipH="1">
                <a:off x="3855376" y="2862197"/>
                <a:ext cx="130680" cy="96607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738" extrusionOk="0">
                    <a:moveTo>
                      <a:pt x="1234" y="0"/>
                    </a:moveTo>
                    <a:cubicBezTo>
                      <a:pt x="437" y="0"/>
                      <a:pt x="1" y="1395"/>
                      <a:pt x="1834" y="1738"/>
                    </a:cubicBezTo>
                    <a:lnTo>
                      <a:pt x="2350" y="1059"/>
                    </a:lnTo>
                    <a:cubicBezTo>
                      <a:pt x="2020" y="280"/>
                      <a:pt x="1591" y="0"/>
                      <a:pt x="1234" y="0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0" name="Google Shape;1060;p28"/>
              <p:cNvSpPr/>
              <p:nvPr/>
            </p:nvSpPr>
            <p:spPr>
              <a:xfrm flipH="1">
                <a:off x="3893509" y="2896714"/>
                <a:ext cx="32184" cy="27403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93" extrusionOk="0">
                    <a:moveTo>
                      <a:pt x="1" y="1"/>
                    </a:moveTo>
                    <a:lnTo>
                      <a:pt x="578" y="493"/>
                    </a:lnTo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1" name="Google Shape;1061;p28"/>
              <p:cNvSpPr/>
              <p:nvPr/>
            </p:nvSpPr>
            <p:spPr>
              <a:xfrm flipH="1">
                <a:off x="3893509" y="2896714"/>
                <a:ext cx="32184" cy="27403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93" fill="none" extrusionOk="0">
                    <a:moveTo>
                      <a:pt x="1" y="1"/>
                    </a:moveTo>
                    <a:lnTo>
                      <a:pt x="578" y="493"/>
                    </a:lnTo>
                  </a:path>
                </a:pathLst>
              </a:custGeom>
              <a:noFill/>
              <a:ln w="475" cap="flat" cmpd="sng">
                <a:solidFill>
                  <a:srgbClr val="EAAB8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2" name="Google Shape;1062;p28"/>
              <p:cNvSpPr/>
              <p:nvPr/>
            </p:nvSpPr>
            <p:spPr>
              <a:xfrm flipH="1">
                <a:off x="3842483" y="2841742"/>
                <a:ext cx="32795" cy="79598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432" extrusionOk="0">
                    <a:moveTo>
                      <a:pt x="589" y="0"/>
                    </a:moveTo>
                    <a:lnTo>
                      <a:pt x="0" y="477"/>
                    </a:lnTo>
                    <a:lnTo>
                      <a:pt x="375" y="1399"/>
                    </a:lnTo>
                    <a:lnTo>
                      <a:pt x="581" y="1431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3" name="Google Shape;1063;p28"/>
              <p:cNvSpPr/>
              <p:nvPr/>
            </p:nvSpPr>
            <p:spPr>
              <a:xfrm flipH="1">
                <a:off x="3758829" y="2879706"/>
                <a:ext cx="23290" cy="41578"/>
              </a:xfrm>
              <a:custGeom>
                <a:avLst/>
                <a:gdLst/>
                <a:ahLst/>
                <a:cxnLst/>
                <a:rect l="l" t="t" r="r" b="b"/>
                <a:pathLst>
                  <a:path w="419" h="748" extrusionOk="0">
                    <a:moveTo>
                      <a:pt x="166" y="1"/>
                    </a:moveTo>
                    <a:cubicBezTo>
                      <a:pt x="162" y="1"/>
                      <a:pt x="158" y="1"/>
                      <a:pt x="153" y="2"/>
                    </a:cubicBezTo>
                    <a:cubicBezTo>
                      <a:pt x="55" y="15"/>
                      <a:pt x="0" y="193"/>
                      <a:pt x="31" y="398"/>
                    </a:cubicBezTo>
                    <a:cubicBezTo>
                      <a:pt x="62" y="596"/>
                      <a:pt x="160" y="748"/>
                      <a:pt x="255" y="748"/>
                    </a:cubicBezTo>
                    <a:cubicBezTo>
                      <a:pt x="259" y="748"/>
                      <a:pt x="263" y="748"/>
                      <a:pt x="267" y="747"/>
                    </a:cubicBezTo>
                    <a:cubicBezTo>
                      <a:pt x="365" y="733"/>
                      <a:pt x="419" y="555"/>
                      <a:pt x="388" y="349"/>
                    </a:cubicBezTo>
                    <a:cubicBezTo>
                      <a:pt x="358" y="152"/>
                      <a:pt x="260" y="1"/>
                      <a:pt x="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4" name="Google Shape;1064;p28"/>
              <p:cNvSpPr/>
              <p:nvPr/>
            </p:nvSpPr>
            <p:spPr>
              <a:xfrm flipH="1">
                <a:off x="3765887" y="2832460"/>
                <a:ext cx="49637" cy="18565"/>
              </a:xfrm>
              <a:custGeom>
                <a:avLst/>
                <a:gdLst/>
                <a:ahLst/>
                <a:cxnLst/>
                <a:rect l="l" t="t" r="r" b="b"/>
                <a:pathLst>
                  <a:path w="893" h="334" extrusionOk="0">
                    <a:moveTo>
                      <a:pt x="499" y="1"/>
                    </a:moveTo>
                    <a:cubicBezTo>
                      <a:pt x="422" y="1"/>
                      <a:pt x="336" y="17"/>
                      <a:pt x="254" y="55"/>
                    </a:cubicBezTo>
                    <a:cubicBezTo>
                      <a:pt x="0" y="173"/>
                      <a:pt x="5" y="334"/>
                      <a:pt x="233" y="334"/>
                    </a:cubicBezTo>
                    <a:cubicBezTo>
                      <a:pt x="295" y="334"/>
                      <a:pt x="375" y="321"/>
                      <a:pt x="471" y="293"/>
                    </a:cubicBezTo>
                    <a:cubicBezTo>
                      <a:pt x="892" y="167"/>
                      <a:pt x="746" y="1"/>
                      <a:pt x="499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5" name="Google Shape;1065;p28"/>
              <p:cNvSpPr/>
              <p:nvPr/>
            </p:nvSpPr>
            <p:spPr>
              <a:xfrm flipH="1">
                <a:off x="3693295" y="2868255"/>
                <a:ext cx="23346" cy="41578"/>
              </a:xfrm>
              <a:custGeom>
                <a:avLst/>
                <a:gdLst/>
                <a:ahLst/>
                <a:cxnLst/>
                <a:rect l="l" t="t" r="r" b="b"/>
                <a:pathLst>
                  <a:path w="420" h="748" extrusionOk="0">
                    <a:moveTo>
                      <a:pt x="165" y="0"/>
                    </a:moveTo>
                    <a:cubicBezTo>
                      <a:pt x="161" y="0"/>
                      <a:pt x="157" y="0"/>
                      <a:pt x="153" y="1"/>
                    </a:cubicBezTo>
                    <a:cubicBezTo>
                      <a:pt x="55" y="15"/>
                      <a:pt x="1" y="193"/>
                      <a:pt x="32" y="399"/>
                    </a:cubicBezTo>
                    <a:cubicBezTo>
                      <a:pt x="61" y="596"/>
                      <a:pt x="159" y="747"/>
                      <a:pt x="254" y="747"/>
                    </a:cubicBezTo>
                    <a:cubicBezTo>
                      <a:pt x="258" y="747"/>
                      <a:pt x="262" y="747"/>
                      <a:pt x="266" y="746"/>
                    </a:cubicBezTo>
                    <a:cubicBezTo>
                      <a:pt x="364" y="732"/>
                      <a:pt x="419" y="555"/>
                      <a:pt x="388" y="350"/>
                    </a:cubicBezTo>
                    <a:cubicBezTo>
                      <a:pt x="358" y="152"/>
                      <a:pt x="260" y="0"/>
                      <a:pt x="1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6" name="Google Shape;1066;p28"/>
              <p:cNvSpPr/>
              <p:nvPr/>
            </p:nvSpPr>
            <p:spPr>
              <a:xfrm flipH="1">
                <a:off x="3680010" y="2817007"/>
                <a:ext cx="55696" cy="16787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302" extrusionOk="0">
                    <a:moveTo>
                      <a:pt x="406" y="1"/>
                    </a:moveTo>
                    <a:cubicBezTo>
                      <a:pt x="390" y="1"/>
                      <a:pt x="375" y="1"/>
                      <a:pt x="359" y="3"/>
                    </a:cubicBezTo>
                    <a:cubicBezTo>
                      <a:pt x="1" y="31"/>
                      <a:pt x="8" y="270"/>
                      <a:pt x="472" y="299"/>
                    </a:cubicBezTo>
                    <a:cubicBezTo>
                      <a:pt x="499" y="300"/>
                      <a:pt x="524" y="301"/>
                      <a:pt x="547" y="301"/>
                    </a:cubicBezTo>
                    <a:cubicBezTo>
                      <a:pt x="1001" y="301"/>
                      <a:pt x="751" y="1"/>
                      <a:pt x="406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7" name="Google Shape;1067;p28"/>
              <p:cNvSpPr/>
              <p:nvPr/>
            </p:nvSpPr>
            <p:spPr>
              <a:xfrm flipH="1">
                <a:off x="3691016" y="2855749"/>
                <a:ext cx="53362" cy="98608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774" extrusionOk="0">
                    <a:moveTo>
                      <a:pt x="15" y="1"/>
                    </a:moveTo>
                    <a:lnTo>
                      <a:pt x="0" y="1733"/>
                    </a:lnTo>
                    <a:lnTo>
                      <a:pt x="134" y="1761"/>
                    </a:lnTo>
                    <a:cubicBezTo>
                      <a:pt x="175" y="1769"/>
                      <a:pt x="214" y="1773"/>
                      <a:pt x="253" y="1773"/>
                    </a:cubicBezTo>
                    <a:cubicBezTo>
                      <a:pt x="688" y="1773"/>
                      <a:pt x="959" y="1267"/>
                      <a:pt x="649" y="930"/>
                    </a:cubicBezTo>
                    <a:cubicBezTo>
                      <a:pt x="431" y="696"/>
                      <a:pt x="195" y="429"/>
                      <a:pt x="1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8" name="Google Shape;1068;p28"/>
              <p:cNvSpPr/>
              <p:nvPr/>
            </p:nvSpPr>
            <p:spPr>
              <a:xfrm flipH="1">
                <a:off x="3689515" y="2855749"/>
                <a:ext cx="54862" cy="103666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865" fill="none" extrusionOk="0">
                    <a:moveTo>
                      <a:pt x="15" y="1"/>
                    </a:moveTo>
                    <a:cubicBezTo>
                      <a:pt x="195" y="429"/>
                      <a:pt x="431" y="696"/>
                      <a:pt x="649" y="930"/>
                    </a:cubicBezTo>
                    <a:cubicBezTo>
                      <a:pt x="987" y="1297"/>
                      <a:pt x="636" y="1864"/>
                      <a:pt x="134" y="1761"/>
                    </a:cubicBezTo>
                    <a:lnTo>
                      <a:pt x="0" y="1733"/>
                    </a:lnTo>
                  </a:path>
                </a:pathLst>
              </a:custGeom>
              <a:noFill/>
              <a:ln w="475" cap="flat" cmpd="sng">
                <a:solidFill>
                  <a:srgbClr val="EAAB8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9" name="Google Shape;1069;p28"/>
              <p:cNvSpPr/>
              <p:nvPr/>
            </p:nvSpPr>
            <p:spPr>
              <a:xfrm flipH="1">
                <a:off x="3818970" y="2789549"/>
                <a:ext cx="64590" cy="107835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940" extrusionOk="0">
                    <a:moveTo>
                      <a:pt x="945" y="0"/>
                    </a:moveTo>
                    <a:lnTo>
                      <a:pt x="1" y="494"/>
                    </a:lnTo>
                    <a:lnTo>
                      <a:pt x="443" y="1939"/>
                    </a:lnTo>
                    <a:lnTo>
                      <a:pt x="559" y="1825"/>
                    </a:lnTo>
                    <a:cubicBezTo>
                      <a:pt x="994" y="1393"/>
                      <a:pt x="1161" y="776"/>
                      <a:pt x="1000" y="197"/>
                    </a:cubicBezTo>
                    <a:lnTo>
                      <a:pt x="945" y="0"/>
                    </a:ln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0" name="Google Shape;1070;p28"/>
              <p:cNvSpPr/>
              <p:nvPr/>
            </p:nvSpPr>
            <p:spPr>
              <a:xfrm flipH="1">
                <a:off x="3721753" y="2760201"/>
                <a:ext cx="78820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67" extrusionOk="0">
                    <a:moveTo>
                      <a:pt x="708" y="1"/>
                    </a:moveTo>
                    <a:cubicBezTo>
                      <a:pt x="288" y="1"/>
                      <a:pt x="1" y="359"/>
                      <a:pt x="1" y="359"/>
                    </a:cubicBezTo>
                    <a:cubicBezTo>
                      <a:pt x="298" y="589"/>
                      <a:pt x="555" y="666"/>
                      <a:pt x="765" y="666"/>
                    </a:cubicBezTo>
                    <a:cubicBezTo>
                      <a:pt x="1184" y="666"/>
                      <a:pt x="1417" y="359"/>
                      <a:pt x="1417" y="359"/>
                    </a:cubicBezTo>
                    <a:cubicBezTo>
                      <a:pt x="1161" y="90"/>
                      <a:pt x="918" y="1"/>
                      <a:pt x="708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1" name="Google Shape;1071;p28"/>
              <p:cNvSpPr/>
              <p:nvPr/>
            </p:nvSpPr>
            <p:spPr>
              <a:xfrm flipH="1">
                <a:off x="3765883" y="3183581"/>
                <a:ext cx="292989" cy="374587"/>
              </a:xfrm>
              <a:custGeom>
                <a:avLst/>
                <a:gdLst/>
                <a:ahLst/>
                <a:cxnLst/>
                <a:rect l="l" t="t" r="r" b="b"/>
                <a:pathLst>
                  <a:path w="5271" h="6739" extrusionOk="0">
                    <a:moveTo>
                      <a:pt x="368" y="0"/>
                    </a:moveTo>
                    <a:cubicBezTo>
                      <a:pt x="75" y="1350"/>
                      <a:pt x="1" y="5332"/>
                      <a:pt x="41" y="6649"/>
                    </a:cubicBezTo>
                    <a:lnTo>
                      <a:pt x="5271" y="6738"/>
                    </a:lnTo>
                    <a:lnTo>
                      <a:pt x="5271" y="6738"/>
                    </a:lnTo>
                    <a:lnTo>
                      <a:pt x="5039" y="2715"/>
                    </a:lnTo>
                    <a:lnTo>
                      <a:pt x="3293" y="2471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rgbClr val="4F7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2" name="Google Shape;1072;p28"/>
              <p:cNvSpPr/>
              <p:nvPr/>
            </p:nvSpPr>
            <p:spPr>
              <a:xfrm flipH="1">
                <a:off x="3808075" y="3075915"/>
                <a:ext cx="79709" cy="18076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3252" extrusionOk="0">
                    <a:moveTo>
                      <a:pt x="616" y="1"/>
                    </a:moveTo>
                    <a:lnTo>
                      <a:pt x="409" y="26"/>
                    </a:lnTo>
                    <a:lnTo>
                      <a:pt x="0" y="325"/>
                    </a:lnTo>
                    <a:lnTo>
                      <a:pt x="595" y="828"/>
                    </a:lnTo>
                    <a:lnTo>
                      <a:pt x="614" y="1802"/>
                    </a:lnTo>
                    <a:lnTo>
                      <a:pt x="1434" y="3252"/>
                    </a:lnTo>
                    <a:lnTo>
                      <a:pt x="1347" y="1473"/>
                    </a:lnTo>
                    <a:lnTo>
                      <a:pt x="947" y="760"/>
                    </a:lnTo>
                    <a:lnTo>
                      <a:pt x="1026" y="273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3" name="Google Shape;1073;p28"/>
              <p:cNvSpPr/>
              <p:nvPr/>
            </p:nvSpPr>
            <p:spPr>
              <a:xfrm flipH="1">
                <a:off x="3837479" y="2978200"/>
                <a:ext cx="118396" cy="136406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2454" extrusionOk="0">
                    <a:moveTo>
                      <a:pt x="474" y="1"/>
                    </a:moveTo>
                    <a:lnTo>
                      <a:pt x="1" y="755"/>
                    </a:lnTo>
                    <a:lnTo>
                      <a:pt x="1210" y="2454"/>
                    </a:lnTo>
                    <a:lnTo>
                      <a:pt x="1631" y="2048"/>
                    </a:lnTo>
                    <a:cubicBezTo>
                      <a:pt x="2129" y="1566"/>
                      <a:pt x="2040" y="742"/>
                      <a:pt x="1420" y="414"/>
                    </a:cubicBezTo>
                    <a:cubicBezTo>
                      <a:pt x="1392" y="400"/>
                      <a:pt x="1362" y="386"/>
                      <a:pt x="1334" y="373"/>
                    </a:cubicBezTo>
                    <a:lnTo>
                      <a:pt x="47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4" name="Google Shape;1074;p28"/>
              <p:cNvSpPr/>
              <p:nvPr/>
            </p:nvSpPr>
            <p:spPr>
              <a:xfrm rot="-888226" flipH="1">
                <a:off x="3868900" y="3071534"/>
                <a:ext cx="295601" cy="448961"/>
              </a:xfrm>
              <a:custGeom>
                <a:avLst/>
                <a:gdLst/>
                <a:ahLst/>
                <a:cxnLst/>
                <a:rect l="l" t="t" r="r" b="b"/>
                <a:pathLst>
                  <a:path w="5318" h="8077" extrusionOk="0">
                    <a:moveTo>
                      <a:pt x="1420" y="0"/>
                    </a:moveTo>
                    <a:cubicBezTo>
                      <a:pt x="1402" y="0"/>
                      <a:pt x="1383" y="1"/>
                      <a:pt x="1364" y="2"/>
                    </a:cubicBezTo>
                    <a:cubicBezTo>
                      <a:pt x="573" y="48"/>
                      <a:pt x="1" y="755"/>
                      <a:pt x="41" y="1512"/>
                    </a:cubicBezTo>
                    <a:cubicBezTo>
                      <a:pt x="164" y="3889"/>
                      <a:pt x="1047" y="5607"/>
                      <a:pt x="2122" y="7329"/>
                    </a:cubicBezTo>
                    <a:cubicBezTo>
                      <a:pt x="2419" y="7803"/>
                      <a:pt x="2949" y="8076"/>
                      <a:pt x="3502" y="8076"/>
                    </a:cubicBezTo>
                    <a:cubicBezTo>
                      <a:pt x="3686" y="8076"/>
                      <a:pt x="3873" y="8046"/>
                      <a:pt x="4054" y="7983"/>
                    </a:cubicBezTo>
                    <a:cubicBezTo>
                      <a:pt x="4892" y="7689"/>
                      <a:pt x="5317" y="6798"/>
                      <a:pt x="5000" y="6003"/>
                    </a:cubicBezTo>
                    <a:lnTo>
                      <a:pt x="2729" y="1001"/>
                    </a:lnTo>
                    <a:cubicBezTo>
                      <a:pt x="2597" y="697"/>
                      <a:pt x="2095" y="0"/>
                      <a:pt x="14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5" name="Google Shape;1075;p28"/>
              <p:cNvSpPr/>
              <p:nvPr/>
            </p:nvSpPr>
            <p:spPr>
              <a:xfrm rot="-4233323" flipH="1">
                <a:off x="3752526" y="3498339"/>
                <a:ext cx="417800" cy="174936"/>
              </a:xfrm>
              <a:custGeom>
                <a:avLst/>
                <a:gdLst/>
                <a:ahLst/>
                <a:cxnLst/>
                <a:rect l="l" t="t" r="r" b="b"/>
                <a:pathLst>
                  <a:path w="7516" h="3147" extrusionOk="0">
                    <a:moveTo>
                      <a:pt x="1433" y="0"/>
                    </a:moveTo>
                    <a:cubicBezTo>
                      <a:pt x="1427" y="0"/>
                      <a:pt x="1420" y="1"/>
                      <a:pt x="1414" y="1"/>
                    </a:cubicBezTo>
                    <a:cubicBezTo>
                      <a:pt x="810" y="9"/>
                      <a:pt x="252" y="408"/>
                      <a:pt x="78" y="1025"/>
                    </a:cubicBezTo>
                    <a:cubicBezTo>
                      <a:pt x="1" y="1298"/>
                      <a:pt x="10" y="1575"/>
                      <a:pt x="87" y="1827"/>
                    </a:cubicBezTo>
                    <a:cubicBezTo>
                      <a:pt x="236" y="2304"/>
                      <a:pt x="630" y="2689"/>
                      <a:pt x="1160" y="2789"/>
                    </a:cubicBezTo>
                    <a:cubicBezTo>
                      <a:pt x="2635" y="3067"/>
                      <a:pt x="3984" y="3147"/>
                      <a:pt x="5051" y="3147"/>
                    </a:cubicBezTo>
                    <a:cubicBezTo>
                      <a:pt x="6509" y="3147"/>
                      <a:pt x="7439" y="2997"/>
                      <a:pt x="7439" y="2997"/>
                    </a:cubicBezTo>
                    <a:lnTo>
                      <a:pt x="7516" y="1931"/>
                    </a:lnTo>
                    <a:lnTo>
                      <a:pt x="1891" y="77"/>
                    </a:lnTo>
                    <a:cubicBezTo>
                      <a:pt x="1739" y="26"/>
                      <a:pt x="1585" y="0"/>
                      <a:pt x="1433" y="0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6" name="Google Shape;1076;p28"/>
              <p:cNvSpPr/>
              <p:nvPr/>
            </p:nvSpPr>
            <p:spPr>
              <a:xfrm rot="-4233350" flipH="1">
                <a:off x="3881263" y="3726871"/>
                <a:ext cx="143748" cy="96110"/>
              </a:xfrm>
              <a:custGeom>
                <a:avLst/>
                <a:gdLst/>
                <a:ahLst/>
                <a:cxnLst/>
                <a:rect l="l" t="t" r="r" b="b"/>
                <a:pathLst>
                  <a:path w="2586" h="1729" extrusionOk="0">
                    <a:moveTo>
                      <a:pt x="937" y="1"/>
                    </a:moveTo>
                    <a:lnTo>
                      <a:pt x="0" y="1155"/>
                    </a:lnTo>
                    <a:lnTo>
                      <a:pt x="1156" y="1728"/>
                    </a:lnTo>
                    <a:lnTo>
                      <a:pt x="2585" y="362"/>
                    </a:lnTo>
                    <a:lnTo>
                      <a:pt x="937" y="1"/>
                    </a:ln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7" name="Google Shape;1077;p28"/>
              <p:cNvSpPr/>
              <p:nvPr/>
            </p:nvSpPr>
            <p:spPr>
              <a:xfrm rot="-4233350" flipH="1">
                <a:off x="3880990" y="3816933"/>
                <a:ext cx="97666" cy="59923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078" extrusionOk="0">
                    <a:moveTo>
                      <a:pt x="810" y="1"/>
                    </a:moveTo>
                    <a:lnTo>
                      <a:pt x="1" y="675"/>
                    </a:lnTo>
                    <a:lnTo>
                      <a:pt x="1114" y="902"/>
                    </a:lnTo>
                    <a:lnTo>
                      <a:pt x="1423" y="1049"/>
                    </a:lnTo>
                    <a:cubicBezTo>
                      <a:pt x="1453" y="1068"/>
                      <a:pt x="1486" y="1078"/>
                      <a:pt x="1520" y="1078"/>
                    </a:cubicBezTo>
                    <a:cubicBezTo>
                      <a:pt x="1532" y="1078"/>
                      <a:pt x="1544" y="1077"/>
                      <a:pt x="1555" y="1074"/>
                    </a:cubicBezTo>
                    <a:cubicBezTo>
                      <a:pt x="1703" y="1046"/>
                      <a:pt x="1757" y="862"/>
                      <a:pt x="1647" y="759"/>
                    </a:cubicBez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8" name="Google Shape;1078;p28"/>
              <p:cNvSpPr/>
              <p:nvPr/>
            </p:nvSpPr>
            <p:spPr>
              <a:xfrm rot="-4233350" flipH="1">
                <a:off x="3913614" y="3815803"/>
                <a:ext cx="73097" cy="47305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851" extrusionOk="0">
                    <a:moveTo>
                      <a:pt x="339" y="1"/>
                    </a:moveTo>
                    <a:lnTo>
                      <a:pt x="0" y="384"/>
                    </a:lnTo>
                    <a:lnTo>
                      <a:pt x="987" y="834"/>
                    </a:lnTo>
                    <a:cubicBezTo>
                      <a:pt x="1014" y="845"/>
                      <a:pt x="1042" y="851"/>
                      <a:pt x="1069" y="851"/>
                    </a:cubicBezTo>
                    <a:cubicBezTo>
                      <a:pt x="1140" y="851"/>
                      <a:pt x="1208" y="815"/>
                      <a:pt x="1249" y="752"/>
                    </a:cubicBezTo>
                    <a:cubicBezTo>
                      <a:pt x="1315" y="648"/>
                      <a:pt x="1278" y="508"/>
                      <a:pt x="1169" y="450"/>
                    </a:cubicBezTo>
                    <a:lnTo>
                      <a:pt x="339" y="1"/>
                    </a:ln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9" name="Google Shape;1079;p28"/>
              <p:cNvSpPr/>
              <p:nvPr/>
            </p:nvSpPr>
            <p:spPr>
              <a:xfrm rot="-4233350" flipH="1">
                <a:off x="3934636" y="3805548"/>
                <a:ext cx="73152" cy="47249"/>
              </a:xfrm>
              <a:custGeom>
                <a:avLst/>
                <a:gdLst/>
                <a:ahLst/>
                <a:cxnLst/>
                <a:rect l="l" t="t" r="r" b="b"/>
                <a:pathLst>
                  <a:path w="1316" h="850" extrusionOk="0">
                    <a:moveTo>
                      <a:pt x="339" y="1"/>
                    </a:moveTo>
                    <a:lnTo>
                      <a:pt x="1" y="383"/>
                    </a:lnTo>
                    <a:lnTo>
                      <a:pt x="987" y="833"/>
                    </a:lnTo>
                    <a:cubicBezTo>
                      <a:pt x="1014" y="844"/>
                      <a:pt x="1042" y="850"/>
                      <a:pt x="1070" y="850"/>
                    </a:cubicBezTo>
                    <a:cubicBezTo>
                      <a:pt x="1141" y="850"/>
                      <a:pt x="1209" y="814"/>
                      <a:pt x="1249" y="752"/>
                    </a:cubicBezTo>
                    <a:cubicBezTo>
                      <a:pt x="1315" y="647"/>
                      <a:pt x="1279" y="507"/>
                      <a:pt x="1169" y="449"/>
                    </a:cubicBezTo>
                    <a:lnTo>
                      <a:pt x="339" y="1"/>
                    </a:ln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0" name="Google Shape;1080;p28"/>
              <p:cNvSpPr/>
              <p:nvPr/>
            </p:nvSpPr>
            <p:spPr>
              <a:xfrm rot="-4233350" flipH="1">
                <a:off x="3954419" y="3795339"/>
                <a:ext cx="73097" cy="4724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850" extrusionOk="0">
                    <a:moveTo>
                      <a:pt x="338" y="0"/>
                    </a:moveTo>
                    <a:lnTo>
                      <a:pt x="0" y="383"/>
                    </a:lnTo>
                    <a:lnTo>
                      <a:pt x="987" y="833"/>
                    </a:lnTo>
                    <a:cubicBezTo>
                      <a:pt x="1013" y="845"/>
                      <a:pt x="1041" y="850"/>
                      <a:pt x="1068" y="850"/>
                    </a:cubicBezTo>
                    <a:cubicBezTo>
                      <a:pt x="1139" y="850"/>
                      <a:pt x="1208" y="814"/>
                      <a:pt x="1248" y="751"/>
                    </a:cubicBezTo>
                    <a:cubicBezTo>
                      <a:pt x="1315" y="646"/>
                      <a:pt x="1278" y="506"/>
                      <a:pt x="1168" y="448"/>
                    </a:cubicBezTo>
                    <a:lnTo>
                      <a:pt x="338" y="0"/>
                    </a:ln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1" name="Google Shape;1081;p28"/>
              <p:cNvSpPr/>
              <p:nvPr/>
            </p:nvSpPr>
            <p:spPr>
              <a:xfrm>
                <a:off x="3732500" y="3234950"/>
                <a:ext cx="122100" cy="1221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082" name="Google Shape;1082;p28"/>
          <p:cNvGrpSpPr/>
          <p:nvPr/>
        </p:nvGrpSpPr>
        <p:grpSpPr>
          <a:xfrm flipH="1">
            <a:off x="5008061" y="1727742"/>
            <a:ext cx="1012414" cy="1770295"/>
            <a:chOff x="7129917" y="2927063"/>
            <a:chExt cx="1012414" cy="1770295"/>
          </a:xfrm>
        </p:grpSpPr>
        <p:sp>
          <p:nvSpPr>
            <p:cNvPr id="1083" name="Google Shape;1083;p28"/>
            <p:cNvSpPr/>
            <p:nvPr/>
          </p:nvSpPr>
          <p:spPr>
            <a:xfrm flipH="1">
              <a:off x="7352481" y="2979867"/>
              <a:ext cx="57753" cy="256414"/>
            </a:xfrm>
            <a:custGeom>
              <a:avLst/>
              <a:gdLst/>
              <a:ahLst/>
              <a:cxnLst/>
              <a:rect l="l" t="t" r="r" b="b"/>
              <a:pathLst>
                <a:path w="1039" h="4613" extrusionOk="0">
                  <a:moveTo>
                    <a:pt x="290" y="0"/>
                  </a:moveTo>
                  <a:lnTo>
                    <a:pt x="1" y="4566"/>
                  </a:lnTo>
                  <a:lnTo>
                    <a:pt x="750" y="4613"/>
                  </a:lnTo>
                  <a:lnTo>
                    <a:pt x="1039" y="47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4" name="Google Shape;1084;p28"/>
            <p:cNvSpPr/>
            <p:nvPr/>
          </p:nvSpPr>
          <p:spPr>
            <a:xfrm flipH="1">
              <a:off x="7406064" y="3041732"/>
              <a:ext cx="57697" cy="194992"/>
            </a:xfrm>
            <a:custGeom>
              <a:avLst/>
              <a:gdLst/>
              <a:ahLst/>
              <a:cxnLst/>
              <a:rect l="l" t="t" r="r" b="b"/>
              <a:pathLst>
                <a:path w="1038" h="3508" extrusionOk="0">
                  <a:moveTo>
                    <a:pt x="289" y="1"/>
                  </a:moveTo>
                  <a:lnTo>
                    <a:pt x="0" y="3445"/>
                  </a:lnTo>
                  <a:lnTo>
                    <a:pt x="748" y="3508"/>
                  </a:lnTo>
                  <a:lnTo>
                    <a:pt x="1037" y="6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5" name="Google Shape;1085;p28"/>
            <p:cNvSpPr/>
            <p:nvPr/>
          </p:nvSpPr>
          <p:spPr>
            <a:xfrm flipH="1">
              <a:off x="7458202" y="2947128"/>
              <a:ext cx="78597" cy="289598"/>
            </a:xfrm>
            <a:custGeom>
              <a:avLst/>
              <a:gdLst/>
              <a:ahLst/>
              <a:cxnLst/>
              <a:rect l="l" t="t" r="r" b="b"/>
              <a:pathLst>
                <a:path w="1414" h="5210" extrusionOk="0">
                  <a:moveTo>
                    <a:pt x="290" y="1"/>
                  </a:moveTo>
                  <a:lnTo>
                    <a:pt x="1" y="5147"/>
                  </a:lnTo>
                  <a:lnTo>
                    <a:pt x="1124" y="5210"/>
                  </a:lnTo>
                  <a:lnTo>
                    <a:pt x="1414" y="6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6" name="Google Shape;1086;p28"/>
            <p:cNvSpPr/>
            <p:nvPr/>
          </p:nvSpPr>
          <p:spPr>
            <a:xfrm flipH="1">
              <a:off x="7531184" y="3001322"/>
              <a:ext cx="57697" cy="235125"/>
            </a:xfrm>
            <a:custGeom>
              <a:avLst/>
              <a:gdLst/>
              <a:ahLst/>
              <a:cxnLst/>
              <a:rect l="l" t="t" r="r" b="b"/>
              <a:pathLst>
                <a:path w="1038" h="4230" extrusionOk="0">
                  <a:moveTo>
                    <a:pt x="288" y="1"/>
                  </a:moveTo>
                  <a:lnTo>
                    <a:pt x="0" y="4178"/>
                  </a:lnTo>
                  <a:lnTo>
                    <a:pt x="748" y="4229"/>
                  </a:lnTo>
                  <a:lnTo>
                    <a:pt x="1037" y="5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7" name="Google Shape;1087;p28"/>
            <p:cNvSpPr/>
            <p:nvPr/>
          </p:nvSpPr>
          <p:spPr>
            <a:xfrm flipH="1">
              <a:off x="7599663" y="3023389"/>
              <a:ext cx="89047" cy="215670"/>
            </a:xfrm>
            <a:custGeom>
              <a:avLst/>
              <a:gdLst/>
              <a:ahLst/>
              <a:cxnLst/>
              <a:rect l="l" t="t" r="r" b="b"/>
              <a:pathLst>
                <a:path w="1602" h="3880" extrusionOk="0">
                  <a:moveTo>
                    <a:pt x="1116" y="0"/>
                  </a:moveTo>
                  <a:lnTo>
                    <a:pt x="0" y="146"/>
                  </a:lnTo>
                  <a:lnTo>
                    <a:pt x="486" y="3879"/>
                  </a:lnTo>
                  <a:lnTo>
                    <a:pt x="1602" y="3734"/>
                  </a:lnTo>
                  <a:lnTo>
                    <a:pt x="11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8" name="Google Shape;1088;p28"/>
            <p:cNvSpPr/>
            <p:nvPr/>
          </p:nvSpPr>
          <p:spPr>
            <a:xfrm flipH="1">
              <a:off x="7672144" y="2927063"/>
              <a:ext cx="98941" cy="311665"/>
            </a:xfrm>
            <a:custGeom>
              <a:avLst/>
              <a:gdLst/>
              <a:ahLst/>
              <a:cxnLst/>
              <a:rect l="l" t="t" r="r" b="b"/>
              <a:pathLst>
                <a:path w="1780" h="5607" extrusionOk="0">
                  <a:moveTo>
                    <a:pt x="1119" y="0"/>
                  </a:moveTo>
                  <a:lnTo>
                    <a:pt x="1" y="135"/>
                  </a:lnTo>
                  <a:lnTo>
                    <a:pt x="662" y="5606"/>
                  </a:lnTo>
                  <a:lnTo>
                    <a:pt x="1780" y="5472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9" name="Google Shape;1089;p28"/>
            <p:cNvSpPr/>
            <p:nvPr/>
          </p:nvSpPr>
          <p:spPr>
            <a:xfrm flipH="1">
              <a:off x="7745126" y="2971919"/>
              <a:ext cx="78097" cy="265974"/>
            </a:xfrm>
            <a:custGeom>
              <a:avLst/>
              <a:gdLst/>
              <a:ahLst/>
              <a:cxnLst/>
              <a:rect l="l" t="t" r="r" b="b"/>
              <a:pathLst>
                <a:path w="1405" h="4785" extrusionOk="0">
                  <a:moveTo>
                    <a:pt x="743" y="0"/>
                  </a:moveTo>
                  <a:lnTo>
                    <a:pt x="0" y="106"/>
                  </a:lnTo>
                  <a:lnTo>
                    <a:pt x="662" y="4785"/>
                  </a:lnTo>
                  <a:lnTo>
                    <a:pt x="1404" y="467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0" name="Google Shape;1090;p28"/>
            <p:cNvSpPr/>
            <p:nvPr/>
          </p:nvSpPr>
          <p:spPr>
            <a:xfrm flipH="1">
              <a:off x="7797319" y="2950241"/>
              <a:ext cx="98775" cy="288820"/>
            </a:xfrm>
            <a:custGeom>
              <a:avLst/>
              <a:gdLst/>
              <a:ahLst/>
              <a:cxnLst/>
              <a:rect l="l" t="t" r="r" b="b"/>
              <a:pathLst>
                <a:path w="1777" h="5196" extrusionOk="0">
                  <a:moveTo>
                    <a:pt x="1116" y="1"/>
                  </a:moveTo>
                  <a:lnTo>
                    <a:pt x="0" y="147"/>
                  </a:lnTo>
                  <a:lnTo>
                    <a:pt x="661" y="5195"/>
                  </a:lnTo>
                  <a:lnTo>
                    <a:pt x="1777" y="5049"/>
                  </a:lnTo>
                  <a:lnTo>
                    <a:pt x="11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1" name="Google Shape;1091;p28"/>
            <p:cNvSpPr/>
            <p:nvPr/>
          </p:nvSpPr>
          <p:spPr>
            <a:xfrm flipH="1">
              <a:off x="7820551" y="3158735"/>
              <a:ext cx="266197" cy="64423"/>
            </a:xfrm>
            <a:custGeom>
              <a:avLst/>
              <a:gdLst/>
              <a:ahLst/>
              <a:cxnLst/>
              <a:rect l="l" t="t" r="r" b="b"/>
              <a:pathLst>
                <a:path w="4789" h="1159" extrusionOk="0">
                  <a:moveTo>
                    <a:pt x="1" y="0"/>
                  </a:moveTo>
                  <a:lnTo>
                    <a:pt x="1" y="1158"/>
                  </a:lnTo>
                  <a:lnTo>
                    <a:pt x="4788" y="1158"/>
                  </a:lnTo>
                  <a:lnTo>
                    <a:pt x="47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2" name="Google Shape;1092;p28"/>
            <p:cNvSpPr/>
            <p:nvPr/>
          </p:nvSpPr>
          <p:spPr>
            <a:xfrm flipH="1">
              <a:off x="7851234" y="3092591"/>
              <a:ext cx="199884" cy="56252"/>
            </a:xfrm>
            <a:custGeom>
              <a:avLst/>
              <a:gdLst/>
              <a:ahLst/>
              <a:cxnLst/>
              <a:rect l="l" t="t" r="r" b="b"/>
              <a:pathLst>
                <a:path w="3596" h="1012" extrusionOk="0">
                  <a:moveTo>
                    <a:pt x="1" y="0"/>
                  </a:moveTo>
                  <a:lnTo>
                    <a:pt x="1" y="1012"/>
                  </a:lnTo>
                  <a:lnTo>
                    <a:pt x="3595" y="1012"/>
                  </a:lnTo>
                  <a:lnTo>
                    <a:pt x="35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3" name="Google Shape;1093;p28"/>
            <p:cNvSpPr/>
            <p:nvPr/>
          </p:nvSpPr>
          <p:spPr>
            <a:xfrm flipH="1">
              <a:off x="7836227" y="3046679"/>
              <a:ext cx="158695" cy="33796"/>
            </a:xfrm>
            <a:custGeom>
              <a:avLst/>
              <a:gdLst/>
              <a:ahLst/>
              <a:cxnLst/>
              <a:rect l="l" t="t" r="r" b="b"/>
              <a:pathLst>
                <a:path w="2855" h="608" extrusionOk="0">
                  <a:moveTo>
                    <a:pt x="0" y="1"/>
                  </a:moveTo>
                  <a:lnTo>
                    <a:pt x="0" y="608"/>
                  </a:lnTo>
                  <a:lnTo>
                    <a:pt x="2855" y="608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4" name="Google Shape;1094;p28"/>
            <p:cNvSpPr/>
            <p:nvPr/>
          </p:nvSpPr>
          <p:spPr>
            <a:xfrm flipH="1">
              <a:off x="7317506" y="3216208"/>
              <a:ext cx="810207" cy="48470"/>
            </a:xfrm>
            <a:custGeom>
              <a:avLst/>
              <a:gdLst/>
              <a:ahLst/>
              <a:cxnLst/>
              <a:rect l="l" t="t" r="r" b="b"/>
              <a:pathLst>
                <a:path w="14576" h="872" extrusionOk="0">
                  <a:moveTo>
                    <a:pt x="0" y="1"/>
                  </a:moveTo>
                  <a:lnTo>
                    <a:pt x="0" y="872"/>
                  </a:lnTo>
                  <a:lnTo>
                    <a:pt x="14576" y="872"/>
                  </a:lnTo>
                  <a:lnTo>
                    <a:pt x="14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5" name="Google Shape;1095;p28"/>
            <p:cNvSpPr/>
            <p:nvPr/>
          </p:nvSpPr>
          <p:spPr>
            <a:xfrm flipH="1">
              <a:off x="7310180" y="4103099"/>
              <a:ext cx="156694" cy="590257"/>
            </a:xfrm>
            <a:custGeom>
              <a:avLst/>
              <a:gdLst/>
              <a:ahLst/>
              <a:cxnLst/>
              <a:rect l="l" t="t" r="r" b="b"/>
              <a:pathLst>
                <a:path w="2819" h="10619" extrusionOk="0">
                  <a:moveTo>
                    <a:pt x="1634" y="0"/>
                  </a:moveTo>
                  <a:lnTo>
                    <a:pt x="0" y="10618"/>
                  </a:lnTo>
                  <a:lnTo>
                    <a:pt x="592" y="10618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6" name="Google Shape;1096;p28"/>
            <p:cNvSpPr/>
            <p:nvPr/>
          </p:nvSpPr>
          <p:spPr>
            <a:xfrm flipH="1">
              <a:off x="7490272" y="4107101"/>
              <a:ext cx="156694" cy="590257"/>
            </a:xfrm>
            <a:custGeom>
              <a:avLst/>
              <a:gdLst/>
              <a:ahLst/>
              <a:cxnLst/>
              <a:rect l="l" t="t" r="r" b="b"/>
              <a:pathLst>
                <a:path w="2819" h="10619" extrusionOk="0">
                  <a:moveTo>
                    <a:pt x="1633" y="0"/>
                  </a:moveTo>
                  <a:lnTo>
                    <a:pt x="0" y="10618"/>
                  </a:lnTo>
                  <a:lnTo>
                    <a:pt x="593" y="10618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7" name="Google Shape;1097;p28"/>
            <p:cNvSpPr/>
            <p:nvPr/>
          </p:nvSpPr>
          <p:spPr>
            <a:xfrm flipH="1">
              <a:off x="7365475" y="3769820"/>
              <a:ext cx="774744" cy="349185"/>
            </a:xfrm>
            <a:custGeom>
              <a:avLst/>
              <a:gdLst/>
              <a:ahLst/>
              <a:cxnLst/>
              <a:rect l="l" t="t" r="r" b="b"/>
              <a:pathLst>
                <a:path w="13938" h="6282" extrusionOk="0">
                  <a:moveTo>
                    <a:pt x="120" y="0"/>
                  </a:moveTo>
                  <a:lnTo>
                    <a:pt x="25" y="4077"/>
                  </a:lnTo>
                  <a:cubicBezTo>
                    <a:pt x="0" y="5140"/>
                    <a:pt x="841" y="6021"/>
                    <a:pt x="1905" y="6047"/>
                  </a:cubicBezTo>
                  <a:lnTo>
                    <a:pt x="11891" y="6281"/>
                  </a:lnTo>
                  <a:cubicBezTo>
                    <a:pt x="11907" y="6281"/>
                    <a:pt x="11922" y="6281"/>
                    <a:pt x="11938" y="6281"/>
                  </a:cubicBezTo>
                  <a:cubicBezTo>
                    <a:pt x="12980" y="6281"/>
                    <a:pt x="13837" y="5448"/>
                    <a:pt x="13862" y="4400"/>
                  </a:cubicBezTo>
                  <a:lnTo>
                    <a:pt x="13912" y="2250"/>
                  </a:lnTo>
                  <a:cubicBezTo>
                    <a:pt x="13938" y="1187"/>
                    <a:pt x="13095" y="304"/>
                    <a:pt x="12032" y="279"/>
                  </a:cubicBezTo>
                  <a:lnTo>
                    <a:pt x="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8" name="Google Shape;1098;p28"/>
            <p:cNvSpPr/>
            <p:nvPr/>
          </p:nvSpPr>
          <p:spPr>
            <a:xfrm flipH="1">
              <a:off x="7685923" y="3410528"/>
              <a:ext cx="456408" cy="672189"/>
            </a:xfrm>
            <a:custGeom>
              <a:avLst/>
              <a:gdLst/>
              <a:ahLst/>
              <a:cxnLst/>
              <a:rect l="l" t="t" r="r" b="b"/>
              <a:pathLst>
                <a:path w="8211" h="12093" extrusionOk="0">
                  <a:moveTo>
                    <a:pt x="3828" y="1"/>
                  </a:moveTo>
                  <a:cubicBezTo>
                    <a:pt x="1849" y="1"/>
                    <a:pt x="221" y="1582"/>
                    <a:pt x="175" y="3571"/>
                  </a:cubicBezTo>
                  <a:lnTo>
                    <a:pt x="27" y="9905"/>
                  </a:lnTo>
                  <a:cubicBezTo>
                    <a:pt x="0" y="11010"/>
                    <a:pt x="875" y="11926"/>
                    <a:pt x="1980" y="11953"/>
                  </a:cubicBezTo>
                  <a:lnTo>
                    <a:pt x="7967" y="12092"/>
                  </a:lnTo>
                  <a:lnTo>
                    <a:pt x="8163" y="3758"/>
                  </a:lnTo>
                  <a:cubicBezTo>
                    <a:pt x="8211" y="1739"/>
                    <a:pt x="6612" y="66"/>
                    <a:pt x="4595" y="18"/>
                  </a:cubicBezTo>
                  <a:lnTo>
                    <a:pt x="3915" y="2"/>
                  </a:lnTo>
                  <a:cubicBezTo>
                    <a:pt x="3886" y="1"/>
                    <a:pt x="3857" y="1"/>
                    <a:pt x="38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9" name="Google Shape;1099;p28"/>
            <p:cNvSpPr/>
            <p:nvPr/>
          </p:nvSpPr>
          <p:spPr>
            <a:xfrm flipH="1">
              <a:off x="7715606" y="3412140"/>
              <a:ext cx="358912" cy="670577"/>
            </a:xfrm>
            <a:custGeom>
              <a:avLst/>
              <a:gdLst/>
              <a:ahLst/>
              <a:cxnLst/>
              <a:rect l="l" t="t" r="r" b="b"/>
              <a:pathLst>
                <a:path w="6457" h="12064" extrusionOk="0">
                  <a:moveTo>
                    <a:pt x="3302" y="1"/>
                  </a:moveTo>
                  <a:cubicBezTo>
                    <a:pt x="1617" y="1"/>
                    <a:pt x="230" y="1348"/>
                    <a:pt x="191" y="3041"/>
                  </a:cubicBezTo>
                  <a:lnTo>
                    <a:pt x="23" y="10213"/>
                  </a:lnTo>
                  <a:cubicBezTo>
                    <a:pt x="0" y="11154"/>
                    <a:pt x="745" y="11935"/>
                    <a:pt x="1686" y="11958"/>
                  </a:cubicBezTo>
                  <a:lnTo>
                    <a:pt x="6209" y="12063"/>
                  </a:lnTo>
                  <a:lnTo>
                    <a:pt x="6417" y="3187"/>
                  </a:lnTo>
                  <a:cubicBezTo>
                    <a:pt x="6457" y="1468"/>
                    <a:pt x="5095" y="43"/>
                    <a:pt x="3376" y="1"/>
                  </a:cubicBezTo>
                  <a:cubicBezTo>
                    <a:pt x="3351" y="1"/>
                    <a:pt x="3327" y="1"/>
                    <a:pt x="33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0" name="Google Shape;1100;p28"/>
            <p:cNvSpPr/>
            <p:nvPr/>
          </p:nvSpPr>
          <p:spPr>
            <a:xfrm flipH="1">
              <a:off x="7634398" y="3805004"/>
              <a:ext cx="369974" cy="268086"/>
            </a:xfrm>
            <a:custGeom>
              <a:avLst/>
              <a:gdLst/>
              <a:ahLst/>
              <a:cxnLst/>
              <a:rect l="l" t="t" r="r" b="b"/>
              <a:pathLst>
                <a:path w="6656" h="4823" extrusionOk="0">
                  <a:moveTo>
                    <a:pt x="1822" y="1"/>
                  </a:moveTo>
                  <a:lnTo>
                    <a:pt x="708" y="299"/>
                  </a:lnTo>
                  <a:lnTo>
                    <a:pt x="448" y="1287"/>
                  </a:lnTo>
                  <a:cubicBezTo>
                    <a:pt x="0" y="2981"/>
                    <a:pt x="1230" y="4648"/>
                    <a:pt x="2967" y="4733"/>
                  </a:cubicBezTo>
                  <a:cubicBezTo>
                    <a:pt x="2992" y="4737"/>
                    <a:pt x="3017" y="4738"/>
                    <a:pt x="3042" y="4738"/>
                  </a:cubicBezTo>
                  <a:lnTo>
                    <a:pt x="6656" y="4822"/>
                  </a:lnTo>
                  <a:lnTo>
                    <a:pt x="6352" y="1444"/>
                  </a:lnTo>
                  <a:lnTo>
                    <a:pt x="6282" y="400"/>
                  </a:lnTo>
                  <a:lnTo>
                    <a:pt x="1822" y="1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1" name="Google Shape;1101;p28"/>
            <p:cNvSpPr/>
            <p:nvPr/>
          </p:nvSpPr>
          <p:spPr>
            <a:xfrm flipH="1">
              <a:off x="7308567" y="3930067"/>
              <a:ext cx="200217" cy="663240"/>
            </a:xfrm>
            <a:custGeom>
              <a:avLst/>
              <a:gdLst/>
              <a:ahLst/>
              <a:cxnLst/>
              <a:rect l="l" t="t" r="r" b="b"/>
              <a:pathLst>
                <a:path w="3602" h="11932" extrusionOk="0">
                  <a:moveTo>
                    <a:pt x="1678" y="0"/>
                  </a:moveTo>
                  <a:cubicBezTo>
                    <a:pt x="1624" y="0"/>
                    <a:pt x="1570" y="3"/>
                    <a:pt x="1514" y="7"/>
                  </a:cubicBezTo>
                  <a:cubicBezTo>
                    <a:pt x="1" y="2775"/>
                    <a:pt x="1774" y="9914"/>
                    <a:pt x="1441" y="11932"/>
                  </a:cubicBezTo>
                  <a:lnTo>
                    <a:pt x="3284" y="11885"/>
                  </a:lnTo>
                  <a:lnTo>
                    <a:pt x="3572" y="1948"/>
                  </a:lnTo>
                  <a:cubicBezTo>
                    <a:pt x="3602" y="873"/>
                    <a:pt x="2734" y="0"/>
                    <a:pt x="16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2" name="Google Shape;1102;p28"/>
            <p:cNvSpPr/>
            <p:nvPr/>
          </p:nvSpPr>
          <p:spPr>
            <a:xfrm flipH="1">
              <a:off x="7129917" y="4552603"/>
              <a:ext cx="361970" cy="144743"/>
            </a:xfrm>
            <a:custGeom>
              <a:avLst/>
              <a:gdLst/>
              <a:ahLst/>
              <a:cxnLst/>
              <a:rect l="l" t="t" r="r" b="b"/>
              <a:pathLst>
                <a:path w="6512" h="2604" extrusionOk="0">
                  <a:moveTo>
                    <a:pt x="3370" y="0"/>
                  </a:moveTo>
                  <a:lnTo>
                    <a:pt x="2789" y="474"/>
                  </a:lnTo>
                  <a:lnTo>
                    <a:pt x="952" y="378"/>
                  </a:lnTo>
                  <a:cubicBezTo>
                    <a:pt x="1" y="1044"/>
                    <a:pt x="22" y="2598"/>
                    <a:pt x="22" y="2598"/>
                  </a:cubicBezTo>
                  <a:lnTo>
                    <a:pt x="6243" y="2603"/>
                  </a:lnTo>
                  <a:cubicBezTo>
                    <a:pt x="6511" y="1256"/>
                    <a:pt x="4076" y="881"/>
                    <a:pt x="4076" y="881"/>
                  </a:cubicBezTo>
                  <a:lnTo>
                    <a:pt x="3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3" name="Google Shape;1103;p28"/>
            <p:cNvSpPr/>
            <p:nvPr/>
          </p:nvSpPr>
          <p:spPr>
            <a:xfrm flipH="1">
              <a:off x="7274491" y="3885267"/>
              <a:ext cx="376866" cy="646287"/>
            </a:xfrm>
            <a:custGeom>
              <a:avLst/>
              <a:gdLst/>
              <a:ahLst/>
              <a:cxnLst/>
              <a:rect l="l" t="t" r="r" b="b"/>
              <a:pathLst>
                <a:path w="6780" h="11627" extrusionOk="0">
                  <a:moveTo>
                    <a:pt x="1" y="0"/>
                  </a:moveTo>
                  <a:lnTo>
                    <a:pt x="556" y="3384"/>
                  </a:lnTo>
                  <a:lnTo>
                    <a:pt x="3183" y="3446"/>
                  </a:lnTo>
                  <a:cubicBezTo>
                    <a:pt x="3183" y="3446"/>
                    <a:pt x="2845" y="6701"/>
                    <a:pt x="3099" y="10347"/>
                  </a:cubicBezTo>
                  <a:cubicBezTo>
                    <a:pt x="3127" y="10749"/>
                    <a:pt x="3163" y="11157"/>
                    <a:pt x="3206" y="11566"/>
                  </a:cubicBezTo>
                  <a:lnTo>
                    <a:pt x="6538" y="11627"/>
                  </a:lnTo>
                  <a:lnTo>
                    <a:pt x="6780" y="10441"/>
                  </a:lnTo>
                  <a:lnTo>
                    <a:pt x="6466" y="10426"/>
                  </a:lnTo>
                  <a:lnTo>
                    <a:pt x="6372" y="2162"/>
                  </a:lnTo>
                  <a:cubicBezTo>
                    <a:pt x="6360" y="1040"/>
                    <a:pt x="5459" y="128"/>
                    <a:pt x="4338" y="10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4" name="Google Shape;1104;p28"/>
            <p:cNvSpPr/>
            <p:nvPr/>
          </p:nvSpPr>
          <p:spPr>
            <a:xfrm flipH="1">
              <a:off x="7410509" y="4004994"/>
              <a:ext cx="186377" cy="457020"/>
            </a:xfrm>
            <a:custGeom>
              <a:avLst/>
              <a:gdLst/>
              <a:ahLst/>
              <a:cxnLst/>
              <a:rect l="l" t="t" r="r" b="b"/>
              <a:pathLst>
                <a:path w="3353" h="8222" extrusionOk="0">
                  <a:moveTo>
                    <a:pt x="1004" y="0"/>
                  </a:moveTo>
                  <a:lnTo>
                    <a:pt x="0" y="1240"/>
                  </a:lnTo>
                  <a:lnTo>
                    <a:pt x="2203" y="1292"/>
                  </a:lnTo>
                  <a:cubicBezTo>
                    <a:pt x="2203" y="1292"/>
                    <a:pt x="1865" y="4547"/>
                    <a:pt x="2119" y="8193"/>
                  </a:cubicBezTo>
                  <a:lnTo>
                    <a:pt x="3352" y="8222"/>
                  </a:lnTo>
                  <a:lnTo>
                    <a:pt x="2987" y="84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5" name="Google Shape;1105;p28"/>
            <p:cNvSpPr/>
            <p:nvPr/>
          </p:nvSpPr>
          <p:spPr>
            <a:xfrm flipH="1">
              <a:off x="7575259" y="3914893"/>
              <a:ext cx="230567" cy="690421"/>
            </a:xfrm>
            <a:custGeom>
              <a:avLst/>
              <a:gdLst/>
              <a:ahLst/>
              <a:cxnLst/>
              <a:rect l="l" t="t" r="r" b="b"/>
              <a:pathLst>
                <a:path w="4148" h="12421" extrusionOk="0">
                  <a:moveTo>
                    <a:pt x="2230" y="0"/>
                  </a:moveTo>
                  <a:cubicBezTo>
                    <a:pt x="262" y="2466"/>
                    <a:pt x="483" y="9554"/>
                    <a:pt x="1" y="12270"/>
                  </a:cubicBezTo>
                  <a:lnTo>
                    <a:pt x="1857" y="12421"/>
                  </a:lnTo>
                  <a:lnTo>
                    <a:pt x="3923" y="2267"/>
                  </a:lnTo>
                  <a:cubicBezTo>
                    <a:pt x="4148" y="1158"/>
                    <a:pt x="3358" y="100"/>
                    <a:pt x="2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6" name="Google Shape;1106;p28"/>
            <p:cNvSpPr/>
            <p:nvPr/>
          </p:nvSpPr>
          <p:spPr>
            <a:xfrm flipH="1">
              <a:off x="7500441" y="4549657"/>
              <a:ext cx="361858" cy="145522"/>
            </a:xfrm>
            <a:custGeom>
              <a:avLst/>
              <a:gdLst/>
              <a:ahLst/>
              <a:cxnLst/>
              <a:rect l="l" t="t" r="r" b="b"/>
              <a:pathLst>
                <a:path w="6510" h="2618" extrusionOk="0">
                  <a:moveTo>
                    <a:pt x="3374" y="0"/>
                  </a:moveTo>
                  <a:lnTo>
                    <a:pt x="2791" y="474"/>
                  </a:lnTo>
                  <a:lnTo>
                    <a:pt x="954" y="370"/>
                  </a:lnTo>
                  <a:cubicBezTo>
                    <a:pt x="0" y="1030"/>
                    <a:pt x="14" y="2585"/>
                    <a:pt x="14" y="2585"/>
                  </a:cubicBezTo>
                  <a:lnTo>
                    <a:pt x="6235" y="2617"/>
                  </a:lnTo>
                  <a:cubicBezTo>
                    <a:pt x="6509" y="1272"/>
                    <a:pt x="4076" y="886"/>
                    <a:pt x="4076" y="886"/>
                  </a:cubicBezTo>
                  <a:lnTo>
                    <a:pt x="33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7" name="Google Shape;1107;p28"/>
            <p:cNvSpPr/>
            <p:nvPr/>
          </p:nvSpPr>
          <p:spPr>
            <a:xfrm flipH="1">
              <a:off x="7528789" y="3880098"/>
              <a:ext cx="341681" cy="651456"/>
            </a:xfrm>
            <a:custGeom>
              <a:avLst/>
              <a:gdLst/>
              <a:ahLst/>
              <a:cxnLst/>
              <a:rect l="l" t="t" r="r" b="b"/>
              <a:pathLst>
                <a:path w="6147" h="11720" extrusionOk="0">
                  <a:moveTo>
                    <a:pt x="1" y="1"/>
                  </a:moveTo>
                  <a:lnTo>
                    <a:pt x="423" y="2572"/>
                  </a:lnTo>
                  <a:lnTo>
                    <a:pt x="557" y="3382"/>
                  </a:lnTo>
                  <a:lnTo>
                    <a:pt x="557" y="3386"/>
                  </a:lnTo>
                  <a:lnTo>
                    <a:pt x="2221" y="3425"/>
                  </a:lnTo>
                  <a:cubicBezTo>
                    <a:pt x="2221" y="3425"/>
                    <a:pt x="1317" y="7148"/>
                    <a:pt x="1074" y="10301"/>
                  </a:cubicBezTo>
                  <a:cubicBezTo>
                    <a:pt x="1042" y="10718"/>
                    <a:pt x="1022" y="11127"/>
                    <a:pt x="1017" y="11515"/>
                  </a:cubicBezTo>
                  <a:lnTo>
                    <a:pt x="4276" y="11720"/>
                  </a:lnTo>
                  <a:lnTo>
                    <a:pt x="4627" y="10391"/>
                  </a:lnTo>
                  <a:lnTo>
                    <a:pt x="4276" y="10375"/>
                  </a:lnTo>
                  <a:lnTo>
                    <a:pt x="5926" y="2247"/>
                  </a:lnTo>
                  <a:cubicBezTo>
                    <a:pt x="6147" y="1154"/>
                    <a:pt x="5326" y="125"/>
                    <a:pt x="4211" y="10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8" name="Google Shape;1108;p28"/>
            <p:cNvSpPr/>
            <p:nvPr/>
          </p:nvSpPr>
          <p:spPr>
            <a:xfrm flipH="1">
              <a:off x="7698654" y="3805004"/>
              <a:ext cx="305718" cy="648399"/>
            </a:xfrm>
            <a:custGeom>
              <a:avLst/>
              <a:gdLst/>
              <a:ahLst/>
              <a:cxnLst/>
              <a:rect l="l" t="t" r="r" b="b"/>
              <a:pathLst>
                <a:path w="5500" h="11665" extrusionOk="0">
                  <a:moveTo>
                    <a:pt x="1822" y="1"/>
                  </a:moveTo>
                  <a:lnTo>
                    <a:pt x="708" y="299"/>
                  </a:lnTo>
                  <a:lnTo>
                    <a:pt x="448" y="1287"/>
                  </a:lnTo>
                  <a:cubicBezTo>
                    <a:pt x="0" y="2981"/>
                    <a:pt x="1230" y="4648"/>
                    <a:pt x="2967" y="4733"/>
                  </a:cubicBezTo>
                  <a:lnTo>
                    <a:pt x="2966" y="4737"/>
                  </a:lnTo>
                  <a:lnTo>
                    <a:pt x="4630" y="4776"/>
                  </a:lnTo>
                  <a:cubicBezTo>
                    <a:pt x="4630" y="4776"/>
                    <a:pt x="3726" y="8499"/>
                    <a:pt x="3483" y="11652"/>
                  </a:cubicBezTo>
                  <a:lnTo>
                    <a:pt x="4053" y="11664"/>
                  </a:lnTo>
                  <a:lnTo>
                    <a:pt x="5350" y="4793"/>
                  </a:lnTo>
                  <a:lnTo>
                    <a:pt x="5500" y="4001"/>
                  </a:lnTo>
                  <a:lnTo>
                    <a:pt x="3060" y="3943"/>
                  </a:lnTo>
                  <a:cubicBezTo>
                    <a:pt x="2982" y="3941"/>
                    <a:pt x="2905" y="3934"/>
                    <a:pt x="2832" y="3923"/>
                  </a:cubicBezTo>
                  <a:cubicBezTo>
                    <a:pt x="1826" y="3771"/>
                    <a:pt x="1139" y="2782"/>
                    <a:pt x="1387" y="1762"/>
                  </a:cubicBezTo>
                  <a:lnTo>
                    <a:pt x="1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9" name="Google Shape;1109;p28"/>
            <p:cNvSpPr/>
            <p:nvPr/>
          </p:nvSpPr>
          <p:spPr>
            <a:xfrm flipH="1">
              <a:off x="7655799" y="3847304"/>
              <a:ext cx="313110" cy="7393"/>
            </a:xfrm>
            <a:custGeom>
              <a:avLst/>
              <a:gdLst/>
              <a:ahLst/>
              <a:cxnLst/>
              <a:rect l="l" t="t" r="r" b="b"/>
              <a:pathLst>
                <a:path w="5633" h="133" fill="none" extrusionOk="0">
                  <a:moveTo>
                    <a:pt x="0" y="1"/>
                  </a:moveTo>
                  <a:lnTo>
                    <a:pt x="5632" y="132"/>
                  </a:lnTo>
                </a:path>
              </a:pathLst>
            </a:custGeom>
            <a:noFill/>
            <a:ln w="475" cap="flat" cmpd="sng">
              <a:solidFill>
                <a:srgbClr val="3B3B3A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0" name="Google Shape;1110;p28"/>
            <p:cNvSpPr/>
            <p:nvPr/>
          </p:nvSpPr>
          <p:spPr>
            <a:xfrm flipH="1">
              <a:off x="7847512" y="3853529"/>
              <a:ext cx="77763" cy="41077"/>
            </a:xfrm>
            <a:custGeom>
              <a:avLst/>
              <a:gdLst/>
              <a:ahLst/>
              <a:cxnLst/>
              <a:rect l="l" t="t" r="r" b="b"/>
              <a:pathLst>
                <a:path w="1399" h="739" fill="none" extrusionOk="0">
                  <a:moveTo>
                    <a:pt x="0" y="738"/>
                  </a:moveTo>
                  <a:lnTo>
                    <a:pt x="1243" y="599"/>
                  </a:lnTo>
                  <a:lnTo>
                    <a:pt x="1398" y="1"/>
                  </a:lnTo>
                </a:path>
              </a:pathLst>
            </a:custGeom>
            <a:noFill/>
            <a:ln w="475" cap="flat" cmpd="sng">
              <a:solidFill>
                <a:srgbClr val="3B3B3A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1" name="Google Shape;1111;p28"/>
            <p:cNvSpPr/>
            <p:nvPr/>
          </p:nvSpPr>
          <p:spPr>
            <a:xfrm flipH="1">
              <a:off x="7531514" y="3885823"/>
              <a:ext cx="271032" cy="189045"/>
            </a:xfrm>
            <a:custGeom>
              <a:avLst/>
              <a:gdLst/>
              <a:ahLst/>
              <a:cxnLst/>
              <a:rect l="l" t="t" r="r" b="b"/>
              <a:pathLst>
                <a:path w="4876" h="3401" fill="none" extrusionOk="0">
                  <a:moveTo>
                    <a:pt x="4408" y="3400"/>
                  </a:moveTo>
                  <a:lnTo>
                    <a:pt x="4611" y="2469"/>
                  </a:lnTo>
                  <a:cubicBezTo>
                    <a:pt x="4875" y="1251"/>
                    <a:pt x="3964" y="93"/>
                    <a:pt x="2718" y="64"/>
                  </a:cubicBezTo>
                  <a:lnTo>
                    <a:pt x="1" y="1"/>
                  </a:lnTo>
                </a:path>
              </a:pathLst>
            </a:custGeom>
            <a:noFill/>
            <a:ln w="475" cap="flat" cmpd="sng">
              <a:solidFill>
                <a:srgbClr val="3B3B3A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2" name="Google Shape;1112;p28"/>
            <p:cNvSpPr/>
            <p:nvPr/>
          </p:nvSpPr>
          <p:spPr>
            <a:xfrm flipH="1">
              <a:off x="7476651" y="3398967"/>
              <a:ext cx="311443" cy="375977"/>
            </a:xfrm>
            <a:custGeom>
              <a:avLst/>
              <a:gdLst/>
              <a:ahLst/>
              <a:cxnLst/>
              <a:rect l="l" t="t" r="r" b="b"/>
              <a:pathLst>
                <a:path w="5603" h="6764" extrusionOk="0">
                  <a:moveTo>
                    <a:pt x="1638" y="1"/>
                  </a:moveTo>
                  <a:cubicBezTo>
                    <a:pt x="1495" y="1"/>
                    <a:pt x="1350" y="20"/>
                    <a:pt x="1207" y="61"/>
                  </a:cubicBezTo>
                  <a:cubicBezTo>
                    <a:pt x="459" y="275"/>
                    <a:pt x="0" y="1004"/>
                    <a:pt x="156" y="1731"/>
                  </a:cubicBezTo>
                  <a:cubicBezTo>
                    <a:pt x="686" y="4213"/>
                    <a:pt x="1341" y="4601"/>
                    <a:pt x="2982" y="6344"/>
                  </a:cubicBezTo>
                  <a:cubicBezTo>
                    <a:pt x="3237" y="6614"/>
                    <a:pt x="3596" y="6763"/>
                    <a:pt x="3969" y="6763"/>
                  </a:cubicBezTo>
                  <a:cubicBezTo>
                    <a:pt x="4088" y="6763"/>
                    <a:pt x="4208" y="6748"/>
                    <a:pt x="4326" y="6717"/>
                  </a:cubicBezTo>
                  <a:cubicBezTo>
                    <a:pt x="5197" y="6487"/>
                    <a:pt x="5602" y="5524"/>
                    <a:pt x="5134" y="4796"/>
                  </a:cubicBezTo>
                  <a:lnTo>
                    <a:pt x="2892" y="668"/>
                  </a:lnTo>
                  <a:cubicBezTo>
                    <a:pt x="2710" y="386"/>
                    <a:pt x="2438" y="184"/>
                    <a:pt x="2126" y="80"/>
                  </a:cubicBezTo>
                  <a:cubicBezTo>
                    <a:pt x="1970" y="28"/>
                    <a:pt x="1806" y="1"/>
                    <a:pt x="16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3" name="Google Shape;1113;p28"/>
            <p:cNvSpPr/>
            <p:nvPr/>
          </p:nvSpPr>
          <p:spPr>
            <a:xfrm flipH="1">
              <a:off x="7294169" y="3537259"/>
              <a:ext cx="315612" cy="217671"/>
            </a:xfrm>
            <a:custGeom>
              <a:avLst/>
              <a:gdLst/>
              <a:ahLst/>
              <a:cxnLst/>
              <a:rect l="l" t="t" r="r" b="b"/>
              <a:pathLst>
                <a:path w="5678" h="3916" extrusionOk="0">
                  <a:moveTo>
                    <a:pt x="4640" y="0"/>
                  </a:moveTo>
                  <a:cubicBezTo>
                    <a:pt x="4267" y="807"/>
                    <a:pt x="0" y="997"/>
                    <a:pt x="243" y="3027"/>
                  </a:cubicBezTo>
                  <a:cubicBezTo>
                    <a:pt x="306" y="3562"/>
                    <a:pt x="765" y="3915"/>
                    <a:pt x="1255" y="3915"/>
                  </a:cubicBezTo>
                  <a:cubicBezTo>
                    <a:pt x="1426" y="3915"/>
                    <a:pt x="1601" y="3872"/>
                    <a:pt x="1764" y="3780"/>
                  </a:cubicBezTo>
                  <a:cubicBezTo>
                    <a:pt x="2716" y="3239"/>
                    <a:pt x="4240" y="2170"/>
                    <a:pt x="5677" y="292"/>
                  </a:cubicBezTo>
                  <a:lnTo>
                    <a:pt x="4640" y="0"/>
                  </a:ln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4" name="Google Shape;1114;p28"/>
            <p:cNvSpPr/>
            <p:nvPr/>
          </p:nvSpPr>
          <p:spPr>
            <a:xfrm flipH="1">
              <a:off x="7264820" y="3412196"/>
              <a:ext cx="372364" cy="233902"/>
            </a:xfrm>
            <a:custGeom>
              <a:avLst/>
              <a:gdLst/>
              <a:ahLst/>
              <a:cxnLst/>
              <a:rect l="l" t="t" r="r" b="b"/>
              <a:pathLst>
                <a:path w="6699" h="4208" extrusionOk="0">
                  <a:moveTo>
                    <a:pt x="1319" y="0"/>
                  </a:moveTo>
                  <a:cubicBezTo>
                    <a:pt x="1122" y="0"/>
                    <a:pt x="949" y="134"/>
                    <a:pt x="902" y="326"/>
                  </a:cubicBezTo>
                  <a:lnTo>
                    <a:pt x="68" y="3675"/>
                  </a:lnTo>
                  <a:cubicBezTo>
                    <a:pt x="1" y="3946"/>
                    <a:pt x="205" y="4207"/>
                    <a:pt x="484" y="4207"/>
                  </a:cubicBezTo>
                  <a:lnTo>
                    <a:pt x="5380" y="4207"/>
                  </a:lnTo>
                  <a:cubicBezTo>
                    <a:pt x="5577" y="4207"/>
                    <a:pt x="5750" y="4074"/>
                    <a:pt x="5796" y="3883"/>
                  </a:cubicBezTo>
                  <a:lnTo>
                    <a:pt x="6631" y="533"/>
                  </a:lnTo>
                  <a:cubicBezTo>
                    <a:pt x="6698" y="262"/>
                    <a:pt x="6494" y="0"/>
                    <a:pt x="62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5" name="Google Shape;1115;p28"/>
            <p:cNvSpPr/>
            <p:nvPr/>
          </p:nvSpPr>
          <p:spPr>
            <a:xfrm flipH="1">
              <a:off x="7246644" y="3412196"/>
              <a:ext cx="372364" cy="233902"/>
            </a:xfrm>
            <a:custGeom>
              <a:avLst/>
              <a:gdLst/>
              <a:ahLst/>
              <a:cxnLst/>
              <a:rect l="l" t="t" r="r" b="b"/>
              <a:pathLst>
                <a:path w="6699" h="4208" extrusionOk="0">
                  <a:moveTo>
                    <a:pt x="1319" y="0"/>
                  </a:moveTo>
                  <a:cubicBezTo>
                    <a:pt x="1122" y="0"/>
                    <a:pt x="949" y="134"/>
                    <a:pt x="902" y="326"/>
                  </a:cubicBezTo>
                  <a:lnTo>
                    <a:pt x="68" y="3675"/>
                  </a:lnTo>
                  <a:cubicBezTo>
                    <a:pt x="0" y="3946"/>
                    <a:pt x="205" y="4207"/>
                    <a:pt x="484" y="4207"/>
                  </a:cubicBezTo>
                  <a:lnTo>
                    <a:pt x="5380" y="4207"/>
                  </a:lnTo>
                  <a:cubicBezTo>
                    <a:pt x="5577" y="4207"/>
                    <a:pt x="5750" y="4074"/>
                    <a:pt x="5796" y="3883"/>
                  </a:cubicBezTo>
                  <a:lnTo>
                    <a:pt x="6631" y="533"/>
                  </a:lnTo>
                  <a:cubicBezTo>
                    <a:pt x="6698" y="262"/>
                    <a:pt x="6494" y="0"/>
                    <a:pt x="6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6" name="Google Shape;1116;p28"/>
            <p:cNvSpPr/>
            <p:nvPr/>
          </p:nvSpPr>
          <p:spPr>
            <a:xfrm flipH="1">
              <a:off x="7384608" y="3497127"/>
              <a:ext cx="71871" cy="64090"/>
            </a:xfrm>
            <a:custGeom>
              <a:avLst/>
              <a:gdLst/>
              <a:ahLst/>
              <a:cxnLst/>
              <a:rect l="l" t="t" r="r" b="b"/>
              <a:pathLst>
                <a:path w="1293" h="1153" extrusionOk="0">
                  <a:moveTo>
                    <a:pt x="775" y="1"/>
                  </a:moveTo>
                  <a:cubicBezTo>
                    <a:pt x="456" y="1"/>
                    <a:pt x="141" y="258"/>
                    <a:pt x="72" y="576"/>
                  </a:cubicBezTo>
                  <a:cubicBezTo>
                    <a:pt x="1" y="894"/>
                    <a:pt x="202" y="1152"/>
                    <a:pt x="520" y="1152"/>
                  </a:cubicBezTo>
                  <a:cubicBezTo>
                    <a:pt x="838" y="1152"/>
                    <a:pt x="1152" y="894"/>
                    <a:pt x="1223" y="576"/>
                  </a:cubicBezTo>
                  <a:cubicBezTo>
                    <a:pt x="1293" y="258"/>
                    <a:pt x="1092" y="1"/>
                    <a:pt x="7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7" name="Google Shape;1117;p28"/>
            <p:cNvSpPr/>
            <p:nvPr/>
          </p:nvSpPr>
          <p:spPr>
            <a:xfrm flipH="1">
              <a:off x="7265493" y="3434262"/>
              <a:ext cx="20455" cy="18232"/>
            </a:xfrm>
            <a:custGeom>
              <a:avLst/>
              <a:gdLst/>
              <a:ahLst/>
              <a:cxnLst/>
              <a:rect l="l" t="t" r="r" b="b"/>
              <a:pathLst>
                <a:path w="368" h="328" extrusionOk="0">
                  <a:moveTo>
                    <a:pt x="220" y="0"/>
                  </a:moveTo>
                  <a:cubicBezTo>
                    <a:pt x="130" y="0"/>
                    <a:pt x="41" y="73"/>
                    <a:pt x="20" y="164"/>
                  </a:cubicBezTo>
                  <a:cubicBezTo>
                    <a:pt x="1" y="254"/>
                    <a:pt x="57" y="327"/>
                    <a:pt x="148" y="327"/>
                  </a:cubicBezTo>
                  <a:cubicBezTo>
                    <a:pt x="239" y="327"/>
                    <a:pt x="328" y="254"/>
                    <a:pt x="347" y="164"/>
                  </a:cubicBezTo>
                  <a:cubicBezTo>
                    <a:pt x="368" y="73"/>
                    <a:pt x="311" y="0"/>
                    <a:pt x="2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8" name="Google Shape;1118;p28"/>
            <p:cNvSpPr/>
            <p:nvPr/>
          </p:nvSpPr>
          <p:spPr>
            <a:xfrm flipH="1">
              <a:off x="7264325" y="3579113"/>
              <a:ext cx="66980" cy="30294"/>
            </a:xfrm>
            <a:custGeom>
              <a:avLst/>
              <a:gdLst/>
              <a:ahLst/>
              <a:cxnLst/>
              <a:rect l="l" t="t" r="r" b="b"/>
              <a:pathLst>
                <a:path w="1205" h="545" extrusionOk="0">
                  <a:moveTo>
                    <a:pt x="944" y="1"/>
                  </a:moveTo>
                  <a:lnTo>
                    <a:pt x="306" y="12"/>
                  </a:lnTo>
                  <a:lnTo>
                    <a:pt x="269" y="12"/>
                  </a:lnTo>
                  <a:cubicBezTo>
                    <a:pt x="268" y="12"/>
                    <a:pt x="267" y="12"/>
                    <a:pt x="266" y="12"/>
                  </a:cubicBezTo>
                  <a:cubicBezTo>
                    <a:pt x="169" y="12"/>
                    <a:pt x="84" y="65"/>
                    <a:pt x="40" y="145"/>
                  </a:cubicBezTo>
                  <a:cubicBezTo>
                    <a:pt x="36" y="149"/>
                    <a:pt x="33" y="155"/>
                    <a:pt x="30" y="159"/>
                  </a:cubicBezTo>
                  <a:cubicBezTo>
                    <a:pt x="27" y="166"/>
                    <a:pt x="25" y="172"/>
                    <a:pt x="22" y="179"/>
                  </a:cubicBezTo>
                  <a:cubicBezTo>
                    <a:pt x="9" y="214"/>
                    <a:pt x="1" y="254"/>
                    <a:pt x="3" y="296"/>
                  </a:cubicBezTo>
                  <a:cubicBezTo>
                    <a:pt x="12" y="436"/>
                    <a:pt x="130" y="545"/>
                    <a:pt x="269" y="545"/>
                  </a:cubicBezTo>
                  <a:cubicBezTo>
                    <a:pt x="272" y="545"/>
                    <a:pt x="275" y="545"/>
                    <a:pt x="277" y="545"/>
                  </a:cubicBezTo>
                  <a:lnTo>
                    <a:pt x="953" y="515"/>
                  </a:lnTo>
                  <a:cubicBezTo>
                    <a:pt x="1051" y="510"/>
                    <a:pt x="1135" y="453"/>
                    <a:pt x="1175" y="371"/>
                  </a:cubicBezTo>
                  <a:cubicBezTo>
                    <a:pt x="1195" y="331"/>
                    <a:pt x="1205" y="285"/>
                    <a:pt x="1201" y="237"/>
                  </a:cubicBezTo>
                  <a:cubicBezTo>
                    <a:pt x="1200" y="227"/>
                    <a:pt x="1199" y="215"/>
                    <a:pt x="1197" y="206"/>
                  </a:cubicBezTo>
                  <a:cubicBezTo>
                    <a:pt x="1191" y="175"/>
                    <a:pt x="1178" y="147"/>
                    <a:pt x="1161" y="122"/>
                  </a:cubicBezTo>
                  <a:cubicBezTo>
                    <a:pt x="1155" y="114"/>
                    <a:pt x="1150" y="103"/>
                    <a:pt x="1142" y="95"/>
                  </a:cubicBezTo>
                  <a:cubicBezTo>
                    <a:pt x="1096" y="37"/>
                    <a:pt x="1024" y="2"/>
                    <a:pt x="944" y="1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9" name="Google Shape;1119;p28"/>
            <p:cNvSpPr/>
            <p:nvPr/>
          </p:nvSpPr>
          <p:spPr>
            <a:xfrm flipH="1">
              <a:off x="7264770" y="3579113"/>
              <a:ext cx="49582" cy="12840"/>
            </a:xfrm>
            <a:custGeom>
              <a:avLst/>
              <a:gdLst/>
              <a:ahLst/>
              <a:cxnLst/>
              <a:rect l="l" t="t" r="r" b="b"/>
              <a:pathLst>
                <a:path w="892" h="231" extrusionOk="0">
                  <a:moveTo>
                    <a:pt x="639" y="1"/>
                  </a:moveTo>
                  <a:lnTo>
                    <a:pt x="1" y="12"/>
                  </a:lnTo>
                  <a:cubicBezTo>
                    <a:pt x="18" y="22"/>
                    <a:pt x="36" y="31"/>
                    <a:pt x="57" y="38"/>
                  </a:cubicBezTo>
                  <a:lnTo>
                    <a:pt x="704" y="218"/>
                  </a:lnTo>
                  <a:cubicBezTo>
                    <a:pt x="730" y="226"/>
                    <a:pt x="757" y="230"/>
                    <a:pt x="782" y="230"/>
                  </a:cubicBezTo>
                  <a:cubicBezTo>
                    <a:pt x="821" y="230"/>
                    <a:pt x="857" y="222"/>
                    <a:pt x="892" y="206"/>
                  </a:cubicBezTo>
                  <a:cubicBezTo>
                    <a:pt x="886" y="175"/>
                    <a:pt x="873" y="147"/>
                    <a:pt x="856" y="122"/>
                  </a:cubicBezTo>
                  <a:cubicBezTo>
                    <a:pt x="850" y="114"/>
                    <a:pt x="845" y="103"/>
                    <a:pt x="837" y="95"/>
                  </a:cubicBezTo>
                  <a:cubicBezTo>
                    <a:pt x="791" y="37"/>
                    <a:pt x="719" y="2"/>
                    <a:pt x="639" y="1"/>
                  </a:cubicBez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0" name="Google Shape;1120;p28"/>
            <p:cNvSpPr/>
            <p:nvPr/>
          </p:nvSpPr>
          <p:spPr>
            <a:xfrm flipH="1">
              <a:off x="7253263" y="3549376"/>
              <a:ext cx="67202" cy="35241"/>
            </a:xfrm>
            <a:custGeom>
              <a:avLst/>
              <a:gdLst/>
              <a:ahLst/>
              <a:cxnLst/>
              <a:rect l="l" t="t" r="r" b="b"/>
              <a:pathLst>
                <a:path w="1209" h="634" extrusionOk="0">
                  <a:moveTo>
                    <a:pt x="287" y="0"/>
                  </a:moveTo>
                  <a:cubicBezTo>
                    <a:pt x="255" y="0"/>
                    <a:pt x="224" y="6"/>
                    <a:pt x="196" y="17"/>
                  </a:cubicBezTo>
                  <a:cubicBezTo>
                    <a:pt x="170" y="27"/>
                    <a:pt x="145" y="39"/>
                    <a:pt x="124" y="57"/>
                  </a:cubicBezTo>
                  <a:cubicBezTo>
                    <a:pt x="119" y="61"/>
                    <a:pt x="113" y="65"/>
                    <a:pt x="110" y="69"/>
                  </a:cubicBezTo>
                  <a:cubicBezTo>
                    <a:pt x="104" y="74"/>
                    <a:pt x="100" y="78"/>
                    <a:pt x="95" y="83"/>
                  </a:cubicBezTo>
                  <a:lnTo>
                    <a:pt x="95" y="84"/>
                  </a:lnTo>
                  <a:cubicBezTo>
                    <a:pt x="60" y="121"/>
                    <a:pt x="34" y="167"/>
                    <a:pt x="24" y="222"/>
                  </a:cubicBezTo>
                  <a:cubicBezTo>
                    <a:pt x="0" y="363"/>
                    <a:pt x="94" y="499"/>
                    <a:pt x="234" y="528"/>
                  </a:cubicBezTo>
                  <a:lnTo>
                    <a:pt x="898" y="628"/>
                  </a:lnTo>
                  <a:cubicBezTo>
                    <a:pt x="914" y="632"/>
                    <a:pt x="930" y="634"/>
                    <a:pt x="947" y="634"/>
                  </a:cubicBezTo>
                  <a:cubicBezTo>
                    <a:pt x="957" y="634"/>
                    <a:pt x="967" y="633"/>
                    <a:pt x="976" y="632"/>
                  </a:cubicBezTo>
                  <a:cubicBezTo>
                    <a:pt x="1024" y="627"/>
                    <a:pt x="1070" y="608"/>
                    <a:pt x="1107" y="579"/>
                  </a:cubicBezTo>
                  <a:cubicBezTo>
                    <a:pt x="1157" y="540"/>
                    <a:pt x="1194" y="483"/>
                    <a:pt x="1204" y="417"/>
                  </a:cubicBezTo>
                  <a:cubicBezTo>
                    <a:pt x="1208" y="378"/>
                    <a:pt x="1206" y="341"/>
                    <a:pt x="1196" y="306"/>
                  </a:cubicBezTo>
                  <a:cubicBezTo>
                    <a:pt x="1189" y="279"/>
                    <a:pt x="1176" y="254"/>
                    <a:pt x="1160" y="231"/>
                  </a:cubicBezTo>
                  <a:cubicBezTo>
                    <a:pt x="1126" y="181"/>
                    <a:pt x="1074" y="141"/>
                    <a:pt x="1010" y="126"/>
                  </a:cubicBezTo>
                  <a:lnTo>
                    <a:pt x="1007" y="126"/>
                  </a:lnTo>
                  <a:lnTo>
                    <a:pt x="381" y="15"/>
                  </a:lnTo>
                  <a:lnTo>
                    <a:pt x="348" y="7"/>
                  </a:lnTo>
                  <a:cubicBezTo>
                    <a:pt x="327" y="3"/>
                    <a:pt x="307" y="0"/>
                    <a:pt x="287" y="0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1" name="Google Shape;1121;p28"/>
            <p:cNvSpPr/>
            <p:nvPr/>
          </p:nvSpPr>
          <p:spPr>
            <a:xfrm flipH="1">
              <a:off x="7264436" y="3549376"/>
              <a:ext cx="45191" cy="8782"/>
            </a:xfrm>
            <a:custGeom>
              <a:avLst/>
              <a:gdLst/>
              <a:ahLst/>
              <a:cxnLst/>
              <a:rect l="l" t="t" r="r" b="b"/>
              <a:pathLst>
                <a:path w="813" h="158" extrusionOk="0">
                  <a:moveTo>
                    <a:pt x="92" y="0"/>
                  </a:moveTo>
                  <a:cubicBezTo>
                    <a:pt x="60" y="0"/>
                    <a:pt x="29" y="6"/>
                    <a:pt x="1" y="17"/>
                  </a:cubicBezTo>
                  <a:cubicBezTo>
                    <a:pt x="45" y="100"/>
                    <a:pt x="133" y="157"/>
                    <a:pt x="233" y="157"/>
                  </a:cubicBezTo>
                  <a:cubicBezTo>
                    <a:pt x="236" y="157"/>
                    <a:pt x="240" y="157"/>
                    <a:pt x="244" y="157"/>
                  </a:cubicBezTo>
                  <a:lnTo>
                    <a:pt x="812" y="126"/>
                  </a:lnTo>
                  <a:lnTo>
                    <a:pt x="186" y="15"/>
                  </a:lnTo>
                  <a:lnTo>
                    <a:pt x="153" y="7"/>
                  </a:lnTo>
                  <a:cubicBezTo>
                    <a:pt x="132" y="3"/>
                    <a:pt x="112" y="0"/>
                    <a:pt x="92" y="0"/>
                  </a:cubicBez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2" name="Google Shape;1122;p28"/>
            <p:cNvSpPr/>
            <p:nvPr/>
          </p:nvSpPr>
          <p:spPr>
            <a:xfrm flipH="1">
              <a:off x="7242147" y="3523418"/>
              <a:ext cx="67036" cy="30739"/>
            </a:xfrm>
            <a:custGeom>
              <a:avLst/>
              <a:gdLst/>
              <a:ahLst/>
              <a:cxnLst/>
              <a:rect l="l" t="t" r="r" b="b"/>
              <a:pathLst>
                <a:path w="1206" h="553" extrusionOk="0">
                  <a:moveTo>
                    <a:pt x="944" y="0"/>
                  </a:moveTo>
                  <a:lnTo>
                    <a:pt x="269" y="19"/>
                  </a:lnTo>
                  <a:cubicBezTo>
                    <a:pt x="227" y="21"/>
                    <a:pt x="186" y="31"/>
                    <a:pt x="150" y="49"/>
                  </a:cubicBezTo>
                  <a:cubicBezTo>
                    <a:pt x="116" y="66"/>
                    <a:pt x="85" y="90"/>
                    <a:pt x="61" y="120"/>
                  </a:cubicBezTo>
                  <a:cubicBezTo>
                    <a:pt x="58" y="125"/>
                    <a:pt x="54" y="129"/>
                    <a:pt x="52" y="134"/>
                  </a:cubicBezTo>
                  <a:cubicBezTo>
                    <a:pt x="52" y="135"/>
                    <a:pt x="51" y="135"/>
                    <a:pt x="51" y="136"/>
                  </a:cubicBezTo>
                  <a:cubicBezTo>
                    <a:pt x="18" y="183"/>
                    <a:pt x="1" y="241"/>
                    <a:pt x="4" y="304"/>
                  </a:cubicBezTo>
                  <a:cubicBezTo>
                    <a:pt x="13" y="443"/>
                    <a:pt x="130" y="552"/>
                    <a:pt x="270" y="552"/>
                  </a:cubicBezTo>
                  <a:cubicBezTo>
                    <a:pt x="273" y="552"/>
                    <a:pt x="276" y="552"/>
                    <a:pt x="278" y="552"/>
                  </a:cubicBezTo>
                  <a:lnTo>
                    <a:pt x="953" y="514"/>
                  </a:lnTo>
                  <a:cubicBezTo>
                    <a:pt x="1031" y="511"/>
                    <a:pt x="1099" y="473"/>
                    <a:pt x="1145" y="417"/>
                  </a:cubicBezTo>
                  <a:cubicBezTo>
                    <a:pt x="1184" y="367"/>
                    <a:pt x="1206" y="304"/>
                    <a:pt x="1200" y="237"/>
                  </a:cubicBezTo>
                  <a:cubicBezTo>
                    <a:pt x="1195" y="171"/>
                    <a:pt x="1167" y="112"/>
                    <a:pt x="1121" y="71"/>
                  </a:cubicBezTo>
                  <a:cubicBezTo>
                    <a:pt x="1120" y="69"/>
                    <a:pt x="1119" y="67"/>
                    <a:pt x="1116" y="66"/>
                  </a:cubicBezTo>
                  <a:cubicBezTo>
                    <a:pt x="1106" y="57"/>
                    <a:pt x="1095" y="48"/>
                    <a:pt x="1082" y="40"/>
                  </a:cubicBezTo>
                  <a:cubicBezTo>
                    <a:pt x="1042" y="15"/>
                    <a:pt x="995" y="0"/>
                    <a:pt x="944" y="0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3" name="Google Shape;1123;p28"/>
            <p:cNvSpPr/>
            <p:nvPr/>
          </p:nvSpPr>
          <p:spPr>
            <a:xfrm flipH="1">
              <a:off x="7248984" y="3523418"/>
              <a:ext cx="51861" cy="6337"/>
            </a:xfrm>
            <a:custGeom>
              <a:avLst/>
              <a:gdLst/>
              <a:ahLst/>
              <a:cxnLst/>
              <a:rect l="l" t="t" r="r" b="b"/>
              <a:pathLst>
                <a:path w="933" h="114" extrusionOk="0">
                  <a:moveTo>
                    <a:pt x="794" y="0"/>
                  </a:moveTo>
                  <a:lnTo>
                    <a:pt x="119" y="19"/>
                  </a:lnTo>
                  <a:cubicBezTo>
                    <a:pt x="77" y="21"/>
                    <a:pt x="36" y="31"/>
                    <a:pt x="0" y="49"/>
                  </a:cubicBezTo>
                  <a:cubicBezTo>
                    <a:pt x="18" y="82"/>
                    <a:pt x="77" y="113"/>
                    <a:pt x="128" y="113"/>
                  </a:cubicBezTo>
                  <a:cubicBezTo>
                    <a:pt x="129" y="113"/>
                    <a:pt x="131" y="113"/>
                    <a:pt x="133" y="113"/>
                  </a:cubicBezTo>
                  <a:lnTo>
                    <a:pt x="818" y="73"/>
                  </a:lnTo>
                  <a:cubicBezTo>
                    <a:pt x="859" y="72"/>
                    <a:pt x="898" y="61"/>
                    <a:pt x="932" y="40"/>
                  </a:cubicBezTo>
                  <a:cubicBezTo>
                    <a:pt x="892" y="15"/>
                    <a:pt x="845" y="0"/>
                    <a:pt x="794" y="0"/>
                  </a:cubicBez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4" name="Google Shape;1124;p28"/>
            <p:cNvSpPr/>
            <p:nvPr/>
          </p:nvSpPr>
          <p:spPr>
            <a:xfrm flipH="1">
              <a:off x="7242869" y="3494070"/>
              <a:ext cx="67258" cy="33295"/>
            </a:xfrm>
            <a:custGeom>
              <a:avLst/>
              <a:gdLst/>
              <a:ahLst/>
              <a:cxnLst/>
              <a:rect l="l" t="t" r="r" b="b"/>
              <a:pathLst>
                <a:path w="1210" h="599" extrusionOk="0">
                  <a:moveTo>
                    <a:pt x="946" y="0"/>
                  </a:moveTo>
                  <a:cubicBezTo>
                    <a:pt x="936" y="0"/>
                    <a:pt x="926" y="1"/>
                    <a:pt x="916" y="2"/>
                  </a:cubicBezTo>
                  <a:lnTo>
                    <a:pt x="243" y="68"/>
                  </a:lnTo>
                  <a:cubicBezTo>
                    <a:pt x="159" y="78"/>
                    <a:pt x="90" y="126"/>
                    <a:pt x="48" y="192"/>
                  </a:cubicBezTo>
                  <a:cubicBezTo>
                    <a:pt x="45" y="196"/>
                    <a:pt x="42" y="202"/>
                    <a:pt x="40" y="207"/>
                  </a:cubicBezTo>
                  <a:cubicBezTo>
                    <a:pt x="12" y="258"/>
                    <a:pt x="0" y="318"/>
                    <a:pt x="12" y="381"/>
                  </a:cubicBezTo>
                  <a:cubicBezTo>
                    <a:pt x="34" y="508"/>
                    <a:pt x="145" y="599"/>
                    <a:pt x="271" y="599"/>
                  </a:cubicBezTo>
                  <a:cubicBezTo>
                    <a:pt x="285" y="599"/>
                    <a:pt x="298" y="598"/>
                    <a:pt x="311" y="595"/>
                  </a:cubicBezTo>
                  <a:lnTo>
                    <a:pt x="982" y="512"/>
                  </a:lnTo>
                  <a:cubicBezTo>
                    <a:pt x="1059" y="501"/>
                    <a:pt x="1123" y="456"/>
                    <a:pt x="1162" y="394"/>
                  </a:cubicBezTo>
                  <a:cubicBezTo>
                    <a:pt x="1195" y="341"/>
                    <a:pt x="1210" y="275"/>
                    <a:pt x="1197" y="209"/>
                  </a:cubicBezTo>
                  <a:cubicBezTo>
                    <a:pt x="1184" y="143"/>
                    <a:pt x="1147" y="86"/>
                    <a:pt x="1094" y="49"/>
                  </a:cubicBezTo>
                  <a:cubicBezTo>
                    <a:pt x="1053" y="18"/>
                    <a:pt x="1001" y="0"/>
                    <a:pt x="946" y="0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5" name="Google Shape;1125;p28"/>
            <p:cNvSpPr/>
            <p:nvPr/>
          </p:nvSpPr>
          <p:spPr>
            <a:xfrm flipH="1">
              <a:off x="7677258" y="3301084"/>
              <a:ext cx="96162" cy="92049"/>
            </a:xfrm>
            <a:custGeom>
              <a:avLst/>
              <a:gdLst/>
              <a:ahLst/>
              <a:cxnLst/>
              <a:rect l="l" t="t" r="r" b="b"/>
              <a:pathLst>
                <a:path w="1730" h="1656" extrusionOk="0">
                  <a:moveTo>
                    <a:pt x="692" y="0"/>
                  </a:moveTo>
                  <a:lnTo>
                    <a:pt x="1" y="1207"/>
                  </a:lnTo>
                  <a:lnTo>
                    <a:pt x="1239" y="1655"/>
                  </a:lnTo>
                  <a:lnTo>
                    <a:pt x="1390" y="1514"/>
                  </a:lnTo>
                  <a:cubicBezTo>
                    <a:pt x="1729" y="1199"/>
                    <a:pt x="1684" y="669"/>
                    <a:pt x="1298" y="409"/>
                  </a:cubicBezTo>
                  <a:lnTo>
                    <a:pt x="6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6" name="Google Shape;1126;p28"/>
            <p:cNvSpPr/>
            <p:nvPr/>
          </p:nvSpPr>
          <p:spPr>
            <a:xfrm flipH="1">
              <a:off x="7650187" y="3089089"/>
              <a:ext cx="191713" cy="303216"/>
            </a:xfrm>
            <a:custGeom>
              <a:avLst/>
              <a:gdLst/>
              <a:ahLst/>
              <a:cxnLst/>
              <a:rect l="l" t="t" r="r" b="b"/>
              <a:pathLst>
                <a:path w="3449" h="5455" extrusionOk="0">
                  <a:moveTo>
                    <a:pt x="1764" y="0"/>
                  </a:moveTo>
                  <a:lnTo>
                    <a:pt x="0" y="4980"/>
                  </a:lnTo>
                  <a:lnTo>
                    <a:pt x="1844" y="5454"/>
                  </a:lnTo>
                  <a:lnTo>
                    <a:pt x="2340" y="4780"/>
                  </a:lnTo>
                  <a:lnTo>
                    <a:pt x="3175" y="3641"/>
                  </a:lnTo>
                  <a:lnTo>
                    <a:pt x="3448" y="3271"/>
                  </a:lnTo>
                  <a:lnTo>
                    <a:pt x="1764" y="0"/>
                  </a:ln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7" name="Google Shape;1127;p28"/>
            <p:cNvSpPr/>
            <p:nvPr/>
          </p:nvSpPr>
          <p:spPr>
            <a:xfrm flipH="1">
              <a:off x="7565309" y="3052459"/>
              <a:ext cx="227343" cy="276424"/>
            </a:xfrm>
            <a:custGeom>
              <a:avLst/>
              <a:gdLst/>
              <a:ahLst/>
              <a:cxnLst/>
              <a:rect l="l" t="t" r="r" b="b"/>
              <a:pathLst>
                <a:path w="4090" h="4973" extrusionOk="0">
                  <a:moveTo>
                    <a:pt x="1460" y="1"/>
                  </a:moveTo>
                  <a:cubicBezTo>
                    <a:pt x="1304" y="1"/>
                    <a:pt x="1153" y="26"/>
                    <a:pt x="1012" y="71"/>
                  </a:cubicBezTo>
                  <a:cubicBezTo>
                    <a:pt x="411" y="266"/>
                    <a:pt x="0" y="845"/>
                    <a:pt x="81" y="1487"/>
                  </a:cubicBezTo>
                  <a:lnTo>
                    <a:pt x="152" y="2039"/>
                  </a:lnTo>
                  <a:lnTo>
                    <a:pt x="367" y="4260"/>
                  </a:lnTo>
                  <a:cubicBezTo>
                    <a:pt x="367" y="4260"/>
                    <a:pt x="1928" y="4811"/>
                    <a:pt x="2465" y="4942"/>
                  </a:cubicBezTo>
                  <a:cubicBezTo>
                    <a:pt x="2552" y="4962"/>
                    <a:pt x="2639" y="4972"/>
                    <a:pt x="2726" y="4972"/>
                  </a:cubicBezTo>
                  <a:cubicBezTo>
                    <a:pt x="3219" y="4972"/>
                    <a:pt x="3685" y="4653"/>
                    <a:pt x="3792" y="4170"/>
                  </a:cubicBezTo>
                  <a:cubicBezTo>
                    <a:pt x="3965" y="3396"/>
                    <a:pt x="4089" y="2619"/>
                    <a:pt x="3841" y="1739"/>
                  </a:cubicBezTo>
                  <a:cubicBezTo>
                    <a:pt x="3695" y="1220"/>
                    <a:pt x="3371" y="782"/>
                    <a:pt x="2943" y="474"/>
                  </a:cubicBezTo>
                  <a:cubicBezTo>
                    <a:pt x="2751" y="335"/>
                    <a:pt x="2536" y="224"/>
                    <a:pt x="2306" y="144"/>
                  </a:cubicBezTo>
                  <a:lnTo>
                    <a:pt x="2304" y="143"/>
                  </a:lnTo>
                  <a:lnTo>
                    <a:pt x="2173" y="102"/>
                  </a:lnTo>
                  <a:lnTo>
                    <a:pt x="2160" y="97"/>
                  </a:lnTo>
                  <a:cubicBezTo>
                    <a:pt x="2094" y="78"/>
                    <a:pt x="2028" y="63"/>
                    <a:pt x="1961" y="50"/>
                  </a:cubicBezTo>
                  <a:cubicBezTo>
                    <a:pt x="1802" y="18"/>
                    <a:pt x="1637" y="1"/>
                    <a:pt x="1470" y="1"/>
                  </a:cubicBezTo>
                  <a:cubicBezTo>
                    <a:pt x="1467" y="1"/>
                    <a:pt x="1463" y="1"/>
                    <a:pt x="1460" y="1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8" name="Google Shape;1128;p28"/>
            <p:cNvSpPr/>
            <p:nvPr/>
          </p:nvSpPr>
          <p:spPr>
            <a:xfrm flipH="1">
              <a:off x="7609776" y="3030837"/>
              <a:ext cx="251355" cy="200829"/>
            </a:xfrm>
            <a:custGeom>
              <a:avLst/>
              <a:gdLst/>
              <a:ahLst/>
              <a:cxnLst/>
              <a:rect l="l" t="t" r="r" b="b"/>
              <a:pathLst>
                <a:path w="4522" h="3613" extrusionOk="0">
                  <a:moveTo>
                    <a:pt x="2280" y="0"/>
                  </a:moveTo>
                  <a:cubicBezTo>
                    <a:pt x="1405" y="0"/>
                    <a:pt x="575" y="319"/>
                    <a:pt x="346" y="1143"/>
                  </a:cubicBezTo>
                  <a:cubicBezTo>
                    <a:pt x="1" y="2385"/>
                    <a:pt x="1201" y="3613"/>
                    <a:pt x="1201" y="3613"/>
                  </a:cubicBezTo>
                  <a:lnTo>
                    <a:pt x="2176" y="3267"/>
                  </a:lnTo>
                  <a:lnTo>
                    <a:pt x="2159" y="1428"/>
                  </a:lnTo>
                  <a:lnTo>
                    <a:pt x="2159" y="1428"/>
                  </a:lnTo>
                  <a:cubicBezTo>
                    <a:pt x="2159" y="1428"/>
                    <a:pt x="2350" y="1452"/>
                    <a:pt x="2628" y="1452"/>
                  </a:cubicBezTo>
                  <a:cubicBezTo>
                    <a:pt x="3178" y="1452"/>
                    <a:pt x="4073" y="1359"/>
                    <a:pt x="4521" y="804"/>
                  </a:cubicBezTo>
                  <a:cubicBezTo>
                    <a:pt x="4126" y="336"/>
                    <a:pt x="3179" y="0"/>
                    <a:pt x="2280" y="0"/>
                  </a:cubicBez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9" name="Google Shape;1129;p28"/>
            <p:cNvSpPr/>
            <p:nvPr/>
          </p:nvSpPr>
          <p:spPr>
            <a:xfrm flipH="1">
              <a:off x="7665418" y="3256062"/>
              <a:ext cx="133348" cy="136239"/>
            </a:xfrm>
            <a:custGeom>
              <a:avLst/>
              <a:gdLst/>
              <a:ahLst/>
              <a:cxnLst/>
              <a:rect l="l" t="t" r="r" b="b"/>
              <a:pathLst>
                <a:path w="2399" h="2451" extrusionOk="0">
                  <a:moveTo>
                    <a:pt x="905" y="1"/>
                  </a:moveTo>
                  <a:cubicBezTo>
                    <a:pt x="905" y="1"/>
                    <a:pt x="0" y="1042"/>
                    <a:pt x="1068" y="2450"/>
                  </a:cubicBezTo>
                  <a:lnTo>
                    <a:pt x="2399" y="637"/>
                  </a:lnTo>
                  <a:lnTo>
                    <a:pt x="905" y="1"/>
                  </a:ln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0" name="Google Shape;1130;p28"/>
            <p:cNvSpPr/>
            <p:nvPr/>
          </p:nvSpPr>
          <p:spPr>
            <a:xfrm flipH="1">
              <a:off x="7574817" y="3154288"/>
              <a:ext cx="52472" cy="96829"/>
            </a:xfrm>
            <a:custGeom>
              <a:avLst/>
              <a:gdLst/>
              <a:ahLst/>
              <a:cxnLst/>
              <a:rect l="l" t="t" r="r" b="b"/>
              <a:pathLst>
                <a:path w="944" h="1742" extrusionOk="0">
                  <a:moveTo>
                    <a:pt x="15" y="0"/>
                  </a:moveTo>
                  <a:lnTo>
                    <a:pt x="1" y="1702"/>
                  </a:lnTo>
                  <a:lnTo>
                    <a:pt x="132" y="1730"/>
                  </a:lnTo>
                  <a:cubicBezTo>
                    <a:pt x="172" y="1738"/>
                    <a:pt x="211" y="1742"/>
                    <a:pt x="249" y="1742"/>
                  </a:cubicBezTo>
                  <a:cubicBezTo>
                    <a:pt x="676" y="1742"/>
                    <a:pt x="943" y="1245"/>
                    <a:pt x="638" y="914"/>
                  </a:cubicBezTo>
                  <a:cubicBezTo>
                    <a:pt x="424" y="683"/>
                    <a:pt x="192" y="421"/>
                    <a:pt x="15" y="0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1" name="Google Shape;1131;p28"/>
            <p:cNvSpPr/>
            <p:nvPr/>
          </p:nvSpPr>
          <p:spPr>
            <a:xfrm flipH="1">
              <a:off x="7741068" y="3156122"/>
              <a:ext cx="128401" cy="94995"/>
            </a:xfrm>
            <a:custGeom>
              <a:avLst/>
              <a:gdLst/>
              <a:ahLst/>
              <a:cxnLst/>
              <a:rect l="l" t="t" r="r" b="b"/>
              <a:pathLst>
                <a:path w="2310" h="1709" extrusionOk="0">
                  <a:moveTo>
                    <a:pt x="1212" y="1"/>
                  </a:moveTo>
                  <a:cubicBezTo>
                    <a:pt x="429" y="1"/>
                    <a:pt x="0" y="1372"/>
                    <a:pt x="1802" y="1708"/>
                  </a:cubicBezTo>
                  <a:lnTo>
                    <a:pt x="2309" y="1041"/>
                  </a:lnTo>
                  <a:cubicBezTo>
                    <a:pt x="1984" y="275"/>
                    <a:pt x="1563" y="1"/>
                    <a:pt x="1212" y="1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2" name="Google Shape;1132;p28"/>
            <p:cNvSpPr/>
            <p:nvPr/>
          </p:nvSpPr>
          <p:spPr>
            <a:xfrm flipH="1">
              <a:off x="7778589" y="3190140"/>
              <a:ext cx="31572" cy="26848"/>
            </a:xfrm>
            <a:custGeom>
              <a:avLst/>
              <a:gdLst/>
              <a:ahLst/>
              <a:cxnLst/>
              <a:rect l="l" t="t" r="r" b="b"/>
              <a:pathLst>
                <a:path w="568" h="483" extrusionOk="0">
                  <a:moveTo>
                    <a:pt x="1" y="0"/>
                  </a:moveTo>
                  <a:lnTo>
                    <a:pt x="568" y="482"/>
                  </a:lnTo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3" name="Google Shape;1133;p28"/>
            <p:cNvSpPr/>
            <p:nvPr/>
          </p:nvSpPr>
          <p:spPr>
            <a:xfrm flipH="1">
              <a:off x="7778589" y="3190140"/>
              <a:ext cx="31572" cy="26848"/>
            </a:xfrm>
            <a:custGeom>
              <a:avLst/>
              <a:gdLst/>
              <a:ahLst/>
              <a:cxnLst/>
              <a:rect l="l" t="t" r="r" b="b"/>
              <a:pathLst>
                <a:path w="568" h="483" fill="none" extrusionOk="0">
                  <a:moveTo>
                    <a:pt x="1" y="0"/>
                  </a:moveTo>
                  <a:lnTo>
                    <a:pt x="568" y="482"/>
                  </a:lnTo>
                </a:path>
              </a:pathLst>
            </a:custGeom>
            <a:noFill/>
            <a:ln w="475" cap="flat" cmpd="sng">
              <a:solidFill>
                <a:srgbClr val="B9704F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4" name="Google Shape;1134;p28"/>
            <p:cNvSpPr/>
            <p:nvPr/>
          </p:nvSpPr>
          <p:spPr>
            <a:xfrm flipH="1">
              <a:off x="7646905" y="3309811"/>
              <a:ext cx="348018" cy="530336"/>
            </a:xfrm>
            <a:custGeom>
              <a:avLst/>
              <a:gdLst/>
              <a:ahLst/>
              <a:cxnLst/>
              <a:rect l="l" t="t" r="r" b="b"/>
              <a:pathLst>
                <a:path w="6261" h="9541" extrusionOk="0">
                  <a:moveTo>
                    <a:pt x="3028" y="1"/>
                  </a:moveTo>
                  <a:cubicBezTo>
                    <a:pt x="2608" y="1"/>
                    <a:pt x="853" y="438"/>
                    <a:pt x="262" y="2794"/>
                  </a:cubicBezTo>
                  <a:cubicBezTo>
                    <a:pt x="0" y="3844"/>
                    <a:pt x="190" y="4881"/>
                    <a:pt x="230" y="5836"/>
                  </a:cubicBezTo>
                  <a:cubicBezTo>
                    <a:pt x="324" y="7979"/>
                    <a:pt x="289" y="9441"/>
                    <a:pt x="289" y="9441"/>
                  </a:cubicBezTo>
                  <a:lnTo>
                    <a:pt x="6148" y="9541"/>
                  </a:lnTo>
                  <a:lnTo>
                    <a:pt x="5355" y="6163"/>
                  </a:lnTo>
                  <a:lnTo>
                    <a:pt x="5354" y="6155"/>
                  </a:lnTo>
                  <a:lnTo>
                    <a:pt x="5345" y="6120"/>
                  </a:lnTo>
                  <a:cubicBezTo>
                    <a:pt x="5878" y="5665"/>
                    <a:pt x="6132" y="5149"/>
                    <a:pt x="6220" y="4626"/>
                  </a:cubicBezTo>
                  <a:cubicBezTo>
                    <a:pt x="6235" y="4539"/>
                    <a:pt x="6246" y="4449"/>
                    <a:pt x="6249" y="4361"/>
                  </a:cubicBezTo>
                  <a:cubicBezTo>
                    <a:pt x="6257" y="4300"/>
                    <a:pt x="6259" y="4240"/>
                    <a:pt x="6258" y="4183"/>
                  </a:cubicBezTo>
                  <a:cubicBezTo>
                    <a:pt x="6260" y="3977"/>
                    <a:pt x="6240" y="3776"/>
                    <a:pt x="6209" y="3578"/>
                  </a:cubicBezTo>
                  <a:cubicBezTo>
                    <a:pt x="6199" y="3521"/>
                    <a:pt x="6187" y="3461"/>
                    <a:pt x="6175" y="3405"/>
                  </a:cubicBezTo>
                  <a:cubicBezTo>
                    <a:pt x="6016" y="2651"/>
                    <a:pt x="5680" y="1999"/>
                    <a:pt x="5578" y="1666"/>
                  </a:cubicBezTo>
                  <a:lnTo>
                    <a:pt x="3113" y="33"/>
                  </a:lnTo>
                  <a:cubicBezTo>
                    <a:pt x="3134" y="14"/>
                    <a:pt x="3101" y="1"/>
                    <a:pt x="30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5" name="Google Shape;1135;p28"/>
            <p:cNvSpPr/>
            <p:nvPr/>
          </p:nvSpPr>
          <p:spPr>
            <a:xfrm flipH="1">
              <a:off x="7687151" y="3311367"/>
              <a:ext cx="152748" cy="278981"/>
            </a:xfrm>
            <a:custGeom>
              <a:avLst/>
              <a:gdLst/>
              <a:ahLst/>
              <a:cxnLst/>
              <a:rect l="l" t="t" r="r" b="b"/>
              <a:pathLst>
                <a:path w="2748" h="5019" extrusionOk="0">
                  <a:moveTo>
                    <a:pt x="1" y="0"/>
                  </a:moveTo>
                  <a:lnTo>
                    <a:pt x="1817" y="5019"/>
                  </a:lnTo>
                  <a:lnTo>
                    <a:pt x="2748" y="3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6" name="Google Shape;1136;p28"/>
            <p:cNvSpPr/>
            <p:nvPr/>
          </p:nvSpPr>
          <p:spPr>
            <a:xfrm flipH="1">
              <a:off x="7694544" y="3309811"/>
              <a:ext cx="132626" cy="234235"/>
            </a:xfrm>
            <a:custGeom>
              <a:avLst/>
              <a:gdLst/>
              <a:ahLst/>
              <a:cxnLst/>
              <a:rect l="l" t="t" r="r" b="b"/>
              <a:pathLst>
                <a:path w="2386" h="4214" extrusionOk="0">
                  <a:moveTo>
                    <a:pt x="0" y="1"/>
                  </a:moveTo>
                  <a:lnTo>
                    <a:pt x="2385" y="4213"/>
                  </a:lnTo>
                  <a:lnTo>
                    <a:pt x="2251" y="1462"/>
                  </a:lnTo>
                  <a:lnTo>
                    <a:pt x="1417" y="9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7" name="Google Shape;1137;p28"/>
            <p:cNvSpPr/>
            <p:nvPr/>
          </p:nvSpPr>
          <p:spPr>
            <a:xfrm flipH="1">
              <a:off x="7653131" y="3472004"/>
              <a:ext cx="287930" cy="368139"/>
            </a:xfrm>
            <a:custGeom>
              <a:avLst/>
              <a:gdLst/>
              <a:ahLst/>
              <a:cxnLst/>
              <a:rect l="l" t="t" r="r" b="b"/>
              <a:pathLst>
                <a:path w="5180" h="6623" extrusionOk="0">
                  <a:moveTo>
                    <a:pt x="361" y="0"/>
                  </a:moveTo>
                  <a:cubicBezTo>
                    <a:pt x="73" y="1329"/>
                    <a:pt x="1" y="5240"/>
                    <a:pt x="40" y="6535"/>
                  </a:cubicBezTo>
                  <a:lnTo>
                    <a:pt x="5179" y="6623"/>
                  </a:lnTo>
                  <a:lnTo>
                    <a:pt x="4952" y="2669"/>
                  </a:lnTo>
                  <a:lnTo>
                    <a:pt x="3236" y="2429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8" name="Google Shape;1138;p28"/>
            <p:cNvSpPr/>
            <p:nvPr/>
          </p:nvSpPr>
          <p:spPr>
            <a:xfrm flipH="1">
              <a:off x="7728452" y="3136057"/>
              <a:ext cx="32184" cy="78153"/>
            </a:xfrm>
            <a:custGeom>
              <a:avLst/>
              <a:gdLst/>
              <a:ahLst/>
              <a:cxnLst/>
              <a:rect l="l" t="t" r="r" b="b"/>
              <a:pathLst>
                <a:path w="579" h="1406" extrusionOk="0">
                  <a:moveTo>
                    <a:pt x="579" y="0"/>
                  </a:moveTo>
                  <a:lnTo>
                    <a:pt x="0" y="469"/>
                  </a:lnTo>
                  <a:lnTo>
                    <a:pt x="368" y="1374"/>
                  </a:lnTo>
                  <a:lnTo>
                    <a:pt x="571" y="1405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9" name="Google Shape;1139;p28"/>
            <p:cNvSpPr/>
            <p:nvPr/>
          </p:nvSpPr>
          <p:spPr>
            <a:xfrm flipH="1">
              <a:off x="7646132" y="3173353"/>
              <a:ext cx="22957" cy="40855"/>
            </a:xfrm>
            <a:custGeom>
              <a:avLst/>
              <a:gdLst/>
              <a:ahLst/>
              <a:cxnLst/>
              <a:rect l="l" t="t" r="r" b="b"/>
              <a:pathLst>
                <a:path w="413" h="735" extrusionOk="0">
                  <a:moveTo>
                    <a:pt x="163" y="1"/>
                  </a:moveTo>
                  <a:cubicBezTo>
                    <a:pt x="159" y="1"/>
                    <a:pt x="154" y="1"/>
                    <a:pt x="150" y="1"/>
                  </a:cubicBezTo>
                  <a:cubicBezTo>
                    <a:pt x="54" y="15"/>
                    <a:pt x="1" y="190"/>
                    <a:pt x="32" y="392"/>
                  </a:cubicBezTo>
                  <a:cubicBezTo>
                    <a:pt x="61" y="587"/>
                    <a:pt x="157" y="735"/>
                    <a:pt x="251" y="735"/>
                  </a:cubicBezTo>
                  <a:cubicBezTo>
                    <a:pt x="255" y="735"/>
                    <a:pt x="259" y="735"/>
                    <a:pt x="262" y="734"/>
                  </a:cubicBezTo>
                  <a:cubicBezTo>
                    <a:pt x="358" y="720"/>
                    <a:pt x="412" y="546"/>
                    <a:pt x="381" y="343"/>
                  </a:cubicBezTo>
                  <a:cubicBezTo>
                    <a:pt x="352" y="149"/>
                    <a:pt x="256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0" name="Google Shape;1140;p28"/>
            <p:cNvSpPr/>
            <p:nvPr/>
          </p:nvSpPr>
          <p:spPr>
            <a:xfrm flipH="1">
              <a:off x="7641796" y="3145173"/>
              <a:ext cx="48804" cy="18232"/>
            </a:xfrm>
            <a:custGeom>
              <a:avLst/>
              <a:gdLst/>
              <a:ahLst/>
              <a:cxnLst/>
              <a:rect l="l" t="t" r="r" b="b"/>
              <a:pathLst>
                <a:path w="878" h="328" extrusionOk="0">
                  <a:moveTo>
                    <a:pt x="492" y="1"/>
                  </a:moveTo>
                  <a:cubicBezTo>
                    <a:pt x="416" y="1"/>
                    <a:pt x="331" y="17"/>
                    <a:pt x="249" y="55"/>
                  </a:cubicBezTo>
                  <a:cubicBezTo>
                    <a:pt x="0" y="170"/>
                    <a:pt x="5" y="328"/>
                    <a:pt x="229" y="328"/>
                  </a:cubicBezTo>
                  <a:cubicBezTo>
                    <a:pt x="291" y="328"/>
                    <a:pt x="369" y="316"/>
                    <a:pt x="463" y="288"/>
                  </a:cubicBezTo>
                  <a:cubicBezTo>
                    <a:pt x="877" y="164"/>
                    <a:pt x="735" y="1"/>
                    <a:pt x="492" y="1"/>
                  </a:cubicBez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1" name="Google Shape;1141;p28"/>
            <p:cNvSpPr/>
            <p:nvPr/>
          </p:nvSpPr>
          <p:spPr>
            <a:xfrm flipH="1">
              <a:off x="7581766" y="3162070"/>
              <a:ext cx="22957" cy="40855"/>
            </a:xfrm>
            <a:custGeom>
              <a:avLst/>
              <a:gdLst/>
              <a:ahLst/>
              <a:cxnLst/>
              <a:rect l="l" t="t" r="r" b="b"/>
              <a:pathLst>
                <a:path w="413" h="735" extrusionOk="0">
                  <a:moveTo>
                    <a:pt x="162" y="0"/>
                  </a:moveTo>
                  <a:cubicBezTo>
                    <a:pt x="158" y="0"/>
                    <a:pt x="154" y="0"/>
                    <a:pt x="150" y="1"/>
                  </a:cubicBezTo>
                  <a:cubicBezTo>
                    <a:pt x="54" y="15"/>
                    <a:pt x="1" y="190"/>
                    <a:pt x="32" y="392"/>
                  </a:cubicBezTo>
                  <a:cubicBezTo>
                    <a:pt x="61" y="586"/>
                    <a:pt x="157" y="735"/>
                    <a:pt x="250" y="735"/>
                  </a:cubicBezTo>
                  <a:cubicBezTo>
                    <a:pt x="254" y="735"/>
                    <a:pt x="258" y="734"/>
                    <a:pt x="262" y="734"/>
                  </a:cubicBezTo>
                  <a:cubicBezTo>
                    <a:pt x="359" y="720"/>
                    <a:pt x="412" y="545"/>
                    <a:pt x="381" y="344"/>
                  </a:cubicBezTo>
                  <a:cubicBezTo>
                    <a:pt x="352" y="149"/>
                    <a:pt x="255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2" name="Google Shape;1142;p28"/>
            <p:cNvSpPr/>
            <p:nvPr/>
          </p:nvSpPr>
          <p:spPr>
            <a:xfrm flipH="1">
              <a:off x="7568759" y="3111711"/>
              <a:ext cx="54696" cy="16509"/>
            </a:xfrm>
            <a:custGeom>
              <a:avLst/>
              <a:gdLst/>
              <a:ahLst/>
              <a:cxnLst/>
              <a:rect l="l" t="t" r="r" b="b"/>
              <a:pathLst>
                <a:path w="984" h="297" extrusionOk="0">
                  <a:moveTo>
                    <a:pt x="399" y="1"/>
                  </a:moveTo>
                  <a:cubicBezTo>
                    <a:pt x="384" y="1"/>
                    <a:pt x="368" y="1"/>
                    <a:pt x="353" y="3"/>
                  </a:cubicBezTo>
                  <a:cubicBezTo>
                    <a:pt x="0" y="31"/>
                    <a:pt x="8" y="266"/>
                    <a:pt x="465" y="294"/>
                  </a:cubicBezTo>
                  <a:cubicBezTo>
                    <a:pt x="491" y="296"/>
                    <a:pt x="515" y="296"/>
                    <a:pt x="537" y="296"/>
                  </a:cubicBezTo>
                  <a:cubicBezTo>
                    <a:pt x="984" y="296"/>
                    <a:pt x="738" y="1"/>
                    <a:pt x="399" y="1"/>
                  </a:cubicBez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3" name="Google Shape;1143;p28"/>
            <p:cNvSpPr/>
            <p:nvPr/>
          </p:nvSpPr>
          <p:spPr>
            <a:xfrm flipH="1">
              <a:off x="7665026" y="3358836"/>
              <a:ext cx="290487" cy="441234"/>
            </a:xfrm>
            <a:custGeom>
              <a:avLst/>
              <a:gdLst/>
              <a:ahLst/>
              <a:cxnLst/>
              <a:rect l="l" t="t" r="r" b="b"/>
              <a:pathLst>
                <a:path w="5226" h="7938" extrusionOk="0">
                  <a:moveTo>
                    <a:pt x="1396" y="1"/>
                  </a:moveTo>
                  <a:cubicBezTo>
                    <a:pt x="1377" y="1"/>
                    <a:pt x="1359" y="1"/>
                    <a:pt x="1340" y="2"/>
                  </a:cubicBezTo>
                  <a:cubicBezTo>
                    <a:pt x="562" y="47"/>
                    <a:pt x="0" y="743"/>
                    <a:pt x="39" y="1485"/>
                  </a:cubicBezTo>
                  <a:cubicBezTo>
                    <a:pt x="160" y="3822"/>
                    <a:pt x="1027" y="5510"/>
                    <a:pt x="2085" y="7203"/>
                  </a:cubicBezTo>
                  <a:cubicBezTo>
                    <a:pt x="2377" y="7670"/>
                    <a:pt x="2898" y="7938"/>
                    <a:pt x="3441" y="7938"/>
                  </a:cubicBezTo>
                  <a:cubicBezTo>
                    <a:pt x="3623" y="7938"/>
                    <a:pt x="3806" y="7908"/>
                    <a:pt x="3984" y="7846"/>
                  </a:cubicBezTo>
                  <a:cubicBezTo>
                    <a:pt x="4807" y="7557"/>
                    <a:pt x="5226" y="6682"/>
                    <a:pt x="4914" y="5900"/>
                  </a:cubicBezTo>
                  <a:lnTo>
                    <a:pt x="2682" y="984"/>
                  </a:lnTo>
                  <a:cubicBezTo>
                    <a:pt x="2551" y="685"/>
                    <a:pt x="2058" y="1"/>
                    <a:pt x="13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4" name="Google Shape;1144;p28"/>
            <p:cNvSpPr/>
            <p:nvPr/>
          </p:nvSpPr>
          <p:spPr>
            <a:xfrm flipH="1">
              <a:off x="7560363" y="3162070"/>
              <a:ext cx="208944" cy="173592"/>
            </a:xfrm>
            <a:custGeom>
              <a:avLst/>
              <a:gdLst/>
              <a:ahLst/>
              <a:cxnLst/>
              <a:rect l="l" t="t" r="r" b="b"/>
              <a:pathLst>
                <a:path w="3759" h="3123" extrusionOk="0">
                  <a:moveTo>
                    <a:pt x="156" y="1"/>
                  </a:moveTo>
                  <a:lnTo>
                    <a:pt x="156" y="1"/>
                  </a:lnTo>
                  <a:cubicBezTo>
                    <a:pt x="197" y="1001"/>
                    <a:pt x="1" y="1276"/>
                    <a:pt x="224" y="1801"/>
                  </a:cubicBezTo>
                  <a:cubicBezTo>
                    <a:pt x="439" y="2308"/>
                    <a:pt x="1522" y="3123"/>
                    <a:pt x="2398" y="3123"/>
                  </a:cubicBezTo>
                  <a:cubicBezTo>
                    <a:pt x="2429" y="3123"/>
                    <a:pt x="2459" y="3122"/>
                    <a:pt x="2490" y="3119"/>
                  </a:cubicBezTo>
                  <a:cubicBezTo>
                    <a:pt x="3758" y="3033"/>
                    <a:pt x="3502" y="1772"/>
                    <a:pt x="3534" y="1321"/>
                  </a:cubicBezTo>
                  <a:lnTo>
                    <a:pt x="3534" y="1321"/>
                  </a:lnTo>
                  <a:cubicBezTo>
                    <a:pt x="3014" y="1427"/>
                    <a:pt x="2476" y="1593"/>
                    <a:pt x="1943" y="1593"/>
                  </a:cubicBezTo>
                  <a:cubicBezTo>
                    <a:pt x="1755" y="1593"/>
                    <a:pt x="1568" y="1572"/>
                    <a:pt x="1383" y="1521"/>
                  </a:cubicBezTo>
                  <a:cubicBezTo>
                    <a:pt x="833" y="1370"/>
                    <a:pt x="674" y="791"/>
                    <a:pt x="674" y="791"/>
                  </a:cubicBezTo>
                  <a:lnTo>
                    <a:pt x="156" y="1"/>
                  </a:ln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5" name="Google Shape;1145;p28"/>
            <p:cNvSpPr/>
            <p:nvPr/>
          </p:nvSpPr>
          <p:spPr>
            <a:xfrm flipH="1">
              <a:off x="7579542" y="3149842"/>
              <a:ext cx="52417" cy="96829"/>
            </a:xfrm>
            <a:custGeom>
              <a:avLst/>
              <a:gdLst/>
              <a:ahLst/>
              <a:cxnLst/>
              <a:rect l="l" t="t" r="r" b="b"/>
              <a:pathLst>
                <a:path w="943" h="1742" extrusionOk="0">
                  <a:moveTo>
                    <a:pt x="15" y="0"/>
                  </a:moveTo>
                  <a:lnTo>
                    <a:pt x="0" y="1702"/>
                  </a:lnTo>
                  <a:lnTo>
                    <a:pt x="132" y="1730"/>
                  </a:lnTo>
                  <a:cubicBezTo>
                    <a:pt x="172" y="1738"/>
                    <a:pt x="210" y="1742"/>
                    <a:pt x="248" y="1742"/>
                  </a:cubicBezTo>
                  <a:cubicBezTo>
                    <a:pt x="676" y="1742"/>
                    <a:pt x="943" y="1246"/>
                    <a:pt x="637" y="914"/>
                  </a:cubicBezTo>
                  <a:cubicBezTo>
                    <a:pt x="424" y="683"/>
                    <a:pt x="191" y="422"/>
                    <a:pt x="15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6" name="Google Shape;1146;p28"/>
            <p:cNvSpPr/>
            <p:nvPr/>
          </p:nvSpPr>
          <p:spPr>
            <a:xfrm flipH="1">
              <a:off x="7578041" y="3149842"/>
              <a:ext cx="53917" cy="101776"/>
            </a:xfrm>
            <a:custGeom>
              <a:avLst/>
              <a:gdLst/>
              <a:ahLst/>
              <a:cxnLst/>
              <a:rect l="l" t="t" r="r" b="b"/>
              <a:pathLst>
                <a:path w="970" h="1831" fill="none" extrusionOk="0">
                  <a:moveTo>
                    <a:pt x="15" y="0"/>
                  </a:moveTo>
                  <a:cubicBezTo>
                    <a:pt x="191" y="422"/>
                    <a:pt x="424" y="683"/>
                    <a:pt x="637" y="914"/>
                  </a:cubicBezTo>
                  <a:cubicBezTo>
                    <a:pt x="970" y="1275"/>
                    <a:pt x="624" y="1830"/>
                    <a:pt x="132" y="1730"/>
                  </a:cubicBezTo>
                  <a:lnTo>
                    <a:pt x="0" y="1702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7" name="Google Shape;1147;p28"/>
            <p:cNvSpPr/>
            <p:nvPr/>
          </p:nvSpPr>
          <p:spPr>
            <a:xfrm flipH="1">
              <a:off x="7723504" y="3270180"/>
              <a:ext cx="116395" cy="134071"/>
            </a:xfrm>
            <a:custGeom>
              <a:avLst/>
              <a:gdLst/>
              <a:ahLst/>
              <a:cxnLst/>
              <a:rect l="l" t="t" r="r" b="b"/>
              <a:pathLst>
                <a:path w="2094" h="2412" extrusionOk="0">
                  <a:moveTo>
                    <a:pt x="467" y="0"/>
                  </a:moveTo>
                  <a:lnTo>
                    <a:pt x="1" y="741"/>
                  </a:lnTo>
                  <a:lnTo>
                    <a:pt x="1191" y="2411"/>
                  </a:lnTo>
                  <a:lnTo>
                    <a:pt x="1604" y="2012"/>
                  </a:lnTo>
                  <a:cubicBezTo>
                    <a:pt x="2094" y="1538"/>
                    <a:pt x="2006" y="730"/>
                    <a:pt x="1395" y="406"/>
                  </a:cubicBezTo>
                  <a:cubicBezTo>
                    <a:pt x="1368" y="393"/>
                    <a:pt x="1341" y="379"/>
                    <a:pt x="1312" y="366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8" name="Google Shape;1148;p28"/>
            <p:cNvSpPr/>
            <p:nvPr/>
          </p:nvSpPr>
          <p:spPr>
            <a:xfrm flipH="1">
              <a:off x="7632624" y="3258785"/>
              <a:ext cx="79209" cy="148912"/>
            </a:xfrm>
            <a:custGeom>
              <a:avLst/>
              <a:gdLst/>
              <a:ahLst/>
              <a:cxnLst/>
              <a:rect l="l" t="t" r="r" b="b"/>
              <a:pathLst>
                <a:path w="1425" h="2679" extrusionOk="0">
                  <a:moveTo>
                    <a:pt x="308" y="0"/>
                  </a:moveTo>
                  <a:cubicBezTo>
                    <a:pt x="223" y="0"/>
                    <a:pt x="144" y="59"/>
                    <a:pt x="132" y="146"/>
                  </a:cubicBezTo>
                  <a:lnTo>
                    <a:pt x="0" y="1067"/>
                  </a:lnTo>
                  <a:lnTo>
                    <a:pt x="450" y="2678"/>
                  </a:lnTo>
                  <a:lnTo>
                    <a:pt x="1425" y="1487"/>
                  </a:lnTo>
                  <a:lnTo>
                    <a:pt x="471" y="642"/>
                  </a:lnTo>
                  <a:lnTo>
                    <a:pt x="485" y="173"/>
                  </a:lnTo>
                  <a:cubicBezTo>
                    <a:pt x="486" y="107"/>
                    <a:pt x="447" y="45"/>
                    <a:pt x="384" y="17"/>
                  </a:cubicBezTo>
                  <a:cubicBezTo>
                    <a:pt x="359" y="5"/>
                    <a:pt x="333" y="0"/>
                    <a:pt x="308" y="0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9" name="Google Shape;1149;p28"/>
            <p:cNvSpPr/>
            <p:nvPr/>
          </p:nvSpPr>
          <p:spPr>
            <a:xfrm flipH="1">
              <a:off x="7534518" y="3254227"/>
              <a:ext cx="127846" cy="160974"/>
            </a:xfrm>
            <a:custGeom>
              <a:avLst/>
              <a:gdLst/>
              <a:ahLst/>
              <a:cxnLst/>
              <a:rect l="l" t="t" r="r" b="b"/>
              <a:pathLst>
                <a:path w="2300" h="2896" extrusionOk="0">
                  <a:moveTo>
                    <a:pt x="1612" y="1"/>
                  </a:moveTo>
                  <a:lnTo>
                    <a:pt x="1544" y="668"/>
                  </a:lnTo>
                  <a:lnTo>
                    <a:pt x="1" y="1218"/>
                  </a:lnTo>
                  <a:lnTo>
                    <a:pt x="111" y="2895"/>
                  </a:lnTo>
                  <a:lnTo>
                    <a:pt x="2111" y="884"/>
                  </a:lnTo>
                  <a:cubicBezTo>
                    <a:pt x="2238" y="757"/>
                    <a:pt x="2300" y="584"/>
                    <a:pt x="2279" y="409"/>
                  </a:cubicBezTo>
                  <a:lnTo>
                    <a:pt x="2275" y="372"/>
                  </a:lnTo>
                  <a:cubicBezTo>
                    <a:pt x="2260" y="246"/>
                    <a:pt x="2165" y="143"/>
                    <a:pt x="2037" y="113"/>
                  </a:cubicBezTo>
                  <a:lnTo>
                    <a:pt x="1612" y="1"/>
                  </a:ln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0" name="Google Shape;1150;p28"/>
            <p:cNvSpPr/>
            <p:nvPr/>
          </p:nvSpPr>
          <p:spPr>
            <a:xfrm flipH="1">
              <a:off x="7548024" y="3299861"/>
              <a:ext cx="158250" cy="146856"/>
            </a:xfrm>
            <a:custGeom>
              <a:avLst/>
              <a:gdLst/>
              <a:ahLst/>
              <a:cxnLst/>
              <a:rect l="l" t="t" r="r" b="b"/>
              <a:pathLst>
                <a:path w="2847" h="2642" extrusionOk="0">
                  <a:moveTo>
                    <a:pt x="2713" y="0"/>
                  </a:moveTo>
                  <a:lnTo>
                    <a:pt x="1" y="691"/>
                  </a:lnTo>
                  <a:lnTo>
                    <a:pt x="504" y="2641"/>
                  </a:lnTo>
                  <a:lnTo>
                    <a:pt x="2419" y="1685"/>
                  </a:lnTo>
                  <a:cubicBezTo>
                    <a:pt x="2621" y="1584"/>
                    <a:pt x="2730" y="1368"/>
                    <a:pt x="2684" y="1154"/>
                  </a:cubicBezTo>
                  <a:cubicBezTo>
                    <a:pt x="2794" y="1053"/>
                    <a:pt x="2846" y="909"/>
                    <a:pt x="2826" y="766"/>
                  </a:cubicBezTo>
                  <a:lnTo>
                    <a:pt x="2713" y="0"/>
                  </a:ln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1" name="Google Shape;1151;p28"/>
            <p:cNvSpPr/>
            <p:nvPr/>
          </p:nvSpPr>
          <p:spPr>
            <a:xfrm flipH="1">
              <a:off x="7629065" y="3376456"/>
              <a:ext cx="199439" cy="427727"/>
            </a:xfrm>
            <a:custGeom>
              <a:avLst/>
              <a:gdLst/>
              <a:ahLst/>
              <a:cxnLst/>
              <a:rect l="l" t="t" r="r" b="b"/>
              <a:pathLst>
                <a:path w="3588" h="7695" extrusionOk="0">
                  <a:moveTo>
                    <a:pt x="2833" y="1"/>
                  </a:moveTo>
                  <a:lnTo>
                    <a:pt x="487" y="4651"/>
                  </a:lnTo>
                  <a:cubicBezTo>
                    <a:pt x="0" y="5619"/>
                    <a:pt x="50" y="6753"/>
                    <a:pt x="618" y="7679"/>
                  </a:cubicBezTo>
                  <a:cubicBezTo>
                    <a:pt x="709" y="7689"/>
                    <a:pt x="800" y="7695"/>
                    <a:pt x="890" y="7695"/>
                  </a:cubicBezTo>
                  <a:cubicBezTo>
                    <a:pt x="1984" y="7695"/>
                    <a:pt x="2928" y="6904"/>
                    <a:pt x="3039" y="5838"/>
                  </a:cubicBezTo>
                  <a:cubicBezTo>
                    <a:pt x="3173" y="4557"/>
                    <a:pt x="3360" y="2730"/>
                    <a:pt x="3588" y="465"/>
                  </a:cubicBezTo>
                  <a:lnTo>
                    <a:pt x="2833" y="1"/>
                  </a:ln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2" name="Google Shape;1152;p28"/>
            <p:cNvSpPr/>
            <p:nvPr/>
          </p:nvSpPr>
          <p:spPr>
            <a:xfrm flipH="1">
              <a:off x="7627400" y="3264510"/>
              <a:ext cx="40021" cy="17509"/>
            </a:xfrm>
            <a:custGeom>
              <a:avLst/>
              <a:gdLst/>
              <a:ahLst/>
              <a:cxnLst/>
              <a:rect l="l" t="t" r="r" b="b"/>
              <a:pathLst>
                <a:path w="720" h="315" extrusionOk="0">
                  <a:moveTo>
                    <a:pt x="115" y="1"/>
                  </a:moveTo>
                  <a:lnTo>
                    <a:pt x="0" y="36"/>
                  </a:lnTo>
                  <a:cubicBezTo>
                    <a:pt x="45" y="165"/>
                    <a:pt x="162" y="269"/>
                    <a:pt x="300" y="303"/>
                  </a:cubicBezTo>
                  <a:cubicBezTo>
                    <a:pt x="306" y="304"/>
                    <a:pt x="310" y="305"/>
                    <a:pt x="316" y="306"/>
                  </a:cubicBezTo>
                  <a:cubicBezTo>
                    <a:pt x="344" y="312"/>
                    <a:pt x="373" y="315"/>
                    <a:pt x="402" y="315"/>
                  </a:cubicBezTo>
                  <a:cubicBezTo>
                    <a:pt x="521" y="315"/>
                    <a:pt x="639" y="267"/>
                    <a:pt x="719" y="182"/>
                  </a:cubicBezTo>
                  <a:lnTo>
                    <a:pt x="631" y="106"/>
                  </a:lnTo>
                  <a:cubicBezTo>
                    <a:pt x="574" y="166"/>
                    <a:pt x="487" y="201"/>
                    <a:pt x="402" y="201"/>
                  </a:cubicBezTo>
                  <a:cubicBezTo>
                    <a:pt x="381" y="201"/>
                    <a:pt x="361" y="199"/>
                    <a:pt x="341" y="195"/>
                  </a:cubicBezTo>
                  <a:cubicBezTo>
                    <a:pt x="237" y="174"/>
                    <a:pt x="147" y="96"/>
                    <a:pt x="115" y="1"/>
                  </a:cubicBez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3" name="Google Shape;1153;p28"/>
            <p:cNvSpPr/>
            <p:nvPr/>
          </p:nvSpPr>
          <p:spPr>
            <a:xfrm flipH="1">
              <a:off x="7609779" y="3055905"/>
              <a:ext cx="77430" cy="36408"/>
            </a:xfrm>
            <a:custGeom>
              <a:avLst/>
              <a:gdLst/>
              <a:ahLst/>
              <a:cxnLst/>
              <a:rect l="l" t="t" r="r" b="b"/>
              <a:pathLst>
                <a:path w="1393" h="655" extrusionOk="0">
                  <a:moveTo>
                    <a:pt x="696" y="0"/>
                  </a:moveTo>
                  <a:cubicBezTo>
                    <a:pt x="284" y="0"/>
                    <a:pt x="1" y="353"/>
                    <a:pt x="1" y="353"/>
                  </a:cubicBezTo>
                  <a:cubicBezTo>
                    <a:pt x="293" y="579"/>
                    <a:pt x="545" y="655"/>
                    <a:pt x="751" y="655"/>
                  </a:cubicBezTo>
                  <a:cubicBezTo>
                    <a:pt x="1163" y="655"/>
                    <a:pt x="1392" y="353"/>
                    <a:pt x="1392" y="353"/>
                  </a:cubicBezTo>
                  <a:cubicBezTo>
                    <a:pt x="1141" y="88"/>
                    <a:pt x="902" y="0"/>
                    <a:pt x="696" y="0"/>
                  </a:cubicBez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4" name="Google Shape;1154;p28"/>
            <p:cNvSpPr/>
            <p:nvPr/>
          </p:nvSpPr>
          <p:spPr>
            <a:xfrm flipH="1">
              <a:off x="7706218" y="3105264"/>
              <a:ext cx="46247" cy="69926"/>
            </a:xfrm>
            <a:custGeom>
              <a:avLst/>
              <a:gdLst/>
              <a:ahLst/>
              <a:cxnLst/>
              <a:rect l="l" t="t" r="r" b="b"/>
              <a:pathLst>
                <a:path w="832" h="1258" extrusionOk="0">
                  <a:moveTo>
                    <a:pt x="1" y="1"/>
                  </a:moveTo>
                  <a:lnTo>
                    <a:pt x="7" y="1257"/>
                  </a:lnTo>
                  <a:cubicBezTo>
                    <a:pt x="731" y="1257"/>
                    <a:pt x="832" y="412"/>
                    <a:pt x="832" y="41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5" name="Google Shape;1155;p28"/>
            <p:cNvSpPr/>
            <p:nvPr/>
          </p:nvSpPr>
          <p:spPr>
            <a:xfrm flipH="1">
              <a:off x="7983469" y="4103099"/>
              <a:ext cx="156694" cy="590257"/>
            </a:xfrm>
            <a:custGeom>
              <a:avLst/>
              <a:gdLst/>
              <a:ahLst/>
              <a:cxnLst/>
              <a:rect l="l" t="t" r="r" b="b"/>
              <a:pathLst>
                <a:path w="2819" h="10619" extrusionOk="0">
                  <a:moveTo>
                    <a:pt x="1633" y="0"/>
                  </a:moveTo>
                  <a:lnTo>
                    <a:pt x="0" y="10618"/>
                  </a:lnTo>
                  <a:lnTo>
                    <a:pt x="592" y="10618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6" name="Google Shape;1156;p28"/>
            <p:cNvSpPr/>
            <p:nvPr/>
          </p:nvSpPr>
          <p:spPr>
            <a:xfrm flipH="1">
              <a:off x="7766855" y="3773655"/>
              <a:ext cx="374476" cy="336901"/>
            </a:xfrm>
            <a:custGeom>
              <a:avLst/>
              <a:gdLst/>
              <a:ahLst/>
              <a:cxnLst/>
              <a:rect l="l" t="t" r="r" b="b"/>
              <a:pathLst>
                <a:path w="6737" h="6061" extrusionOk="0">
                  <a:moveTo>
                    <a:pt x="113" y="1"/>
                  </a:moveTo>
                  <a:lnTo>
                    <a:pt x="59" y="2490"/>
                  </a:lnTo>
                  <a:lnTo>
                    <a:pt x="21" y="4215"/>
                  </a:lnTo>
                  <a:cubicBezTo>
                    <a:pt x="1" y="5158"/>
                    <a:pt x="688" y="5941"/>
                    <a:pt x="1553" y="5963"/>
                  </a:cubicBezTo>
                  <a:lnTo>
                    <a:pt x="2112" y="5976"/>
                  </a:lnTo>
                  <a:lnTo>
                    <a:pt x="5396" y="6061"/>
                  </a:lnTo>
                  <a:lnTo>
                    <a:pt x="6636" y="5531"/>
                  </a:lnTo>
                  <a:lnTo>
                    <a:pt x="6718" y="1719"/>
                  </a:lnTo>
                  <a:cubicBezTo>
                    <a:pt x="6736" y="864"/>
                    <a:pt x="6114" y="154"/>
                    <a:pt x="5328" y="13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7" name="Google Shape;1157;p28"/>
            <p:cNvSpPr/>
            <p:nvPr/>
          </p:nvSpPr>
          <p:spPr>
            <a:xfrm>
              <a:off x="7821350" y="3360738"/>
              <a:ext cx="122100" cy="122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58" name="Google Shape;1158;p28"/>
          <p:cNvSpPr/>
          <p:nvPr/>
        </p:nvSpPr>
        <p:spPr>
          <a:xfrm>
            <a:off x="6186044" y="880080"/>
            <a:ext cx="2927411" cy="3692256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1159" name="Google Shape;1159;p28"/>
          <p:cNvGraphicFramePr/>
          <p:nvPr/>
        </p:nvGraphicFramePr>
        <p:xfrm>
          <a:off x="6186044" y="844086"/>
          <a:ext cx="2932557" cy="3764242"/>
        </p:xfrm>
        <a:graphic>
          <a:graphicData uri="http://schemas.openxmlformats.org/drawingml/2006/table">
            <a:tbl>
              <a:tblPr>
                <a:noFill/>
                <a:tableStyleId>{CD1A021F-8C0E-4362-855C-B3FDB9A31177}</a:tableStyleId>
              </a:tblPr>
              <a:tblGrid>
                <a:gridCol w="2932557"/>
              </a:tblGrid>
              <a:tr h="74122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Fira Sans Extra Condensed SemiBold" panose="020B0603050000020004"/>
                        <a:ea typeface="Fira Sans Extra Condensed SemiBold" panose="020B0603050000020004"/>
                        <a:cs typeface="Fira Sans Extra Condensed SemiBold" panose="020B0603050000020004"/>
                        <a:sym typeface="Fira Sans Extra Condensed SemiBold" panose="020B06030500000200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9478">
                <a:tc>
                  <a:txBody>
                    <a:bodyPr/>
                    <a:lstStyle/>
                    <a:p>
                      <a:pPr lvl="0" algn="ctr"/>
                      <a:r>
                        <a:rPr lang="en-IN" sz="1600" b="1" dirty="0"/>
                        <a:t>Efficient Screening</a:t>
                      </a:r>
                      <a:endParaRPr lang="en-IN" sz="16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N" sz="1300" dirty="0"/>
                        <a:t>Identify relevant applicants faster</a:t>
                      </a:r>
                      <a:r>
                        <a:rPr lang="en-IN" sz="1600" dirty="0"/>
                        <a:t>.</a:t>
                      </a:r>
                      <a:endParaRPr lang="en-US" sz="1600" dirty="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4484">
                <a:tc>
                  <a:txBody>
                    <a:bodyPr/>
                    <a:lstStyle/>
                    <a:p>
                      <a:pPr lvl="0" algn="ctr"/>
                      <a:r>
                        <a:rPr lang="en-IN" sz="1600" b="1" dirty="0"/>
                        <a:t>Applicant Ranking</a:t>
                      </a:r>
                      <a:endParaRPr lang="en-IN" sz="16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300" dirty="0"/>
                        <a:t>Prioritize candidates based on relevance.</a:t>
                      </a:r>
                      <a:endParaRPr lang="en-US" sz="1300" dirty="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9478">
                <a:tc>
                  <a:txBody>
                    <a:bodyPr/>
                    <a:lstStyle/>
                    <a:p>
                      <a:pPr lvl="0" algn="ctr"/>
                      <a:r>
                        <a:rPr lang="en-IN" sz="1600" b="1" dirty="0"/>
                        <a:t>Complete Recruitment Workflow</a:t>
                      </a:r>
                      <a:endParaRPr lang="en-IN" sz="16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N" sz="1300" dirty="0"/>
                        <a:t>Manage opportunities, applications and screening through one platform.</a:t>
                      </a:r>
                      <a:endParaRPr lang="en-IN" sz="1300" dirty="0"/>
                    </a:p>
                    <a:p>
                      <a:pPr lvl="0" algn="ctr"/>
                      <a:endParaRPr lang="en-IN" sz="1600" b="1" dirty="0">
                        <a:latin typeface="Fira Sans Extra Condensed SemiBold" panose="020B0603050000020004"/>
                        <a:ea typeface="Fira Sans Extra Condensed SemiBold" panose="020B0603050000020004"/>
                        <a:cs typeface="Fira Sans Extra Condensed SemiBold" panose="020B0603050000020004"/>
                        <a:sym typeface="Fira Sans Extra Condensed SemiBold" panose="020B06030500000200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62" name="Google Shape;1162;p28"/>
          <p:cNvSpPr/>
          <p:nvPr/>
        </p:nvSpPr>
        <p:spPr>
          <a:xfrm flipH="1">
            <a:off x="6294796" y="972503"/>
            <a:ext cx="2675591" cy="7159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sz="2000" b="1" dirty="0"/>
              <a:t>For Recruiters</a:t>
            </a:r>
            <a:endParaRPr lang="en-IN" sz="2000" b="1" dirty="0">
              <a:solidFill>
                <a:schemeClr val="dk1"/>
              </a:solidFill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1163" name="Google Shape;1163;p28"/>
          <p:cNvSpPr/>
          <p:nvPr/>
        </p:nvSpPr>
        <p:spPr>
          <a:xfrm flipH="1">
            <a:off x="370216" y="972503"/>
            <a:ext cx="2602427" cy="7159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sz="2000" b="1" dirty="0"/>
              <a:t>For Candidates</a:t>
            </a:r>
            <a:endParaRPr lang="en-IN" sz="2000" b="1" dirty="0">
              <a:solidFill>
                <a:schemeClr val="dk1"/>
              </a:solidFill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43"/>
          <p:cNvSpPr txBox="1">
            <a:spLocks noGrp="1"/>
          </p:cNvSpPr>
          <p:nvPr>
            <p:ph type="title"/>
          </p:nvPr>
        </p:nvSpPr>
        <p:spPr>
          <a:xfrm>
            <a:off x="658500" y="259275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FUTURE SCOPE</a:t>
            </a:r>
            <a:endParaRPr dirty="0"/>
          </a:p>
        </p:txBody>
      </p:sp>
      <p:sp>
        <p:nvSpPr>
          <p:cNvPr id="2135" name="Google Shape;2135;p43"/>
          <p:cNvSpPr/>
          <p:nvPr/>
        </p:nvSpPr>
        <p:spPr>
          <a:xfrm rot="5400000">
            <a:off x="1670500" y="82571"/>
            <a:ext cx="1402200" cy="3848400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6" name="Google Shape;2136;p43"/>
          <p:cNvSpPr/>
          <p:nvPr/>
        </p:nvSpPr>
        <p:spPr>
          <a:xfrm rot="5400000">
            <a:off x="6051700" y="1866648"/>
            <a:ext cx="1402200" cy="3848400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137" name="Google Shape;2137;p43"/>
          <p:cNvGrpSpPr/>
          <p:nvPr/>
        </p:nvGrpSpPr>
        <p:grpSpPr>
          <a:xfrm>
            <a:off x="510209" y="1305670"/>
            <a:ext cx="8186391" cy="1402201"/>
            <a:chOff x="668300" y="1633479"/>
            <a:chExt cx="8037744" cy="1402201"/>
          </a:xfrm>
        </p:grpSpPr>
        <p:sp>
          <p:nvSpPr>
            <p:cNvPr id="2138" name="Google Shape;2138;p43"/>
            <p:cNvSpPr/>
            <p:nvPr/>
          </p:nvSpPr>
          <p:spPr>
            <a:xfrm>
              <a:off x="4529744" y="1672181"/>
              <a:ext cx="4176300" cy="441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Advanced AI Matching</a:t>
              </a:r>
              <a:endParaRPr sz="1800" b="1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139" name="Google Shape;2139;p43"/>
            <p:cNvSpPr/>
            <p:nvPr/>
          </p:nvSpPr>
          <p:spPr>
            <a:xfrm>
              <a:off x="4529744" y="2395462"/>
              <a:ext cx="4176300" cy="44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Fair &amp; Responsible AI</a:t>
              </a:r>
              <a:endParaRPr sz="1800" b="1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140" name="Google Shape;2140;p43"/>
            <p:cNvSpPr txBox="1"/>
            <p:nvPr/>
          </p:nvSpPr>
          <p:spPr>
            <a:xfrm>
              <a:off x="668300" y="1633479"/>
              <a:ext cx="3778522" cy="14022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Use LLMs and Transformers for better matching</a:t>
              </a:r>
              <a:endParaRPr lang="en-IN" dirty="0"/>
            </a:p>
            <a:p>
              <a:pPr lvl="0">
                <a:buClr>
                  <a:schemeClr val="dk1"/>
                </a:buClr>
                <a:buSzPts val="1100"/>
              </a:pPr>
              <a:endParaRPr lang="en-IN" dirty="0"/>
            </a:p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Detect bias and improve fairness.</a:t>
              </a:r>
              <a:endParaRPr lang="en-IN" dirty="0"/>
            </a:p>
            <a:p>
              <a:pPr lvl="0">
                <a:buClr>
                  <a:schemeClr val="dk1"/>
                </a:buClr>
                <a:buSzPts val="1100"/>
              </a:pP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grpSp>
        <p:nvGrpSpPr>
          <p:cNvPr id="2141" name="Google Shape;2141;p43"/>
          <p:cNvGrpSpPr/>
          <p:nvPr/>
        </p:nvGrpSpPr>
        <p:grpSpPr>
          <a:xfrm>
            <a:off x="447400" y="3199567"/>
            <a:ext cx="8008950" cy="1164881"/>
            <a:chOff x="457200" y="3358594"/>
            <a:chExt cx="8008950" cy="1164881"/>
          </a:xfrm>
        </p:grpSpPr>
        <p:sp>
          <p:nvSpPr>
            <p:cNvPr id="2142" name="Google Shape;2142;p43"/>
            <p:cNvSpPr/>
            <p:nvPr/>
          </p:nvSpPr>
          <p:spPr>
            <a:xfrm>
              <a:off x="457200" y="3358594"/>
              <a:ext cx="4176300" cy="44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Multilingual &amp; Intelligent Support</a:t>
              </a:r>
              <a:endParaRPr sz="1800" b="1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143" name="Google Shape;2143;p43"/>
            <p:cNvSpPr/>
            <p:nvPr/>
          </p:nvSpPr>
          <p:spPr>
            <a:xfrm>
              <a:off x="457200" y="4081875"/>
              <a:ext cx="4176300" cy="441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Advanced Recruiter Analytics</a:t>
              </a:r>
              <a:endParaRPr sz="1800" b="1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144" name="Google Shape;2144;p43"/>
            <p:cNvSpPr txBox="1"/>
            <p:nvPr/>
          </p:nvSpPr>
          <p:spPr>
            <a:xfrm>
              <a:off x="5059050" y="3462525"/>
              <a:ext cx="3407100" cy="97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Support multiple languages and AI interview guidance.</a:t>
              </a:r>
              <a:endParaRPr lang="en-IN" dirty="0"/>
            </a:p>
            <a:p>
              <a:pPr lvl="0">
                <a:buClr>
                  <a:schemeClr val="dk1"/>
                </a:buClr>
                <a:buSzPts val="1100"/>
              </a:pPr>
              <a:endParaRPr lang="en-IN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Provide hiring insights and analytics.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8" name="Google Shape;1768;p36"/>
          <p:cNvGrpSpPr/>
          <p:nvPr/>
        </p:nvGrpSpPr>
        <p:grpSpPr>
          <a:xfrm>
            <a:off x="6067876" y="590985"/>
            <a:ext cx="2645427" cy="3961529"/>
            <a:chOff x="3881038" y="2402362"/>
            <a:chExt cx="1381914" cy="2333823"/>
          </a:xfrm>
        </p:grpSpPr>
        <p:sp>
          <p:nvSpPr>
            <p:cNvPr id="1769" name="Google Shape;1769;p36"/>
            <p:cNvSpPr/>
            <p:nvPr/>
          </p:nvSpPr>
          <p:spPr>
            <a:xfrm>
              <a:off x="3881038" y="2482989"/>
              <a:ext cx="1160994" cy="2253196"/>
            </a:xfrm>
            <a:custGeom>
              <a:avLst/>
              <a:gdLst/>
              <a:ahLst/>
              <a:cxnLst/>
              <a:rect l="l" t="t" r="r" b="b"/>
              <a:pathLst>
                <a:path w="11614" h="21881" extrusionOk="0">
                  <a:moveTo>
                    <a:pt x="1160" y="0"/>
                  </a:moveTo>
                  <a:cubicBezTo>
                    <a:pt x="520" y="0"/>
                    <a:pt x="0" y="520"/>
                    <a:pt x="0" y="1160"/>
                  </a:cubicBezTo>
                  <a:lnTo>
                    <a:pt x="0" y="20720"/>
                  </a:lnTo>
                  <a:cubicBezTo>
                    <a:pt x="0" y="21360"/>
                    <a:pt x="520" y="21881"/>
                    <a:pt x="1160" y="21881"/>
                  </a:cubicBezTo>
                  <a:lnTo>
                    <a:pt x="10452" y="21881"/>
                  </a:lnTo>
                  <a:cubicBezTo>
                    <a:pt x="11094" y="21881"/>
                    <a:pt x="11614" y="21360"/>
                    <a:pt x="11614" y="20720"/>
                  </a:cubicBezTo>
                  <a:lnTo>
                    <a:pt x="11614" y="1160"/>
                  </a:lnTo>
                  <a:cubicBezTo>
                    <a:pt x="11614" y="520"/>
                    <a:pt x="11094" y="0"/>
                    <a:pt x="1045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0" name="Google Shape;1770;p36"/>
            <p:cNvSpPr/>
            <p:nvPr/>
          </p:nvSpPr>
          <p:spPr>
            <a:xfrm>
              <a:off x="4013989" y="2402362"/>
              <a:ext cx="1248963" cy="2300976"/>
            </a:xfrm>
            <a:custGeom>
              <a:avLst/>
              <a:gdLst/>
              <a:ahLst/>
              <a:cxnLst/>
              <a:rect l="l" t="t" r="r" b="b"/>
              <a:pathLst>
                <a:path w="12494" h="22345" extrusionOk="0">
                  <a:moveTo>
                    <a:pt x="1205" y="0"/>
                  </a:moveTo>
                  <a:cubicBezTo>
                    <a:pt x="539" y="0"/>
                    <a:pt x="1" y="540"/>
                    <a:pt x="1" y="1205"/>
                  </a:cubicBezTo>
                  <a:lnTo>
                    <a:pt x="1" y="21141"/>
                  </a:lnTo>
                  <a:cubicBezTo>
                    <a:pt x="1" y="21806"/>
                    <a:pt x="540" y="22345"/>
                    <a:pt x="1206" y="22345"/>
                  </a:cubicBezTo>
                  <a:lnTo>
                    <a:pt x="11289" y="22345"/>
                  </a:lnTo>
                  <a:cubicBezTo>
                    <a:pt x="11954" y="22345"/>
                    <a:pt x="12493" y="21806"/>
                    <a:pt x="12493" y="21141"/>
                  </a:cubicBezTo>
                  <a:cubicBezTo>
                    <a:pt x="12493" y="18749"/>
                    <a:pt x="12493" y="3597"/>
                    <a:pt x="12493" y="1205"/>
                  </a:cubicBezTo>
                  <a:cubicBezTo>
                    <a:pt x="12493" y="540"/>
                    <a:pt x="11955" y="0"/>
                    <a:pt x="11290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1" name="Google Shape;1771;p36"/>
            <p:cNvSpPr/>
            <p:nvPr/>
          </p:nvSpPr>
          <p:spPr>
            <a:xfrm>
              <a:off x="4151483" y="2611873"/>
              <a:ext cx="955350" cy="955350"/>
            </a:xfrm>
            <a:custGeom>
              <a:avLst/>
              <a:gdLst/>
              <a:ahLst/>
              <a:cxnLst/>
              <a:rect l="l" t="t" r="r" b="b"/>
              <a:pathLst>
                <a:path w="8217" h="8217" extrusionOk="0">
                  <a:moveTo>
                    <a:pt x="4108" y="1"/>
                  </a:moveTo>
                  <a:cubicBezTo>
                    <a:pt x="1840" y="1"/>
                    <a:pt x="1" y="1840"/>
                    <a:pt x="1" y="4109"/>
                  </a:cubicBezTo>
                  <a:cubicBezTo>
                    <a:pt x="1" y="6377"/>
                    <a:pt x="1840" y="8217"/>
                    <a:pt x="4108" y="8217"/>
                  </a:cubicBezTo>
                  <a:cubicBezTo>
                    <a:pt x="6377" y="8217"/>
                    <a:pt x="8217" y="6377"/>
                    <a:pt x="8217" y="4109"/>
                  </a:cubicBezTo>
                  <a:cubicBezTo>
                    <a:pt x="8217" y="1840"/>
                    <a:pt x="6377" y="1"/>
                    <a:pt x="4108" y="1"/>
                  </a:cubicBezTo>
                  <a:close/>
                </a:path>
              </a:pathLst>
            </a:custGeom>
            <a:noFill/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2" name="Google Shape;1772;p36"/>
            <p:cNvSpPr/>
            <p:nvPr/>
          </p:nvSpPr>
          <p:spPr>
            <a:xfrm>
              <a:off x="4227766" y="2684136"/>
              <a:ext cx="821412" cy="821433"/>
            </a:xfrm>
            <a:custGeom>
              <a:avLst/>
              <a:gdLst/>
              <a:ahLst/>
              <a:cxnLst/>
              <a:rect l="l" t="t" r="r" b="b"/>
              <a:pathLst>
                <a:path w="8217" h="8217" extrusionOk="0">
                  <a:moveTo>
                    <a:pt x="4108" y="1"/>
                  </a:moveTo>
                  <a:cubicBezTo>
                    <a:pt x="1840" y="1"/>
                    <a:pt x="1" y="1840"/>
                    <a:pt x="1" y="4109"/>
                  </a:cubicBezTo>
                  <a:cubicBezTo>
                    <a:pt x="1" y="6377"/>
                    <a:pt x="1840" y="8217"/>
                    <a:pt x="4108" y="8217"/>
                  </a:cubicBezTo>
                  <a:cubicBezTo>
                    <a:pt x="6377" y="8217"/>
                    <a:pt x="8217" y="6377"/>
                    <a:pt x="8217" y="4109"/>
                  </a:cubicBezTo>
                  <a:cubicBezTo>
                    <a:pt x="8217" y="1840"/>
                    <a:pt x="6377" y="1"/>
                    <a:pt x="41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3" name="Google Shape;1773;p36"/>
            <p:cNvSpPr/>
            <p:nvPr/>
          </p:nvSpPr>
          <p:spPr>
            <a:xfrm>
              <a:off x="4555599" y="3260651"/>
              <a:ext cx="465537" cy="646490"/>
            </a:xfrm>
            <a:custGeom>
              <a:avLst/>
              <a:gdLst/>
              <a:ahLst/>
              <a:cxnLst/>
              <a:rect l="l" t="t" r="r" b="b"/>
              <a:pathLst>
                <a:path w="4657" h="6467" extrusionOk="0">
                  <a:moveTo>
                    <a:pt x="1230" y="0"/>
                  </a:moveTo>
                  <a:cubicBezTo>
                    <a:pt x="1157" y="0"/>
                    <a:pt x="1082" y="7"/>
                    <a:pt x="1007" y="22"/>
                  </a:cubicBezTo>
                  <a:cubicBezTo>
                    <a:pt x="407" y="139"/>
                    <a:pt x="0" y="699"/>
                    <a:pt x="72" y="1306"/>
                  </a:cubicBezTo>
                  <a:cubicBezTo>
                    <a:pt x="316" y="3378"/>
                    <a:pt x="1394" y="4489"/>
                    <a:pt x="2555" y="6041"/>
                  </a:cubicBezTo>
                  <a:cubicBezTo>
                    <a:pt x="2757" y="6311"/>
                    <a:pt x="3071" y="6466"/>
                    <a:pt x="3400" y="6466"/>
                  </a:cubicBezTo>
                  <a:cubicBezTo>
                    <a:pt x="3459" y="6466"/>
                    <a:pt x="3519" y="6461"/>
                    <a:pt x="3578" y="6451"/>
                  </a:cubicBezTo>
                  <a:cubicBezTo>
                    <a:pt x="4275" y="6331"/>
                    <a:pt x="4656" y="5574"/>
                    <a:pt x="4342" y="4942"/>
                  </a:cubicBezTo>
                  <a:lnTo>
                    <a:pt x="2280" y="648"/>
                  </a:lnTo>
                  <a:cubicBezTo>
                    <a:pt x="2157" y="403"/>
                    <a:pt x="1959" y="217"/>
                    <a:pt x="1722" y="108"/>
                  </a:cubicBezTo>
                  <a:cubicBezTo>
                    <a:pt x="1570" y="38"/>
                    <a:pt x="1402" y="0"/>
                    <a:pt x="1230" y="0"/>
                  </a:cubicBezTo>
                  <a:close/>
                </a:path>
              </a:pathLst>
            </a:custGeom>
            <a:solidFill>
              <a:srgbClr val="E47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4" name="Google Shape;1774;p36"/>
            <p:cNvSpPr/>
            <p:nvPr/>
          </p:nvSpPr>
          <p:spPr>
            <a:xfrm>
              <a:off x="4586888" y="3159086"/>
              <a:ext cx="135253" cy="139155"/>
            </a:xfrm>
            <a:custGeom>
              <a:avLst/>
              <a:gdLst/>
              <a:ahLst/>
              <a:cxnLst/>
              <a:rect l="l" t="t" r="r" b="b"/>
              <a:pathLst>
                <a:path w="1353" h="1392" extrusionOk="0">
                  <a:moveTo>
                    <a:pt x="626" y="1"/>
                  </a:moveTo>
                  <a:lnTo>
                    <a:pt x="1" y="943"/>
                  </a:lnTo>
                  <a:lnTo>
                    <a:pt x="936" y="1392"/>
                  </a:lnTo>
                  <a:lnTo>
                    <a:pt x="1064" y="1287"/>
                  </a:lnTo>
                  <a:cubicBezTo>
                    <a:pt x="1351" y="1052"/>
                    <a:pt x="1353" y="615"/>
                    <a:pt x="1071" y="376"/>
                  </a:cubicBezTo>
                  <a:lnTo>
                    <a:pt x="6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5" name="Google Shape;1775;p36"/>
            <p:cNvSpPr/>
            <p:nvPr/>
          </p:nvSpPr>
          <p:spPr>
            <a:xfrm>
              <a:off x="4502318" y="3026431"/>
              <a:ext cx="210526" cy="272811"/>
            </a:xfrm>
            <a:custGeom>
              <a:avLst/>
              <a:gdLst/>
              <a:ahLst/>
              <a:cxnLst/>
              <a:rect l="l" t="t" r="r" b="b"/>
              <a:pathLst>
                <a:path w="2106" h="2729" extrusionOk="0">
                  <a:moveTo>
                    <a:pt x="146" y="0"/>
                  </a:moveTo>
                  <a:lnTo>
                    <a:pt x="1" y="2582"/>
                  </a:lnTo>
                  <a:lnTo>
                    <a:pt x="1730" y="2728"/>
                  </a:lnTo>
                  <a:lnTo>
                    <a:pt x="2069" y="945"/>
                  </a:lnTo>
                  <a:lnTo>
                    <a:pt x="2105" y="298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D975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6" name="Google Shape;1776;p36"/>
            <p:cNvSpPr/>
            <p:nvPr/>
          </p:nvSpPr>
          <p:spPr>
            <a:xfrm>
              <a:off x="4309886" y="3205770"/>
              <a:ext cx="554006" cy="801040"/>
            </a:xfrm>
            <a:custGeom>
              <a:avLst/>
              <a:gdLst/>
              <a:ahLst/>
              <a:cxnLst/>
              <a:rect l="l" t="t" r="r" b="b"/>
              <a:pathLst>
                <a:path w="5542" h="8013" extrusionOk="0">
                  <a:moveTo>
                    <a:pt x="1847" y="0"/>
                  </a:moveTo>
                  <a:cubicBezTo>
                    <a:pt x="1623" y="0"/>
                    <a:pt x="191" y="539"/>
                    <a:pt x="57" y="2633"/>
                  </a:cubicBezTo>
                  <a:cubicBezTo>
                    <a:pt x="1" y="3520"/>
                    <a:pt x="292" y="4333"/>
                    <a:pt x="455" y="5101"/>
                  </a:cubicBezTo>
                  <a:cubicBezTo>
                    <a:pt x="827" y="6824"/>
                    <a:pt x="1003" y="8013"/>
                    <a:pt x="1003" y="8013"/>
                  </a:cubicBezTo>
                  <a:lnTo>
                    <a:pt x="1839" y="7779"/>
                  </a:lnTo>
                  <a:lnTo>
                    <a:pt x="1889" y="7776"/>
                  </a:lnTo>
                  <a:lnTo>
                    <a:pt x="1990" y="7749"/>
                  </a:lnTo>
                  <a:lnTo>
                    <a:pt x="5541" y="7315"/>
                  </a:lnTo>
                  <a:lnTo>
                    <a:pt x="4458" y="4685"/>
                  </a:lnTo>
                  <a:lnTo>
                    <a:pt x="4455" y="4679"/>
                  </a:lnTo>
                  <a:lnTo>
                    <a:pt x="4444" y="4652"/>
                  </a:lnTo>
                  <a:cubicBezTo>
                    <a:pt x="4793" y="4213"/>
                    <a:pt x="4916" y="3760"/>
                    <a:pt x="4913" y="3326"/>
                  </a:cubicBezTo>
                  <a:cubicBezTo>
                    <a:pt x="4912" y="3254"/>
                    <a:pt x="4907" y="3178"/>
                    <a:pt x="4898" y="3107"/>
                  </a:cubicBezTo>
                  <a:cubicBezTo>
                    <a:pt x="4896" y="3057"/>
                    <a:pt x="4888" y="3008"/>
                    <a:pt x="4880" y="2961"/>
                  </a:cubicBezTo>
                  <a:cubicBezTo>
                    <a:pt x="4853" y="2795"/>
                    <a:pt x="4809" y="2634"/>
                    <a:pt x="4757" y="2478"/>
                  </a:cubicBezTo>
                  <a:cubicBezTo>
                    <a:pt x="4741" y="2433"/>
                    <a:pt x="4724" y="2387"/>
                    <a:pt x="4707" y="2342"/>
                  </a:cubicBezTo>
                  <a:cubicBezTo>
                    <a:pt x="4478" y="1754"/>
                    <a:pt x="4230" y="1279"/>
                    <a:pt x="4106" y="1023"/>
                  </a:cubicBezTo>
                  <a:lnTo>
                    <a:pt x="1873" y="19"/>
                  </a:lnTo>
                  <a:cubicBezTo>
                    <a:pt x="1882" y="7"/>
                    <a:pt x="1872" y="0"/>
                    <a:pt x="1847" y="0"/>
                  </a:cubicBezTo>
                  <a:close/>
                </a:path>
              </a:pathLst>
            </a:custGeom>
            <a:solidFill>
              <a:srgbClr val="E47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7" name="Google Shape;1777;p36"/>
            <p:cNvSpPr/>
            <p:nvPr/>
          </p:nvSpPr>
          <p:spPr>
            <a:xfrm>
              <a:off x="4219284" y="3515771"/>
              <a:ext cx="785400" cy="764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8" name="Google Shape;1778;p36"/>
            <p:cNvSpPr/>
            <p:nvPr/>
          </p:nvSpPr>
          <p:spPr>
            <a:xfrm>
              <a:off x="4421147" y="2752425"/>
              <a:ext cx="381766" cy="382176"/>
            </a:xfrm>
            <a:custGeom>
              <a:avLst/>
              <a:gdLst/>
              <a:ahLst/>
              <a:cxnLst/>
              <a:rect l="l" t="t" r="r" b="b"/>
              <a:pathLst>
                <a:path w="3819" h="3823" extrusionOk="0">
                  <a:moveTo>
                    <a:pt x="3245" y="0"/>
                  </a:moveTo>
                  <a:cubicBezTo>
                    <a:pt x="2432" y="74"/>
                    <a:pt x="1146" y="431"/>
                    <a:pt x="1037" y="520"/>
                  </a:cubicBezTo>
                  <a:cubicBezTo>
                    <a:pt x="927" y="609"/>
                    <a:pt x="493" y="1376"/>
                    <a:pt x="294" y="1670"/>
                  </a:cubicBezTo>
                  <a:cubicBezTo>
                    <a:pt x="9" y="2088"/>
                    <a:pt x="1" y="2272"/>
                    <a:pt x="637" y="3063"/>
                  </a:cubicBezTo>
                  <a:cubicBezTo>
                    <a:pt x="483" y="3394"/>
                    <a:pt x="570" y="3679"/>
                    <a:pt x="897" y="3823"/>
                  </a:cubicBezTo>
                  <a:lnTo>
                    <a:pt x="1080" y="2060"/>
                  </a:lnTo>
                  <a:lnTo>
                    <a:pt x="3652" y="1416"/>
                  </a:lnTo>
                  <a:cubicBezTo>
                    <a:pt x="3652" y="1416"/>
                    <a:pt x="3818" y="915"/>
                    <a:pt x="3739" y="676"/>
                  </a:cubicBezTo>
                  <a:cubicBezTo>
                    <a:pt x="3679" y="490"/>
                    <a:pt x="3245" y="0"/>
                    <a:pt x="3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9" name="Google Shape;1779;p36"/>
            <p:cNvSpPr/>
            <p:nvPr/>
          </p:nvSpPr>
          <p:spPr>
            <a:xfrm>
              <a:off x="4504717" y="2829499"/>
              <a:ext cx="323787" cy="341789"/>
            </a:xfrm>
            <a:custGeom>
              <a:avLst/>
              <a:gdLst/>
              <a:ahLst/>
              <a:cxnLst/>
              <a:rect l="l" t="t" r="r" b="b"/>
              <a:pathLst>
                <a:path w="3239" h="3419" extrusionOk="0">
                  <a:moveTo>
                    <a:pt x="1703" y="1"/>
                  </a:moveTo>
                  <a:cubicBezTo>
                    <a:pt x="1672" y="1"/>
                    <a:pt x="1645" y="3"/>
                    <a:pt x="1624" y="6"/>
                  </a:cubicBezTo>
                  <a:cubicBezTo>
                    <a:pt x="1308" y="59"/>
                    <a:pt x="1013" y="147"/>
                    <a:pt x="781" y="339"/>
                  </a:cubicBezTo>
                  <a:cubicBezTo>
                    <a:pt x="603" y="485"/>
                    <a:pt x="460" y="673"/>
                    <a:pt x="363" y="884"/>
                  </a:cubicBezTo>
                  <a:cubicBezTo>
                    <a:pt x="306" y="1011"/>
                    <a:pt x="265" y="1147"/>
                    <a:pt x="244" y="1289"/>
                  </a:cubicBezTo>
                  <a:cubicBezTo>
                    <a:pt x="233" y="1359"/>
                    <a:pt x="228" y="1430"/>
                    <a:pt x="227" y="1503"/>
                  </a:cubicBezTo>
                  <a:lnTo>
                    <a:pt x="1" y="3419"/>
                  </a:lnTo>
                  <a:lnTo>
                    <a:pt x="2040" y="3396"/>
                  </a:lnTo>
                  <a:cubicBezTo>
                    <a:pt x="2041" y="3396"/>
                    <a:pt x="2043" y="3396"/>
                    <a:pt x="2044" y="3396"/>
                  </a:cubicBezTo>
                  <a:cubicBezTo>
                    <a:pt x="2701" y="3396"/>
                    <a:pt x="3234" y="2865"/>
                    <a:pt x="3236" y="2208"/>
                  </a:cubicBezTo>
                  <a:lnTo>
                    <a:pt x="3238" y="1513"/>
                  </a:lnTo>
                  <a:cubicBezTo>
                    <a:pt x="3238" y="1440"/>
                    <a:pt x="3226" y="1369"/>
                    <a:pt x="3223" y="1299"/>
                  </a:cubicBezTo>
                  <a:cubicBezTo>
                    <a:pt x="3180" y="293"/>
                    <a:pt x="2091" y="1"/>
                    <a:pt x="1703" y="1"/>
                  </a:cubicBezTo>
                  <a:close/>
                </a:path>
              </a:pathLst>
            </a:custGeom>
            <a:solidFill>
              <a:srgbClr val="E2A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0" name="Google Shape;1780;p36"/>
            <p:cNvSpPr/>
            <p:nvPr/>
          </p:nvSpPr>
          <p:spPr>
            <a:xfrm>
              <a:off x="4668160" y="3068617"/>
              <a:ext cx="55780" cy="37188"/>
            </a:xfrm>
            <a:custGeom>
              <a:avLst/>
              <a:gdLst/>
              <a:ahLst/>
              <a:cxnLst/>
              <a:rect l="l" t="t" r="r" b="b"/>
              <a:pathLst>
                <a:path w="558" h="372" extrusionOk="0">
                  <a:moveTo>
                    <a:pt x="149" y="0"/>
                  </a:moveTo>
                  <a:lnTo>
                    <a:pt x="0" y="3"/>
                  </a:lnTo>
                  <a:cubicBezTo>
                    <a:pt x="5" y="205"/>
                    <a:pt x="98" y="295"/>
                    <a:pt x="175" y="334"/>
                  </a:cubicBezTo>
                  <a:cubicBezTo>
                    <a:pt x="228" y="361"/>
                    <a:pt x="285" y="372"/>
                    <a:pt x="340" y="372"/>
                  </a:cubicBezTo>
                  <a:cubicBezTo>
                    <a:pt x="366" y="372"/>
                    <a:pt x="392" y="369"/>
                    <a:pt x="416" y="365"/>
                  </a:cubicBezTo>
                  <a:cubicBezTo>
                    <a:pt x="475" y="356"/>
                    <a:pt x="526" y="335"/>
                    <a:pt x="557" y="313"/>
                  </a:cubicBezTo>
                  <a:lnTo>
                    <a:pt x="474" y="191"/>
                  </a:lnTo>
                  <a:cubicBezTo>
                    <a:pt x="451" y="207"/>
                    <a:pt x="397" y="223"/>
                    <a:pt x="341" y="223"/>
                  </a:cubicBezTo>
                  <a:cubicBezTo>
                    <a:pt x="307" y="223"/>
                    <a:pt x="272" y="217"/>
                    <a:pt x="243" y="203"/>
                  </a:cubicBezTo>
                  <a:cubicBezTo>
                    <a:pt x="182" y="172"/>
                    <a:pt x="151" y="103"/>
                    <a:pt x="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1" name="Google Shape;1781;p36"/>
            <p:cNvSpPr/>
            <p:nvPr/>
          </p:nvSpPr>
          <p:spPr>
            <a:xfrm>
              <a:off x="4767225" y="2982346"/>
              <a:ext cx="27290" cy="41087"/>
            </a:xfrm>
            <a:custGeom>
              <a:avLst/>
              <a:gdLst/>
              <a:ahLst/>
              <a:cxnLst/>
              <a:rect l="l" t="t" r="r" b="b"/>
              <a:pathLst>
                <a:path w="273" h="411" extrusionOk="0">
                  <a:moveTo>
                    <a:pt x="138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93"/>
                    <a:pt x="0" y="206"/>
                  </a:cubicBezTo>
                  <a:cubicBezTo>
                    <a:pt x="2" y="319"/>
                    <a:pt x="62" y="411"/>
                    <a:pt x="138" y="411"/>
                  </a:cubicBezTo>
                  <a:cubicBezTo>
                    <a:pt x="212" y="411"/>
                    <a:pt x="273" y="318"/>
                    <a:pt x="273" y="205"/>
                  </a:cubicBezTo>
                  <a:cubicBezTo>
                    <a:pt x="271" y="92"/>
                    <a:pt x="212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2" name="Google Shape;1782;p36"/>
            <p:cNvSpPr/>
            <p:nvPr/>
          </p:nvSpPr>
          <p:spPr>
            <a:xfrm>
              <a:off x="4473828" y="2866286"/>
              <a:ext cx="140151" cy="170844"/>
            </a:xfrm>
            <a:custGeom>
              <a:avLst/>
              <a:gdLst/>
              <a:ahLst/>
              <a:cxnLst/>
              <a:rect l="l" t="t" r="r" b="b"/>
              <a:pathLst>
                <a:path w="1402" h="1709" extrusionOk="0">
                  <a:moveTo>
                    <a:pt x="664" y="0"/>
                  </a:moveTo>
                  <a:cubicBezTo>
                    <a:pt x="469" y="0"/>
                    <a:pt x="1" y="150"/>
                    <a:pt x="150" y="1633"/>
                  </a:cubicBezTo>
                  <a:lnTo>
                    <a:pt x="672" y="1709"/>
                  </a:lnTo>
                  <a:cubicBezTo>
                    <a:pt x="1401" y="1566"/>
                    <a:pt x="745" y="10"/>
                    <a:pt x="745" y="10"/>
                  </a:cubicBezTo>
                  <a:cubicBezTo>
                    <a:pt x="745" y="10"/>
                    <a:pt x="713" y="0"/>
                    <a:pt x="6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3" name="Google Shape;1783;p36"/>
            <p:cNvSpPr/>
            <p:nvPr/>
          </p:nvSpPr>
          <p:spPr>
            <a:xfrm>
              <a:off x="4437641" y="2977348"/>
              <a:ext cx="130454" cy="126859"/>
            </a:xfrm>
            <a:custGeom>
              <a:avLst/>
              <a:gdLst/>
              <a:ahLst/>
              <a:cxnLst/>
              <a:rect l="l" t="t" r="r" b="b"/>
              <a:pathLst>
                <a:path w="1305" h="1269" extrusionOk="0">
                  <a:moveTo>
                    <a:pt x="583" y="0"/>
                  </a:moveTo>
                  <a:cubicBezTo>
                    <a:pt x="500" y="0"/>
                    <a:pt x="422" y="24"/>
                    <a:pt x="348" y="63"/>
                  </a:cubicBezTo>
                  <a:cubicBezTo>
                    <a:pt x="18" y="235"/>
                    <a:pt x="1" y="865"/>
                    <a:pt x="372" y="1156"/>
                  </a:cubicBezTo>
                  <a:cubicBezTo>
                    <a:pt x="471" y="1233"/>
                    <a:pt x="585" y="1269"/>
                    <a:pt x="698" y="1269"/>
                  </a:cubicBezTo>
                  <a:cubicBezTo>
                    <a:pt x="956" y="1269"/>
                    <a:pt x="1209" y="1085"/>
                    <a:pt x="1272" y="806"/>
                  </a:cubicBezTo>
                  <a:lnTo>
                    <a:pt x="1305" y="657"/>
                  </a:lnTo>
                  <a:cubicBezTo>
                    <a:pt x="1043" y="163"/>
                    <a:pt x="799" y="0"/>
                    <a:pt x="583" y="0"/>
                  </a:cubicBezTo>
                  <a:close/>
                </a:path>
              </a:pathLst>
            </a:custGeom>
            <a:solidFill>
              <a:srgbClr val="E2A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4" name="Google Shape;1784;p36"/>
            <p:cNvSpPr/>
            <p:nvPr/>
          </p:nvSpPr>
          <p:spPr>
            <a:xfrm>
              <a:off x="4731837" y="2965052"/>
              <a:ext cx="52582" cy="109364"/>
            </a:xfrm>
            <a:custGeom>
              <a:avLst/>
              <a:gdLst/>
              <a:ahLst/>
              <a:cxnLst/>
              <a:rect l="l" t="t" r="r" b="b"/>
              <a:pathLst>
                <a:path w="526" h="1094" extrusionOk="0">
                  <a:moveTo>
                    <a:pt x="114" y="1"/>
                  </a:moveTo>
                  <a:lnTo>
                    <a:pt x="0" y="46"/>
                  </a:lnTo>
                  <a:cubicBezTo>
                    <a:pt x="88" y="270"/>
                    <a:pt x="201" y="420"/>
                    <a:pt x="311" y="548"/>
                  </a:cubicBezTo>
                  <a:cubicBezTo>
                    <a:pt x="398" y="650"/>
                    <a:pt x="381" y="768"/>
                    <a:pt x="335" y="844"/>
                  </a:cubicBezTo>
                  <a:cubicBezTo>
                    <a:pt x="296" y="909"/>
                    <a:pt x="221" y="970"/>
                    <a:pt x="118" y="970"/>
                  </a:cubicBezTo>
                  <a:cubicBezTo>
                    <a:pt x="99" y="970"/>
                    <a:pt x="79" y="968"/>
                    <a:pt x="58" y="963"/>
                  </a:cubicBezTo>
                  <a:lnTo>
                    <a:pt x="32" y="1084"/>
                  </a:lnTo>
                  <a:cubicBezTo>
                    <a:pt x="61" y="1090"/>
                    <a:pt x="88" y="1093"/>
                    <a:pt x="116" y="1093"/>
                  </a:cubicBezTo>
                  <a:cubicBezTo>
                    <a:pt x="247" y="1093"/>
                    <a:pt x="369" y="1026"/>
                    <a:pt x="440" y="907"/>
                  </a:cubicBezTo>
                  <a:cubicBezTo>
                    <a:pt x="526" y="765"/>
                    <a:pt x="511" y="593"/>
                    <a:pt x="405" y="468"/>
                  </a:cubicBezTo>
                  <a:cubicBezTo>
                    <a:pt x="302" y="348"/>
                    <a:pt x="197" y="209"/>
                    <a:pt x="1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5" name="Google Shape;1785;p36"/>
            <p:cNvSpPr/>
            <p:nvPr/>
          </p:nvSpPr>
          <p:spPr>
            <a:xfrm>
              <a:off x="4491522" y="3033429"/>
              <a:ext cx="37187" cy="36988"/>
            </a:xfrm>
            <a:custGeom>
              <a:avLst/>
              <a:gdLst/>
              <a:ahLst/>
              <a:cxnLst/>
              <a:rect l="l" t="t" r="r" b="b"/>
              <a:pathLst>
                <a:path w="372" h="370" extrusionOk="0">
                  <a:moveTo>
                    <a:pt x="87" y="0"/>
                  </a:moveTo>
                  <a:lnTo>
                    <a:pt x="0" y="87"/>
                  </a:lnTo>
                  <a:lnTo>
                    <a:pt x="285" y="369"/>
                  </a:lnTo>
                  <a:lnTo>
                    <a:pt x="372" y="28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6" name="Google Shape;1786;p36"/>
            <p:cNvSpPr/>
            <p:nvPr/>
          </p:nvSpPr>
          <p:spPr>
            <a:xfrm>
              <a:off x="4755729" y="2912470"/>
              <a:ext cx="73774" cy="24592"/>
            </a:xfrm>
            <a:custGeom>
              <a:avLst/>
              <a:gdLst/>
              <a:ahLst/>
              <a:cxnLst/>
              <a:rect l="l" t="t" r="r" b="b"/>
              <a:pathLst>
                <a:path w="738" h="246" extrusionOk="0">
                  <a:moveTo>
                    <a:pt x="285" y="1"/>
                  </a:moveTo>
                  <a:cubicBezTo>
                    <a:pt x="282" y="1"/>
                    <a:pt x="279" y="1"/>
                    <a:pt x="276" y="1"/>
                  </a:cubicBezTo>
                  <a:cubicBezTo>
                    <a:pt x="5" y="8"/>
                    <a:pt x="0" y="195"/>
                    <a:pt x="346" y="238"/>
                  </a:cubicBezTo>
                  <a:cubicBezTo>
                    <a:pt x="383" y="243"/>
                    <a:pt x="414" y="245"/>
                    <a:pt x="442" y="245"/>
                  </a:cubicBezTo>
                  <a:cubicBezTo>
                    <a:pt x="738" y="245"/>
                    <a:pt x="546" y="1"/>
                    <a:pt x="2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7" name="Google Shape;1787;p36"/>
            <p:cNvSpPr/>
            <p:nvPr/>
          </p:nvSpPr>
          <p:spPr>
            <a:xfrm>
              <a:off x="4625975" y="2911471"/>
              <a:ext cx="67476" cy="26092"/>
            </a:xfrm>
            <a:custGeom>
              <a:avLst/>
              <a:gdLst/>
              <a:ahLst/>
              <a:cxnLst/>
              <a:rect l="l" t="t" r="r" b="b"/>
              <a:pathLst>
                <a:path w="675" h="261" extrusionOk="0">
                  <a:moveTo>
                    <a:pt x="375" y="1"/>
                  </a:moveTo>
                  <a:cubicBezTo>
                    <a:pt x="318" y="1"/>
                    <a:pt x="255" y="13"/>
                    <a:pt x="194" y="42"/>
                  </a:cubicBezTo>
                  <a:cubicBezTo>
                    <a:pt x="0" y="133"/>
                    <a:pt x="4" y="260"/>
                    <a:pt x="179" y="260"/>
                  </a:cubicBezTo>
                  <a:cubicBezTo>
                    <a:pt x="226" y="260"/>
                    <a:pt x="285" y="251"/>
                    <a:pt x="355" y="230"/>
                  </a:cubicBezTo>
                  <a:cubicBezTo>
                    <a:pt x="675" y="134"/>
                    <a:pt x="563" y="1"/>
                    <a:pt x="3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8" name="Google Shape;1788;p36"/>
            <p:cNvSpPr/>
            <p:nvPr/>
          </p:nvSpPr>
          <p:spPr>
            <a:xfrm>
              <a:off x="4530108" y="2855190"/>
              <a:ext cx="72775" cy="105766"/>
            </a:xfrm>
            <a:custGeom>
              <a:avLst/>
              <a:gdLst/>
              <a:ahLst/>
              <a:cxnLst/>
              <a:rect l="l" t="t" r="r" b="b"/>
              <a:pathLst>
                <a:path w="728" h="1058" extrusionOk="0">
                  <a:moveTo>
                    <a:pt x="715" y="1"/>
                  </a:moveTo>
                  <a:lnTo>
                    <a:pt x="0" y="182"/>
                  </a:lnTo>
                  <a:lnTo>
                    <a:pt x="176" y="1056"/>
                  </a:lnTo>
                  <a:cubicBezTo>
                    <a:pt x="192" y="1057"/>
                    <a:pt x="207" y="1058"/>
                    <a:pt x="222" y="1058"/>
                  </a:cubicBezTo>
                  <a:cubicBezTo>
                    <a:pt x="502" y="1058"/>
                    <a:pt x="727" y="847"/>
                    <a:pt x="727" y="847"/>
                  </a:cubicBezTo>
                  <a:lnTo>
                    <a:pt x="7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9" name="Google Shape;1789;p36"/>
            <p:cNvSpPr/>
            <p:nvPr/>
          </p:nvSpPr>
          <p:spPr>
            <a:xfrm>
              <a:off x="4660362" y="2989244"/>
              <a:ext cx="27290" cy="41187"/>
            </a:xfrm>
            <a:custGeom>
              <a:avLst/>
              <a:gdLst/>
              <a:ahLst/>
              <a:cxnLst/>
              <a:rect l="l" t="t" r="r" b="b"/>
              <a:pathLst>
                <a:path w="273" h="412" extrusionOk="0">
                  <a:moveTo>
                    <a:pt x="136" y="1"/>
                  </a:moveTo>
                  <a:cubicBezTo>
                    <a:pt x="60" y="1"/>
                    <a:pt x="1" y="93"/>
                    <a:pt x="1" y="207"/>
                  </a:cubicBezTo>
                  <a:cubicBezTo>
                    <a:pt x="1" y="319"/>
                    <a:pt x="62" y="411"/>
                    <a:pt x="135" y="411"/>
                  </a:cubicBezTo>
                  <a:cubicBezTo>
                    <a:pt x="136" y="411"/>
                    <a:pt x="136" y="411"/>
                    <a:pt x="137" y="411"/>
                  </a:cubicBezTo>
                  <a:cubicBezTo>
                    <a:pt x="212" y="411"/>
                    <a:pt x="273" y="320"/>
                    <a:pt x="272" y="206"/>
                  </a:cubicBezTo>
                  <a:cubicBezTo>
                    <a:pt x="272" y="92"/>
                    <a:pt x="211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0" name="Google Shape;1790;p36"/>
            <p:cNvSpPr/>
            <p:nvPr/>
          </p:nvSpPr>
          <p:spPr>
            <a:xfrm>
              <a:off x="4521911" y="2906572"/>
              <a:ext cx="56480" cy="134056"/>
            </a:xfrm>
            <a:custGeom>
              <a:avLst/>
              <a:gdLst/>
              <a:ahLst/>
              <a:cxnLst/>
              <a:rect l="l" t="t" r="r" b="b"/>
              <a:pathLst>
                <a:path w="565" h="1341" extrusionOk="0">
                  <a:moveTo>
                    <a:pt x="551" y="0"/>
                  </a:moveTo>
                  <a:lnTo>
                    <a:pt x="0" y="321"/>
                  </a:lnTo>
                  <a:lnTo>
                    <a:pt x="225" y="1340"/>
                  </a:lnTo>
                  <a:lnTo>
                    <a:pt x="565" y="1292"/>
                  </a:lnTo>
                  <a:lnTo>
                    <a:pt x="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1" name="Google Shape;1791;p36"/>
            <p:cNvSpPr/>
            <p:nvPr/>
          </p:nvSpPr>
          <p:spPr>
            <a:xfrm>
              <a:off x="4554700" y="2817703"/>
              <a:ext cx="148248" cy="59981"/>
            </a:xfrm>
            <a:custGeom>
              <a:avLst/>
              <a:gdLst/>
              <a:ahLst/>
              <a:cxnLst/>
              <a:rect l="l" t="t" r="r" b="b"/>
              <a:pathLst>
                <a:path w="1483" h="600" extrusionOk="0">
                  <a:moveTo>
                    <a:pt x="809" y="1"/>
                  </a:moveTo>
                  <a:cubicBezTo>
                    <a:pt x="365" y="1"/>
                    <a:pt x="5" y="309"/>
                    <a:pt x="0" y="600"/>
                  </a:cubicBezTo>
                  <a:lnTo>
                    <a:pt x="1483" y="255"/>
                  </a:lnTo>
                  <a:cubicBezTo>
                    <a:pt x="1259" y="73"/>
                    <a:pt x="1025" y="1"/>
                    <a:pt x="8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2" name="Google Shape;1792;p36"/>
            <p:cNvSpPr/>
            <p:nvPr/>
          </p:nvSpPr>
          <p:spPr>
            <a:xfrm>
              <a:off x="4650666" y="2812705"/>
              <a:ext cx="133653" cy="54282"/>
            </a:xfrm>
            <a:custGeom>
              <a:avLst/>
              <a:gdLst/>
              <a:ahLst/>
              <a:cxnLst/>
              <a:rect l="l" t="t" r="r" b="b"/>
              <a:pathLst>
                <a:path w="1337" h="543" extrusionOk="0">
                  <a:moveTo>
                    <a:pt x="740" y="0"/>
                  </a:moveTo>
                  <a:cubicBezTo>
                    <a:pt x="367" y="0"/>
                    <a:pt x="0" y="205"/>
                    <a:pt x="0" y="205"/>
                  </a:cubicBezTo>
                  <a:cubicBezTo>
                    <a:pt x="254" y="462"/>
                    <a:pt x="503" y="543"/>
                    <a:pt x="715" y="543"/>
                  </a:cubicBezTo>
                  <a:cubicBezTo>
                    <a:pt x="1079" y="543"/>
                    <a:pt x="1337" y="305"/>
                    <a:pt x="1337" y="305"/>
                  </a:cubicBezTo>
                  <a:cubicBezTo>
                    <a:pt x="1187" y="73"/>
                    <a:pt x="962" y="0"/>
                    <a:pt x="7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3" name="Google Shape;1793;p36"/>
            <p:cNvSpPr/>
            <p:nvPr/>
          </p:nvSpPr>
          <p:spPr>
            <a:xfrm>
              <a:off x="4489323" y="3206270"/>
              <a:ext cx="236417" cy="301302"/>
            </a:xfrm>
            <a:custGeom>
              <a:avLst/>
              <a:gdLst/>
              <a:ahLst/>
              <a:cxnLst/>
              <a:rect l="l" t="t" r="r" b="b"/>
              <a:pathLst>
                <a:path w="2365" h="3014" extrusionOk="0">
                  <a:moveTo>
                    <a:pt x="0" y="1"/>
                  </a:moveTo>
                  <a:lnTo>
                    <a:pt x="2364" y="3013"/>
                  </a:lnTo>
                  <a:lnTo>
                    <a:pt x="1956" y="859"/>
                  </a:lnTo>
                  <a:lnTo>
                    <a:pt x="1197" y="5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4" name="Google Shape;1794;p36"/>
            <p:cNvSpPr/>
            <p:nvPr/>
          </p:nvSpPr>
          <p:spPr>
            <a:xfrm>
              <a:off x="4583190" y="3263250"/>
              <a:ext cx="148948" cy="252518"/>
            </a:xfrm>
            <a:custGeom>
              <a:avLst/>
              <a:gdLst/>
              <a:ahLst/>
              <a:cxnLst/>
              <a:rect l="l" t="t" r="r" b="b"/>
              <a:pathLst>
                <a:path w="1490" h="2526" extrusionOk="0">
                  <a:moveTo>
                    <a:pt x="413" y="0"/>
                  </a:moveTo>
                  <a:lnTo>
                    <a:pt x="270" y="92"/>
                  </a:lnTo>
                  <a:lnTo>
                    <a:pt x="1" y="383"/>
                  </a:lnTo>
                  <a:lnTo>
                    <a:pt x="547" y="641"/>
                  </a:lnTo>
                  <a:lnTo>
                    <a:pt x="448" y="1197"/>
                  </a:lnTo>
                  <a:lnTo>
                    <a:pt x="1489" y="2525"/>
                  </a:lnTo>
                  <a:lnTo>
                    <a:pt x="1117" y="833"/>
                  </a:lnTo>
                  <a:lnTo>
                    <a:pt x="765" y="564"/>
                  </a:lnTo>
                  <a:lnTo>
                    <a:pt x="777" y="177"/>
                  </a:lnTo>
                  <a:lnTo>
                    <a:pt x="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5" name="Google Shape;1795;p36"/>
            <p:cNvSpPr/>
            <p:nvPr/>
          </p:nvSpPr>
          <p:spPr>
            <a:xfrm>
              <a:off x="4472029" y="3145390"/>
              <a:ext cx="172839" cy="185640"/>
            </a:xfrm>
            <a:custGeom>
              <a:avLst/>
              <a:gdLst/>
              <a:ahLst/>
              <a:cxnLst/>
              <a:rect l="l" t="t" r="r" b="b"/>
              <a:pathLst>
                <a:path w="1729" h="1857" extrusionOk="0">
                  <a:moveTo>
                    <a:pt x="257" y="0"/>
                  </a:moveTo>
                  <a:lnTo>
                    <a:pt x="1" y="662"/>
                  </a:lnTo>
                  <a:lnTo>
                    <a:pt x="1152" y="1857"/>
                  </a:lnTo>
                  <a:lnTo>
                    <a:pt x="1415" y="1479"/>
                  </a:lnTo>
                  <a:cubicBezTo>
                    <a:pt x="1728" y="1030"/>
                    <a:pt x="1547" y="387"/>
                    <a:pt x="1031" y="206"/>
                  </a:cubicBezTo>
                  <a:cubicBezTo>
                    <a:pt x="1008" y="198"/>
                    <a:pt x="984" y="191"/>
                    <a:pt x="960" y="185"/>
                  </a:cubicBezTo>
                  <a:lnTo>
                    <a:pt x="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6" name="Google Shape;1796;p36"/>
            <p:cNvSpPr/>
            <p:nvPr/>
          </p:nvSpPr>
          <p:spPr>
            <a:xfrm>
              <a:off x="4285295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7" y="369"/>
                  </a:lnTo>
                  <a:lnTo>
                    <a:pt x="1" y="428"/>
                  </a:lnTo>
                  <a:lnTo>
                    <a:pt x="295" y="714"/>
                  </a:lnTo>
                  <a:lnTo>
                    <a:pt x="225" y="1117"/>
                  </a:lnTo>
                  <a:lnTo>
                    <a:pt x="225" y="1117"/>
                  </a:lnTo>
                  <a:lnTo>
                    <a:pt x="588" y="926"/>
                  </a:lnTo>
                  <a:lnTo>
                    <a:pt x="951" y="1117"/>
                  </a:lnTo>
                  <a:lnTo>
                    <a:pt x="881" y="714"/>
                  </a:lnTo>
                  <a:lnTo>
                    <a:pt x="1175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7" name="Google Shape;1797;p36"/>
            <p:cNvSpPr/>
            <p:nvPr/>
          </p:nvSpPr>
          <p:spPr>
            <a:xfrm>
              <a:off x="4459633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0" y="714"/>
                  </a:lnTo>
                  <a:lnTo>
                    <a:pt x="1174" y="428"/>
                  </a:lnTo>
                  <a:lnTo>
                    <a:pt x="768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8" name="Google Shape;1798;p36"/>
            <p:cNvSpPr/>
            <p:nvPr/>
          </p:nvSpPr>
          <p:spPr>
            <a:xfrm>
              <a:off x="4633872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1" y="714"/>
                  </a:lnTo>
                  <a:lnTo>
                    <a:pt x="1174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9" name="Google Shape;1799;p36"/>
            <p:cNvSpPr/>
            <p:nvPr/>
          </p:nvSpPr>
          <p:spPr>
            <a:xfrm>
              <a:off x="4808110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7" y="369"/>
                  </a:lnTo>
                  <a:lnTo>
                    <a:pt x="1" y="428"/>
                  </a:lnTo>
                  <a:lnTo>
                    <a:pt x="295" y="714"/>
                  </a:lnTo>
                  <a:lnTo>
                    <a:pt x="225" y="1117"/>
                  </a:lnTo>
                  <a:lnTo>
                    <a:pt x="225" y="1117"/>
                  </a:lnTo>
                  <a:lnTo>
                    <a:pt x="588" y="926"/>
                  </a:lnTo>
                  <a:lnTo>
                    <a:pt x="951" y="1117"/>
                  </a:lnTo>
                  <a:lnTo>
                    <a:pt x="882" y="714"/>
                  </a:lnTo>
                  <a:lnTo>
                    <a:pt x="1175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0" name="Google Shape;1800;p36"/>
            <p:cNvSpPr/>
            <p:nvPr/>
          </p:nvSpPr>
          <p:spPr>
            <a:xfrm>
              <a:off x="4982449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1" y="714"/>
                  </a:lnTo>
                  <a:lnTo>
                    <a:pt x="1174" y="428"/>
                  </a:lnTo>
                  <a:lnTo>
                    <a:pt x="768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1" name="Google Shape;1801;p36"/>
            <p:cNvSpPr/>
            <p:nvPr/>
          </p:nvSpPr>
          <p:spPr>
            <a:xfrm>
              <a:off x="4718042" y="4069791"/>
              <a:ext cx="233618" cy="2335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2" name="Google Shape;1802;p36"/>
            <p:cNvSpPr/>
            <p:nvPr/>
          </p:nvSpPr>
          <p:spPr>
            <a:xfrm>
              <a:off x="4781320" y="4143566"/>
              <a:ext cx="107262" cy="85972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3" name="Google Shape;1803;p36"/>
            <p:cNvSpPr/>
            <p:nvPr/>
          </p:nvSpPr>
          <p:spPr>
            <a:xfrm>
              <a:off x="4313885" y="4069691"/>
              <a:ext cx="256410" cy="233724"/>
            </a:xfrm>
            <a:custGeom>
              <a:avLst/>
              <a:gdLst/>
              <a:ahLst/>
              <a:cxnLst/>
              <a:rect l="l" t="t" r="r" b="b"/>
              <a:pathLst>
                <a:path w="2565" h="2338" extrusionOk="0">
                  <a:moveTo>
                    <a:pt x="1283" y="1"/>
                  </a:moveTo>
                  <a:cubicBezTo>
                    <a:pt x="984" y="1"/>
                    <a:pt x="685" y="115"/>
                    <a:pt x="457" y="343"/>
                  </a:cubicBezTo>
                  <a:cubicBezTo>
                    <a:pt x="1" y="799"/>
                    <a:pt x="1" y="1539"/>
                    <a:pt x="457" y="1995"/>
                  </a:cubicBezTo>
                  <a:cubicBezTo>
                    <a:pt x="685" y="2223"/>
                    <a:pt x="984" y="2337"/>
                    <a:pt x="1283" y="2337"/>
                  </a:cubicBezTo>
                  <a:cubicBezTo>
                    <a:pt x="1582" y="2337"/>
                    <a:pt x="1880" y="2223"/>
                    <a:pt x="2109" y="1995"/>
                  </a:cubicBezTo>
                  <a:cubicBezTo>
                    <a:pt x="2565" y="1539"/>
                    <a:pt x="2565" y="799"/>
                    <a:pt x="2109" y="343"/>
                  </a:cubicBezTo>
                  <a:cubicBezTo>
                    <a:pt x="1880" y="115"/>
                    <a:pt x="1582" y="1"/>
                    <a:pt x="1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4" name="Google Shape;1804;p36"/>
            <p:cNvSpPr/>
            <p:nvPr/>
          </p:nvSpPr>
          <p:spPr>
            <a:xfrm>
              <a:off x="4404153" y="4148464"/>
              <a:ext cx="75873" cy="75975"/>
            </a:xfrm>
            <a:custGeom>
              <a:avLst/>
              <a:gdLst/>
              <a:ahLst/>
              <a:cxnLst/>
              <a:rect l="l" t="t" r="r" b="b"/>
              <a:pathLst>
                <a:path w="759" h="760" fill="none" extrusionOk="0">
                  <a:moveTo>
                    <a:pt x="1" y="1"/>
                  </a:moveTo>
                  <a:lnTo>
                    <a:pt x="759" y="76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5" name="Google Shape;1805;p36"/>
            <p:cNvSpPr/>
            <p:nvPr/>
          </p:nvSpPr>
          <p:spPr>
            <a:xfrm>
              <a:off x="4404153" y="4148464"/>
              <a:ext cx="75873" cy="75975"/>
            </a:xfrm>
            <a:custGeom>
              <a:avLst/>
              <a:gdLst/>
              <a:ahLst/>
              <a:cxnLst/>
              <a:rect l="l" t="t" r="r" b="b"/>
              <a:pathLst>
                <a:path w="759" h="760" fill="none" extrusionOk="0">
                  <a:moveTo>
                    <a:pt x="1" y="760"/>
                  </a:moveTo>
                  <a:lnTo>
                    <a:pt x="759" y="1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6" name="Google Shape;1806;p36"/>
            <p:cNvSpPr/>
            <p:nvPr/>
          </p:nvSpPr>
          <p:spPr>
            <a:xfrm>
              <a:off x="4239411" y="3589256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0"/>
                  </a:moveTo>
                  <a:lnTo>
                    <a:pt x="7984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7" name="Google Shape;1807;p36"/>
            <p:cNvSpPr/>
            <p:nvPr/>
          </p:nvSpPr>
          <p:spPr>
            <a:xfrm>
              <a:off x="4239411" y="3720911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0"/>
                  </a:moveTo>
                  <a:lnTo>
                    <a:pt x="7984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8" name="Google Shape;1808;p36"/>
            <p:cNvSpPr/>
            <p:nvPr/>
          </p:nvSpPr>
          <p:spPr>
            <a:xfrm>
              <a:off x="4239411" y="3852365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1"/>
                  </a:moveTo>
                  <a:lnTo>
                    <a:pt x="7984" y="1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9" name="Google Shape;1809;p36"/>
            <p:cNvSpPr/>
            <p:nvPr/>
          </p:nvSpPr>
          <p:spPr>
            <a:xfrm>
              <a:off x="4443939" y="3982021"/>
              <a:ext cx="389164" cy="100"/>
            </a:xfrm>
            <a:custGeom>
              <a:avLst/>
              <a:gdLst/>
              <a:ahLst/>
              <a:cxnLst/>
              <a:rect l="l" t="t" r="r" b="b"/>
              <a:pathLst>
                <a:path w="3893" h="1" fill="none" extrusionOk="0">
                  <a:moveTo>
                    <a:pt x="0" y="0"/>
                  </a:moveTo>
                  <a:lnTo>
                    <a:pt x="3893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0" name="Google Shape;1810;p36"/>
            <p:cNvSpPr/>
            <p:nvPr/>
          </p:nvSpPr>
          <p:spPr>
            <a:xfrm>
              <a:off x="4239411" y="2591311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1"/>
                  </a:moveTo>
                  <a:lnTo>
                    <a:pt x="7984" y="1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14" name="Google Shape;1814;p36"/>
          <p:cNvSpPr txBox="1"/>
          <p:nvPr/>
        </p:nvSpPr>
        <p:spPr>
          <a:xfrm>
            <a:off x="434925" y="2385419"/>
            <a:ext cx="5210039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THANK YOU</a:t>
            </a:r>
            <a:endParaRPr sz="7000"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232321"/>
      </a:lt2>
      <a:accent1>
        <a:srgbClr val="8999CE"/>
      </a:accent1>
      <a:accent2>
        <a:srgbClr val="E2A8A2"/>
      </a:accent2>
      <a:accent3>
        <a:srgbClr val="E4796B"/>
      </a:accent3>
      <a:accent4>
        <a:srgbClr val="FEC357"/>
      </a:accent4>
      <a:accent5>
        <a:srgbClr val="659E67"/>
      </a:accent5>
      <a:accent6>
        <a:srgbClr val="E1E2EA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6304</Words>
  <Application>WPS Presentation</Application>
  <PresentationFormat>On-screen Show (16:9)</PresentationFormat>
  <Paragraphs>378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Arial</vt:lpstr>
      <vt:lpstr>Fira Sans Extra Condensed SemiBold</vt:lpstr>
      <vt:lpstr>Roboto</vt:lpstr>
      <vt:lpstr>Fira Sans Extra Condensed</vt:lpstr>
      <vt:lpstr>Roboto Medium</vt:lpstr>
      <vt:lpstr>Microsoft YaHei</vt:lpstr>
      <vt:lpstr>Arial Unicode MS</vt:lpstr>
      <vt:lpstr>Simple Light</vt:lpstr>
      <vt:lpstr>Orion: AI Assisted Microservices Based Online Recruitment Portal</vt:lpstr>
      <vt:lpstr>PROBLEM STATEMENT</vt:lpstr>
      <vt:lpstr>OBJECTIVES</vt:lpstr>
      <vt:lpstr>LITERATURE SURVEY</vt:lpstr>
      <vt:lpstr>RESEARCH GAP</vt:lpstr>
      <vt:lpstr>PROPOSED SYSTEM</vt:lpstr>
      <vt:lpstr>INNOVATION &amp; NOVELTY</vt:lpstr>
      <vt:lpstr>SYSTEM ARCHITECTURE</vt:lpstr>
      <vt:lpstr>METHODOLOGY</vt:lpstr>
      <vt:lpstr>FEASIBILITY STUDY</vt:lpstr>
      <vt:lpstr>PROJECT PLAN</vt:lpstr>
      <vt:lpstr>EXPECTED OUTCOME</vt:lpstr>
      <vt:lpstr>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Krishita Myneni</cp:lastModifiedBy>
  <cp:revision>11</cp:revision>
  <dcterms:created xsi:type="dcterms:W3CDTF">2026-08-20T03:10:41Z</dcterms:created>
  <dcterms:modified xsi:type="dcterms:W3CDTF">2026-08-20T03:17:05Z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F4E6050764894F13830402F644EEED4E_13</vt:lpwstr>
  </property>
</Properties>
</file>